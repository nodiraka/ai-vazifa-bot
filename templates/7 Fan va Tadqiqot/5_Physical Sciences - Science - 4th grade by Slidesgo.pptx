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3" r:id="rId16"/>
    <p:sldId id="274" r:id="rId17"/>
    <p:sldId id="275" r:id="rId18"/>
    <p:sldId id="276" r:id="rId19"/>
    <p:sldId id="277" r:id="rId20"/>
    <p:sldId id="278" r:id="rId21"/>
    <p:sldId id="279" r:id="rId22"/>
    <p:sldId id="280" r:id="rId23"/>
    <p:sldId id="283" r:id="rId24"/>
    <p:sldId id="284" r:id="rId25"/>
    <p:sldId id="285" r:id="rId26"/>
    <p:sldId id="286" r:id="rId27"/>
    <p:sldId id="288" r:id="rId28"/>
    <p:sldId id="289" r:id="rId29"/>
    <p:sldId id="290" r:id="rId30"/>
  </p:sldIdLst>
  <p:sldSz cx="9144000" cy="5143500" type="screen16x9"/>
  <p:notesSz cx="6858000" cy="9144000"/>
  <p:embeddedFontLst>
    <p:embeddedFont>
      <p:font typeface="Montserrat SemiBold" panose="020B0604020202020204" charset="-52"/>
      <p:regular r:id="rId32"/>
      <p:bold r:id="rId33"/>
      <p:italic r:id="rId34"/>
      <p:boldItalic r:id="rId35"/>
    </p:embeddedFont>
    <p:embeddedFont>
      <p:font typeface="Montserrat ExtraBold" panose="020B0604020202020204" charset="-52"/>
      <p:bold r:id="rId36"/>
      <p:boldItalic r:id="rId37"/>
    </p:embeddedFont>
    <p:embeddedFont>
      <p:font typeface="Montserrat Black" panose="020B0604020202020204" charset="-52"/>
      <p:bold r:id="rId38"/>
      <p:boldItalic r:id="rId39"/>
    </p:embeddedFont>
    <p:embeddedFont>
      <p:font typeface="Epilogue" panose="020B060402020202020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9C3FE53-DF3B-41FF-87D3-F8DDF75BA68D}">
  <a:tblStyle styleId="{89C3FE53-DF3B-41FF-87D3-F8DDF75BA68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38A2FDF-77BB-4753-A33B-09F6ECCF2F46}"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2"/>
        <p:cNvGrpSpPr/>
        <p:nvPr/>
      </p:nvGrpSpPr>
      <p:grpSpPr>
        <a:xfrm>
          <a:off x="0" y="0"/>
          <a:ext cx="0" cy="0"/>
          <a:chOff x="0" y="0"/>
          <a:chExt cx="0" cy="0"/>
        </a:xfrm>
      </p:grpSpPr>
      <p:sp>
        <p:nvSpPr>
          <p:cNvPr id="1263" name="Google Shape;12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4" name="Google Shape;12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8"/>
        <p:cNvGrpSpPr/>
        <p:nvPr/>
      </p:nvGrpSpPr>
      <p:grpSpPr>
        <a:xfrm>
          <a:off x="0" y="0"/>
          <a:ext cx="0" cy="0"/>
          <a:chOff x="0" y="0"/>
          <a:chExt cx="0" cy="0"/>
        </a:xfrm>
      </p:grpSpPr>
      <p:sp>
        <p:nvSpPr>
          <p:cNvPr id="1319" name="Google Shape;1319;g258c4fa6ecb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0" name="Google Shape;1320;g258c4fa6ecb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7"/>
        <p:cNvGrpSpPr/>
        <p:nvPr/>
      </p:nvGrpSpPr>
      <p:grpSpPr>
        <a:xfrm>
          <a:off x="0" y="0"/>
          <a:ext cx="0" cy="0"/>
          <a:chOff x="0" y="0"/>
          <a:chExt cx="0" cy="0"/>
        </a:xfrm>
      </p:grpSpPr>
      <p:sp>
        <p:nvSpPr>
          <p:cNvPr id="1328" name="Google Shape;1328;g258c4fa6ecb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9" name="Google Shape;1329;g258c4fa6ecb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8"/>
        <p:cNvGrpSpPr/>
        <p:nvPr/>
      </p:nvGrpSpPr>
      <p:grpSpPr>
        <a:xfrm>
          <a:off x="0" y="0"/>
          <a:ext cx="0" cy="0"/>
          <a:chOff x="0" y="0"/>
          <a:chExt cx="0" cy="0"/>
        </a:xfrm>
      </p:grpSpPr>
      <p:sp>
        <p:nvSpPr>
          <p:cNvPr id="1349" name="Google Shape;1349;g258c4fa6ecb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0" name="Google Shape;1350;g258c4fa6ecb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9"/>
        <p:cNvGrpSpPr/>
        <p:nvPr/>
      </p:nvGrpSpPr>
      <p:grpSpPr>
        <a:xfrm>
          <a:off x="0" y="0"/>
          <a:ext cx="0" cy="0"/>
          <a:chOff x="0" y="0"/>
          <a:chExt cx="0" cy="0"/>
        </a:xfrm>
      </p:grpSpPr>
      <p:sp>
        <p:nvSpPr>
          <p:cNvPr id="1400" name="Google Shape;1400;g258c4fa6ec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1" name="Google Shape;1401;g258c4fa6ec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4"/>
        <p:cNvGrpSpPr/>
        <p:nvPr/>
      </p:nvGrpSpPr>
      <p:grpSpPr>
        <a:xfrm>
          <a:off x="0" y="0"/>
          <a:ext cx="0" cy="0"/>
          <a:chOff x="0" y="0"/>
          <a:chExt cx="0" cy="0"/>
        </a:xfrm>
      </p:grpSpPr>
      <p:sp>
        <p:nvSpPr>
          <p:cNvPr id="1455" name="Google Shape;1455;g258c4fa6ecb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6" name="Google Shape;1456;g258c4fa6ecb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1"/>
        <p:cNvGrpSpPr/>
        <p:nvPr/>
      </p:nvGrpSpPr>
      <p:grpSpPr>
        <a:xfrm>
          <a:off x="0" y="0"/>
          <a:ext cx="0" cy="0"/>
          <a:chOff x="0" y="0"/>
          <a:chExt cx="0" cy="0"/>
        </a:xfrm>
      </p:grpSpPr>
      <p:sp>
        <p:nvSpPr>
          <p:cNvPr id="1462" name="Google Shape;1462;g258c4fa6ecb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3" name="Google Shape;1463;g258c4fa6ecb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8"/>
        <p:cNvGrpSpPr/>
        <p:nvPr/>
      </p:nvGrpSpPr>
      <p:grpSpPr>
        <a:xfrm>
          <a:off x="0" y="0"/>
          <a:ext cx="0" cy="0"/>
          <a:chOff x="0" y="0"/>
          <a:chExt cx="0" cy="0"/>
        </a:xfrm>
      </p:grpSpPr>
      <p:sp>
        <p:nvSpPr>
          <p:cNvPr id="1469" name="Google Shape;1469;g258c4fa6ecb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0" name="Google Shape;1470;g258c4fa6ecb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8"/>
        <p:cNvGrpSpPr/>
        <p:nvPr/>
      </p:nvGrpSpPr>
      <p:grpSpPr>
        <a:xfrm>
          <a:off x="0" y="0"/>
          <a:ext cx="0" cy="0"/>
          <a:chOff x="0" y="0"/>
          <a:chExt cx="0" cy="0"/>
        </a:xfrm>
      </p:grpSpPr>
      <p:sp>
        <p:nvSpPr>
          <p:cNvPr id="1509" name="Google Shape;1509;g1e4cfc7ce40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0" name="Google Shape;1510;g1e4cfc7ce40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9"/>
        <p:cNvGrpSpPr/>
        <p:nvPr/>
      </p:nvGrpSpPr>
      <p:grpSpPr>
        <a:xfrm>
          <a:off x="0" y="0"/>
          <a:ext cx="0" cy="0"/>
          <a:chOff x="0" y="0"/>
          <a:chExt cx="0" cy="0"/>
        </a:xfrm>
      </p:grpSpPr>
      <p:sp>
        <p:nvSpPr>
          <p:cNvPr id="1570" name="Google Shape;1570;g25904480051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1" name="Google Shape;1571;g25904480051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6"/>
        <p:cNvGrpSpPr/>
        <p:nvPr/>
      </p:nvGrpSpPr>
      <p:grpSpPr>
        <a:xfrm>
          <a:off x="0" y="0"/>
          <a:ext cx="0" cy="0"/>
          <a:chOff x="0" y="0"/>
          <a:chExt cx="0" cy="0"/>
        </a:xfrm>
      </p:grpSpPr>
      <p:sp>
        <p:nvSpPr>
          <p:cNvPr id="1657" name="Google Shape;1657;g25904480051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8" name="Google Shape;1658;g25904480051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3"/>
        <p:cNvGrpSpPr/>
        <p:nvPr/>
      </p:nvGrpSpPr>
      <p:grpSpPr>
        <a:xfrm>
          <a:off x="0" y="0"/>
          <a:ext cx="0" cy="0"/>
          <a:chOff x="0" y="0"/>
          <a:chExt cx="0" cy="0"/>
        </a:xfrm>
      </p:grpSpPr>
      <p:sp>
        <p:nvSpPr>
          <p:cNvPr id="1674" name="Google Shape;1674;g25904480051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5" name="Google Shape;1675;g25904480051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4"/>
        <p:cNvGrpSpPr/>
        <p:nvPr/>
      </p:nvGrpSpPr>
      <p:grpSpPr>
        <a:xfrm>
          <a:off x="0" y="0"/>
          <a:ext cx="0" cy="0"/>
          <a:chOff x="0" y="0"/>
          <a:chExt cx="0" cy="0"/>
        </a:xfrm>
      </p:grpSpPr>
      <p:sp>
        <p:nvSpPr>
          <p:cNvPr id="1715" name="Google Shape;1715;g25904480051_0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6" name="Google Shape;1716;g25904480051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2"/>
        <p:cNvGrpSpPr/>
        <p:nvPr/>
      </p:nvGrpSpPr>
      <p:grpSpPr>
        <a:xfrm>
          <a:off x="0" y="0"/>
          <a:ext cx="0" cy="0"/>
          <a:chOff x="0" y="0"/>
          <a:chExt cx="0" cy="0"/>
        </a:xfrm>
      </p:grpSpPr>
      <p:sp>
        <p:nvSpPr>
          <p:cNvPr id="1813" name="Google Shape;1813;g25904480051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4" name="Google Shape;1814;g25904480051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7"/>
        <p:cNvGrpSpPr/>
        <p:nvPr/>
      </p:nvGrpSpPr>
      <p:grpSpPr>
        <a:xfrm>
          <a:off x="0" y="0"/>
          <a:ext cx="0" cy="0"/>
          <a:chOff x="0" y="0"/>
          <a:chExt cx="0" cy="0"/>
        </a:xfrm>
      </p:grpSpPr>
      <p:sp>
        <p:nvSpPr>
          <p:cNvPr id="1938" name="Google Shape;1938;g25904480051_0_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9" name="Google Shape;1939;g25904480051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7"/>
        <p:cNvGrpSpPr/>
        <p:nvPr/>
      </p:nvGrpSpPr>
      <p:grpSpPr>
        <a:xfrm>
          <a:off x="0" y="0"/>
          <a:ext cx="0" cy="0"/>
          <a:chOff x="0" y="0"/>
          <a:chExt cx="0" cy="0"/>
        </a:xfrm>
      </p:grpSpPr>
      <p:sp>
        <p:nvSpPr>
          <p:cNvPr id="1958" name="Google Shape;1958;g25904480051_0_2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9" name="Google Shape;1959;g25904480051_0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9"/>
        <p:cNvGrpSpPr/>
        <p:nvPr/>
      </p:nvGrpSpPr>
      <p:grpSpPr>
        <a:xfrm>
          <a:off x="0" y="0"/>
          <a:ext cx="0" cy="0"/>
          <a:chOff x="0" y="0"/>
          <a:chExt cx="0" cy="0"/>
        </a:xfrm>
      </p:grpSpPr>
      <p:sp>
        <p:nvSpPr>
          <p:cNvPr id="1970" name="Google Shape;1970;g25904480051_0_2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1" name="Google Shape;1971;g25904480051_0_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9"/>
        <p:cNvGrpSpPr/>
        <p:nvPr/>
      </p:nvGrpSpPr>
      <p:grpSpPr>
        <a:xfrm>
          <a:off x="0" y="0"/>
          <a:ext cx="0" cy="0"/>
          <a:chOff x="0" y="0"/>
          <a:chExt cx="0" cy="0"/>
        </a:xfrm>
      </p:grpSpPr>
      <p:sp>
        <p:nvSpPr>
          <p:cNvPr id="1980" name="Google Shape;1980;g25904480051_0_2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1" name="Google Shape;1981;g25904480051_0_2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9"/>
        <p:cNvGrpSpPr/>
        <p:nvPr/>
      </p:nvGrpSpPr>
      <p:grpSpPr>
        <a:xfrm>
          <a:off x="0" y="0"/>
          <a:ext cx="0" cy="0"/>
          <a:chOff x="0" y="0"/>
          <a:chExt cx="0" cy="0"/>
        </a:xfrm>
      </p:grpSpPr>
      <p:sp>
        <p:nvSpPr>
          <p:cNvPr id="1990" name="Google Shape;1990;g25904480051_0_2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1" name="Google Shape;1991;g25904480051_0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5"/>
        <p:cNvGrpSpPr/>
        <p:nvPr/>
      </p:nvGrpSpPr>
      <p:grpSpPr>
        <a:xfrm>
          <a:off x="0" y="0"/>
          <a:ext cx="0" cy="0"/>
          <a:chOff x="0" y="0"/>
          <a:chExt cx="0" cy="0"/>
        </a:xfrm>
      </p:grpSpPr>
      <p:sp>
        <p:nvSpPr>
          <p:cNvPr id="2056" name="Google Shape;2056;g25904480051_0_3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7" name="Google Shape;2057;g25904480051_0_3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7"/>
        <p:cNvGrpSpPr/>
        <p:nvPr/>
      </p:nvGrpSpPr>
      <p:grpSpPr>
        <a:xfrm>
          <a:off x="0" y="0"/>
          <a:ext cx="0" cy="0"/>
          <a:chOff x="0" y="0"/>
          <a:chExt cx="0" cy="0"/>
        </a:xfrm>
      </p:grpSpPr>
      <p:sp>
        <p:nvSpPr>
          <p:cNvPr id="2178" name="Google Shape;2178;g25904480051_0_3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9" name="Google Shape;2179;g25904480051_0_3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0"/>
        <p:cNvGrpSpPr/>
        <p:nvPr/>
      </p:nvGrpSpPr>
      <p:grpSpPr>
        <a:xfrm>
          <a:off x="0" y="0"/>
          <a:ext cx="0" cy="0"/>
          <a:chOff x="0" y="0"/>
          <a:chExt cx="0" cy="0"/>
        </a:xfrm>
      </p:grpSpPr>
      <p:sp>
        <p:nvSpPr>
          <p:cNvPr id="2301" name="Google Shape;2301;g25904480051_0_3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2" name="Google Shape;2302;g25904480051_0_3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8"/>
        <p:cNvGrpSpPr/>
        <p:nvPr/>
      </p:nvGrpSpPr>
      <p:grpSpPr>
        <a:xfrm>
          <a:off x="0" y="0"/>
          <a:ext cx="0" cy="0"/>
          <a:chOff x="0" y="0"/>
          <a:chExt cx="0" cy="0"/>
        </a:xfrm>
      </p:grpSpPr>
      <p:sp>
        <p:nvSpPr>
          <p:cNvPr id="2359" name="Google Shape;2359;g25904480051_1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0" name="Google Shape;2360;g25904480051_1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8"/>
        <p:cNvGrpSpPr/>
        <p:nvPr/>
      </p:nvGrpSpPr>
      <p:grpSpPr>
        <a:xfrm>
          <a:off x="0" y="0"/>
          <a:ext cx="0" cy="0"/>
          <a:chOff x="0" y="0"/>
          <a:chExt cx="0" cy="0"/>
        </a:xfrm>
      </p:grpSpPr>
      <p:sp>
        <p:nvSpPr>
          <p:cNvPr id="2449" name="Google Shape;2449;g25904480051_1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0" name="Google Shape;2450;g25904480051_1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6"/>
        <p:cNvGrpSpPr/>
        <p:nvPr/>
      </p:nvGrpSpPr>
      <p:grpSpPr>
        <a:xfrm>
          <a:off x="0" y="0"/>
          <a:ext cx="0" cy="0"/>
          <a:chOff x="0" y="0"/>
          <a:chExt cx="0" cy="0"/>
        </a:xfrm>
      </p:grpSpPr>
      <p:sp>
        <p:nvSpPr>
          <p:cNvPr id="2467" name="Google Shape;2467;g25904480051_1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8" name="Google Shape;2468;g25904480051_1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9"/>
        <p:cNvGrpSpPr/>
        <p:nvPr/>
      </p:nvGrpSpPr>
      <p:grpSpPr>
        <a:xfrm>
          <a:off x="0" y="0"/>
          <a:ext cx="0" cy="0"/>
          <a:chOff x="0" y="0"/>
          <a:chExt cx="0" cy="0"/>
        </a:xfrm>
      </p:grpSpPr>
      <p:sp>
        <p:nvSpPr>
          <p:cNvPr id="2560" name="Google Shape;2560;g25904480051_1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1" name="Google Shape;2561;g25904480051_1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6"/>
        <p:cNvGrpSpPr/>
        <p:nvPr/>
      </p:nvGrpSpPr>
      <p:grpSpPr>
        <a:xfrm>
          <a:off x="0" y="0"/>
          <a:ext cx="0" cy="0"/>
          <a:chOff x="0" y="0"/>
          <a:chExt cx="0" cy="0"/>
        </a:xfrm>
      </p:grpSpPr>
      <p:sp>
        <p:nvSpPr>
          <p:cNvPr id="2597" name="Google Shape;2597;g25904480051_1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8" name="Google Shape;2598;g25904480051_1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6"/>
        <p:cNvGrpSpPr/>
        <p:nvPr/>
      </p:nvGrpSpPr>
      <p:grpSpPr>
        <a:xfrm>
          <a:off x="0" y="0"/>
          <a:ext cx="0" cy="0"/>
          <a:chOff x="0" y="0"/>
          <a:chExt cx="0" cy="0"/>
        </a:xfrm>
      </p:grpSpPr>
      <p:sp>
        <p:nvSpPr>
          <p:cNvPr id="2607" name="Google Shape;2607;g25904480051_1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8" name="Google Shape;2608;g25904480051_1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3"/>
        <p:cNvGrpSpPr/>
        <p:nvPr/>
      </p:nvGrpSpPr>
      <p:grpSpPr>
        <a:xfrm>
          <a:off x="0" y="0"/>
          <a:ext cx="0" cy="0"/>
          <a:chOff x="0" y="0"/>
          <a:chExt cx="0" cy="0"/>
        </a:xfrm>
      </p:grpSpPr>
      <p:sp>
        <p:nvSpPr>
          <p:cNvPr id="2614" name="Google Shape;2614;g25904480051_0_4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5" name="Google Shape;2615;g25904480051_0_4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0" y="369262"/>
            <a:ext cx="9447367" cy="5523553"/>
            <a:chOff x="0" y="369262"/>
            <a:chExt cx="9447367" cy="5523553"/>
          </a:xfrm>
        </p:grpSpPr>
        <p:grpSp>
          <p:nvGrpSpPr>
            <p:cNvPr id="10" name="Google Shape;10;p2"/>
            <p:cNvGrpSpPr/>
            <p:nvPr/>
          </p:nvGrpSpPr>
          <p:grpSpPr>
            <a:xfrm rot="10800000">
              <a:off x="5331657" y="2413669"/>
              <a:ext cx="4115710" cy="3479146"/>
              <a:chOff x="0" y="3879600"/>
              <a:chExt cx="4115710" cy="3479146"/>
            </a:xfrm>
          </p:grpSpPr>
          <p:sp>
            <p:nvSpPr>
              <p:cNvPr id="11" name="Google Shape;11;p2"/>
              <p:cNvSpPr/>
              <p:nvPr/>
            </p:nvSpPr>
            <p:spPr>
              <a:xfrm flipH="1">
                <a:off x="0" y="3879605"/>
                <a:ext cx="4115710" cy="3479140"/>
              </a:xfrm>
              <a:custGeom>
                <a:avLst/>
                <a:gdLst/>
                <a:ahLst/>
                <a:cxnLst/>
                <a:rect l="l" t="t" r="r" b="b"/>
                <a:pathLst>
                  <a:path w="84594" h="71510" extrusionOk="0">
                    <a:moveTo>
                      <a:pt x="23458" y="1"/>
                    </a:moveTo>
                    <a:cubicBezTo>
                      <a:pt x="20912" y="1"/>
                      <a:pt x="18397" y="632"/>
                      <a:pt x="15912" y="2164"/>
                    </a:cubicBezTo>
                    <a:cubicBezTo>
                      <a:pt x="0" y="11937"/>
                      <a:pt x="20448" y="43326"/>
                      <a:pt x="28487" y="52733"/>
                    </a:cubicBezTo>
                    <a:cubicBezTo>
                      <a:pt x="40102" y="66299"/>
                      <a:pt x="51571" y="71510"/>
                      <a:pt x="62024" y="71510"/>
                    </a:cubicBezTo>
                    <a:cubicBezTo>
                      <a:pt x="70336" y="71510"/>
                      <a:pt x="78005" y="68216"/>
                      <a:pt x="84594" y="63207"/>
                    </a:cubicBezTo>
                    <a:lnTo>
                      <a:pt x="84594" y="6967"/>
                    </a:lnTo>
                    <a:cubicBezTo>
                      <a:pt x="79724" y="8168"/>
                      <a:pt x="74187" y="10336"/>
                      <a:pt x="67815" y="12638"/>
                    </a:cubicBezTo>
                    <a:cubicBezTo>
                      <a:pt x="65657" y="13420"/>
                      <a:pt x="63521" y="13758"/>
                      <a:pt x="61408" y="13758"/>
                    </a:cubicBezTo>
                    <a:cubicBezTo>
                      <a:pt x="47925" y="13758"/>
                      <a:pt x="35349" y="1"/>
                      <a:pt x="2345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22325" y="3879600"/>
                <a:ext cx="958424" cy="377422"/>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3;p2"/>
            <p:cNvGrpSpPr/>
            <p:nvPr/>
          </p:nvGrpSpPr>
          <p:grpSpPr>
            <a:xfrm>
              <a:off x="0" y="369262"/>
              <a:ext cx="4115710" cy="3479146"/>
              <a:chOff x="0" y="3879600"/>
              <a:chExt cx="4115710" cy="3479146"/>
            </a:xfrm>
          </p:grpSpPr>
          <p:sp>
            <p:nvSpPr>
              <p:cNvPr id="14" name="Google Shape;14;p2"/>
              <p:cNvSpPr/>
              <p:nvPr/>
            </p:nvSpPr>
            <p:spPr>
              <a:xfrm flipH="1">
                <a:off x="0" y="3879605"/>
                <a:ext cx="4115710" cy="3479140"/>
              </a:xfrm>
              <a:custGeom>
                <a:avLst/>
                <a:gdLst/>
                <a:ahLst/>
                <a:cxnLst/>
                <a:rect l="l" t="t" r="r" b="b"/>
                <a:pathLst>
                  <a:path w="84594" h="71510" extrusionOk="0">
                    <a:moveTo>
                      <a:pt x="23458" y="1"/>
                    </a:moveTo>
                    <a:cubicBezTo>
                      <a:pt x="20912" y="1"/>
                      <a:pt x="18397" y="632"/>
                      <a:pt x="15912" y="2164"/>
                    </a:cubicBezTo>
                    <a:cubicBezTo>
                      <a:pt x="0" y="11937"/>
                      <a:pt x="20448" y="43326"/>
                      <a:pt x="28487" y="52733"/>
                    </a:cubicBezTo>
                    <a:cubicBezTo>
                      <a:pt x="40102" y="66299"/>
                      <a:pt x="51571" y="71510"/>
                      <a:pt x="62024" y="71510"/>
                    </a:cubicBezTo>
                    <a:cubicBezTo>
                      <a:pt x="70336" y="71510"/>
                      <a:pt x="78005" y="68216"/>
                      <a:pt x="84594" y="63207"/>
                    </a:cubicBezTo>
                    <a:lnTo>
                      <a:pt x="84594" y="6967"/>
                    </a:lnTo>
                    <a:cubicBezTo>
                      <a:pt x="79724" y="8168"/>
                      <a:pt x="74187" y="10336"/>
                      <a:pt x="67815" y="12638"/>
                    </a:cubicBezTo>
                    <a:cubicBezTo>
                      <a:pt x="65657" y="13420"/>
                      <a:pt x="63521" y="13758"/>
                      <a:pt x="61408" y="13758"/>
                    </a:cubicBezTo>
                    <a:cubicBezTo>
                      <a:pt x="47925" y="13758"/>
                      <a:pt x="35349" y="1"/>
                      <a:pt x="2345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622325" y="3879600"/>
                <a:ext cx="958424" cy="377422"/>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 name="Google Shape;16;p2"/>
          <p:cNvGrpSpPr/>
          <p:nvPr/>
        </p:nvGrpSpPr>
        <p:grpSpPr>
          <a:xfrm>
            <a:off x="208613" y="-12"/>
            <a:ext cx="8268378" cy="5138220"/>
            <a:chOff x="208613" y="-12"/>
            <a:chExt cx="8268378" cy="5138220"/>
          </a:xfrm>
        </p:grpSpPr>
        <p:sp>
          <p:nvSpPr>
            <p:cNvPr id="17" name="Google Shape;17;p2"/>
            <p:cNvSpPr/>
            <p:nvPr/>
          </p:nvSpPr>
          <p:spPr>
            <a:xfrm rot="-5400000">
              <a:off x="495540" y="4073381"/>
              <a:ext cx="777899" cy="1351753"/>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7398234" y="-12"/>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 name="Google Shape;19;p2"/>
          <p:cNvGrpSpPr/>
          <p:nvPr/>
        </p:nvGrpSpPr>
        <p:grpSpPr>
          <a:xfrm>
            <a:off x="38103" y="70470"/>
            <a:ext cx="8832132" cy="5526437"/>
            <a:chOff x="38103" y="70470"/>
            <a:chExt cx="8832132" cy="5526437"/>
          </a:xfrm>
        </p:grpSpPr>
        <p:grpSp>
          <p:nvGrpSpPr>
            <p:cNvPr id="20" name="Google Shape;20;p2"/>
            <p:cNvGrpSpPr/>
            <p:nvPr/>
          </p:nvGrpSpPr>
          <p:grpSpPr>
            <a:xfrm rot="-9394993">
              <a:off x="138602" y="4461895"/>
              <a:ext cx="1635758" cy="844761"/>
              <a:chOff x="596274" y="343048"/>
              <a:chExt cx="1635826" cy="844796"/>
            </a:xfrm>
          </p:grpSpPr>
          <p:sp>
            <p:nvSpPr>
              <p:cNvPr id="21" name="Google Shape;21;p2"/>
              <p:cNvSpPr/>
              <p:nvPr/>
            </p:nvSpPr>
            <p:spPr>
              <a:xfrm>
                <a:off x="596274" y="1020316"/>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2155163" y="343048"/>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839216" y="1070134"/>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Google Shape;24;p2"/>
            <p:cNvSpPr/>
            <p:nvPr/>
          </p:nvSpPr>
          <p:spPr>
            <a:xfrm>
              <a:off x="465877" y="21392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2"/>
            <p:cNvGrpSpPr/>
            <p:nvPr/>
          </p:nvGrpSpPr>
          <p:grpSpPr>
            <a:xfrm>
              <a:off x="231915" y="2571758"/>
              <a:ext cx="430624" cy="228581"/>
              <a:chOff x="282590" y="1255658"/>
              <a:chExt cx="430624" cy="228581"/>
            </a:xfrm>
          </p:grpSpPr>
          <p:sp>
            <p:nvSpPr>
              <p:cNvPr id="26" name="Google Shape;26;p2"/>
              <p:cNvSpPr/>
              <p:nvPr/>
            </p:nvSpPr>
            <p:spPr>
              <a:xfrm>
                <a:off x="634725" y="1424608"/>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282590" y="12556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28;p2"/>
            <p:cNvGrpSpPr/>
            <p:nvPr/>
          </p:nvGrpSpPr>
          <p:grpSpPr>
            <a:xfrm rot="1708616">
              <a:off x="8411152" y="3043800"/>
              <a:ext cx="430619" cy="228578"/>
              <a:chOff x="282590" y="1255658"/>
              <a:chExt cx="430624" cy="228581"/>
            </a:xfrm>
          </p:grpSpPr>
          <p:sp>
            <p:nvSpPr>
              <p:cNvPr id="29" name="Google Shape;29;p2"/>
              <p:cNvSpPr/>
              <p:nvPr/>
            </p:nvSpPr>
            <p:spPr>
              <a:xfrm>
                <a:off x="634725" y="1424608"/>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282590" y="12556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31;p2"/>
            <p:cNvGrpSpPr/>
            <p:nvPr/>
          </p:nvGrpSpPr>
          <p:grpSpPr>
            <a:xfrm rot="9355270">
              <a:off x="7972248" y="4682528"/>
              <a:ext cx="430631" cy="228585"/>
              <a:chOff x="282590" y="1255658"/>
              <a:chExt cx="430624" cy="228581"/>
            </a:xfrm>
          </p:grpSpPr>
          <p:sp>
            <p:nvSpPr>
              <p:cNvPr id="32" name="Google Shape;32;p2"/>
              <p:cNvSpPr/>
              <p:nvPr/>
            </p:nvSpPr>
            <p:spPr>
              <a:xfrm>
                <a:off x="634725" y="1424608"/>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282590" y="12556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 name="Google Shape;34;p2"/>
            <p:cNvGrpSpPr/>
            <p:nvPr/>
          </p:nvGrpSpPr>
          <p:grpSpPr>
            <a:xfrm>
              <a:off x="7133944" y="70470"/>
              <a:ext cx="1736292" cy="308495"/>
              <a:chOff x="884340" y="164158"/>
              <a:chExt cx="1736292" cy="308495"/>
            </a:xfrm>
          </p:grpSpPr>
          <p:sp>
            <p:nvSpPr>
              <p:cNvPr id="35" name="Google Shape;35;p2"/>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 name="Google Shape;38;p2"/>
            <p:cNvSpPr/>
            <p:nvPr/>
          </p:nvSpPr>
          <p:spPr>
            <a:xfrm>
              <a:off x="3747602" y="4825420"/>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8551152" y="725595"/>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txBox="1">
            <a:spLocks noGrp="1"/>
          </p:cNvSpPr>
          <p:nvPr>
            <p:ph type="ctrTitle"/>
          </p:nvPr>
        </p:nvSpPr>
        <p:spPr>
          <a:xfrm>
            <a:off x="1874850" y="1499646"/>
            <a:ext cx="5394300" cy="14259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5200"/>
              <a:buNone/>
              <a:defRPr sz="4100">
                <a:latin typeface="Montserrat Black"/>
                <a:ea typeface="Montserrat Black"/>
                <a:cs typeface="Montserrat Black"/>
                <a:sym typeface="Montserrat Black"/>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41" name="Google Shape;41;p2"/>
          <p:cNvSpPr txBox="1">
            <a:spLocks noGrp="1"/>
          </p:cNvSpPr>
          <p:nvPr>
            <p:ph type="subTitle" idx="1"/>
          </p:nvPr>
        </p:nvSpPr>
        <p:spPr>
          <a:xfrm>
            <a:off x="3158775" y="3132218"/>
            <a:ext cx="2826600" cy="6981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1600">
                <a:solidFill>
                  <a:schemeClr val="lt1"/>
                </a:solidFill>
                <a:latin typeface="Epilogue"/>
                <a:ea typeface="Epilogue"/>
                <a:cs typeface="Epilogue"/>
                <a:sym typeface="Epilogu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2"/>
        <p:cNvGrpSpPr/>
        <p:nvPr/>
      </p:nvGrpSpPr>
      <p:grpSpPr>
        <a:xfrm>
          <a:off x="0" y="0"/>
          <a:ext cx="0" cy="0"/>
          <a:chOff x="0" y="0"/>
          <a:chExt cx="0" cy="0"/>
        </a:xfrm>
      </p:grpSpPr>
      <p:grpSp>
        <p:nvGrpSpPr>
          <p:cNvPr id="43" name="Google Shape;43;p3"/>
          <p:cNvGrpSpPr/>
          <p:nvPr/>
        </p:nvGrpSpPr>
        <p:grpSpPr>
          <a:xfrm>
            <a:off x="0" y="369262"/>
            <a:ext cx="10786617" cy="7449457"/>
            <a:chOff x="0" y="369262"/>
            <a:chExt cx="10786617" cy="7449457"/>
          </a:xfrm>
        </p:grpSpPr>
        <p:grpSp>
          <p:nvGrpSpPr>
            <p:cNvPr id="44" name="Google Shape;44;p3"/>
            <p:cNvGrpSpPr/>
            <p:nvPr/>
          </p:nvGrpSpPr>
          <p:grpSpPr>
            <a:xfrm>
              <a:off x="0" y="369262"/>
              <a:ext cx="4115710" cy="3479146"/>
              <a:chOff x="0" y="3879600"/>
              <a:chExt cx="4115710" cy="3479146"/>
            </a:xfrm>
          </p:grpSpPr>
          <p:sp>
            <p:nvSpPr>
              <p:cNvPr id="45" name="Google Shape;45;p3"/>
              <p:cNvSpPr/>
              <p:nvPr/>
            </p:nvSpPr>
            <p:spPr>
              <a:xfrm flipH="1">
                <a:off x="0" y="3879605"/>
                <a:ext cx="4115710" cy="3479140"/>
              </a:xfrm>
              <a:custGeom>
                <a:avLst/>
                <a:gdLst/>
                <a:ahLst/>
                <a:cxnLst/>
                <a:rect l="l" t="t" r="r" b="b"/>
                <a:pathLst>
                  <a:path w="84594" h="71510" extrusionOk="0">
                    <a:moveTo>
                      <a:pt x="23458" y="1"/>
                    </a:moveTo>
                    <a:cubicBezTo>
                      <a:pt x="20912" y="1"/>
                      <a:pt x="18397" y="632"/>
                      <a:pt x="15912" y="2164"/>
                    </a:cubicBezTo>
                    <a:cubicBezTo>
                      <a:pt x="0" y="11937"/>
                      <a:pt x="20448" y="43326"/>
                      <a:pt x="28487" y="52733"/>
                    </a:cubicBezTo>
                    <a:cubicBezTo>
                      <a:pt x="40102" y="66299"/>
                      <a:pt x="51571" y="71510"/>
                      <a:pt x="62024" y="71510"/>
                    </a:cubicBezTo>
                    <a:cubicBezTo>
                      <a:pt x="70336" y="71510"/>
                      <a:pt x="78005" y="68216"/>
                      <a:pt x="84594" y="63207"/>
                    </a:cubicBezTo>
                    <a:lnTo>
                      <a:pt x="84594" y="6967"/>
                    </a:lnTo>
                    <a:cubicBezTo>
                      <a:pt x="79724" y="8168"/>
                      <a:pt x="74187" y="10336"/>
                      <a:pt x="67815" y="12638"/>
                    </a:cubicBezTo>
                    <a:cubicBezTo>
                      <a:pt x="65657" y="13420"/>
                      <a:pt x="63521" y="13758"/>
                      <a:pt x="61408" y="13758"/>
                    </a:cubicBezTo>
                    <a:cubicBezTo>
                      <a:pt x="47925" y="13758"/>
                      <a:pt x="35349" y="1"/>
                      <a:pt x="2345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622325" y="3879600"/>
                <a:ext cx="958424" cy="377422"/>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oogle Shape;47;p3"/>
            <p:cNvGrpSpPr/>
            <p:nvPr/>
          </p:nvGrpSpPr>
          <p:grpSpPr>
            <a:xfrm>
              <a:off x="5225575" y="2571743"/>
              <a:ext cx="5561042" cy="5246976"/>
              <a:chOff x="5225575" y="2571743"/>
              <a:chExt cx="5561042" cy="5246976"/>
            </a:xfrm>
          </p:grpSpPr>
          <p:sp>
            <p:nvSpPr>
              <p:cNvPr id="48" name="Google Shape;48;p3"/>
              <p:cNvSpPr/>
              <p:nvPr/>
            </p:nvSpPr>
            <p:spPr>
              <a:xfrm rot="-1679527">
                <a:off x="5818299" y="3387051"/>
                <a:ext cx="4375595" cy="3616360"/>
              </a:xfrm>
              <a:custGeom>
                <a:avLst/>
                <a:gdLst/>
                <a:ahLst/>
                <a:cxnLst/>
                <a:rect l="l" t="t" r="r" b="b"/>
                <a:pathLst>
                  <a:path w="84828" h="70109" extrusionOk="0">
                    <a:moveTo>
                      <a:pt x="77287" y="0"/>
                    </a:moveTo>
                    <a:cubicBezTo>
                      <a:pt x="71181" y="0"/>
                      <a:pt x="65976" y="5252"/>
                      <a:pt x="56274" y="16870"/>
                    </a:cubicBezTo>
                    <a:cubicBezTo>
                      <a:pt x="52897" y="20896"/>
                      <a:pt x="48494" y="22366"/>
                      <a:pt x="43589" y="22366"/>
                    </a:cubicBezTo>
                    <a:cubicBezTo>
                      <a:pt x="30286" y="22366"/>
                      <a:pt x="13295" y="11546"/>
                      <a:pt x="3101" y="11546"/>
                    </a:cubicBezTo>
                    <a:cubicBezTo>
                      <a:pt x="1981" y="11546"/>
                      <a:pt x="943" y="11677"/>
                      <a:pt x="1" y="11967"/>
                    </a:cubicBezTo>
                    <a:lnTo>
                      <a:pt x="1" y="44490"/>
                    </a:lnTo>
                    <a:cubicBezTo>
                      <a:pt x="2803" y="48793"/>
                      <a:pt x="6238" y="52629"/>
                      <a:pt x="10241" y="55865"/>
                    </a:cubicBezTo>
                    <a:lnTo>
                      <a:pt x="84828" y="70108"/>
                    </a:lnTo>
                    <a:lnTo>
                      <a:pt x="84828" y="2160"/>
                    </a:lnTo>
                    <a:cubicBezTo>
                      <a:pt x="81997" y="740"/>
                      <a:pt x="79579" y="0"/>
                      <a:pt x="772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rot="-593433">
                <a:off x="5696354" y="4395639"/>
                <a:ext cx="816537" cy="417966"/>
              </a:xfrm>
              <a:custGeom>
                <a:avLst/>
                <a:gdLst/>
                <a:ahLst/>
                <a:cxnLst/>
                <a:rect l="l" t="t" r="r" b="b"/>
                <a:pathLst>
                  <a:path w="15830" h="8103" extrusionOk="0">
                    <a:moveTo>
                      <a:pt x="11874" y="1"/>
                    </a:moveTo>
                    <a:cubicBezTo>
                      <a:pt x="10092" y="1"/>
                      <a:pt x="7974" y="744"/>
                      <a:pt x="6424" y="1645"/>
                    </a:cubicBezTo>
                    <a:cubicBezTo>
                      <a:pt x="1" y="5366"/>
                      <a:pt x="4563" y="8102"/>
                      <a:pt x="9179" y="8102"/>
                    </a:cubicBezTo>
                    <a:cubicBezTo>
                      <a:pt x="11971" y="8102"/>
                      <a:pt x="14782" y="7102"/>
                      <a:pt x="15197" y="4714"/>
                    </a:cubicBezTo>
                    <a:cubicBezTo>
                      <a:pt x="15829" y="1181"/>
                      <a:pt x="14119" y="1"/>
                      <a:pt x="118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0" name="Google Shape;50;p3"/>
          <p:cNvGrpSpPr/>
          <p:nvPr/>
        </p:nvGrpSpPr>
        <p:grpSpPr>
          <a:xfrm>
            <a:off x="208613" y="-12"/>
            <a:ext cx="8268378" cy="5138220"/>
            <a:chOff x="208613" y="-12"/>
            <a:chExt cx="8268378" cy="5138220"/>
          </a:xfrm>
        </p:grpSpPr>
        <p:sp>
          <p:nvSpPr>
            <p:cNvPr id="51" name="Google Shape;51;p3"/>
            <p:cNvSpPr/>
            <p:nvPr/>
          </p:nvSpPr>
          <p:spPr>
            <a:xfrm rot="-5400000">
              <a:off x="495540" y="4073381"/>
              <a:ext cx="777899" cy="1351753"/>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7398234" y="-12"/>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 name="Google Shape;53;p3"/>
          <p:cNvGrpSpPr/>
          <p:nvPr/>
        </p:nvGrpSpPr>
        <p:grpSpPr>
          <a:xfrm>
            <a:off x="231915" y="70470"/>
            <a:ext cx="8871732" cy="4993915"/>
            <a:chOff x="231915" y="70470"/>
            <a:chExt cx="8871732" cy="4993915"/>
          </a:xfrm>
        </p:grpSpPr>
        <p:grpSp>
          <p:nvGrpSpPr>
            <p:cNvPr id="54" name="Google Shape;54;p3"/>
            <p:cNvGrpSpPr/>
            <p:nvPr/>
          </p:nvGrpSpPr>
          <p:grpSpPr>
            <a:xfrm rot="-9394993">
              <a:off x="251797" y="4485354"/>
              <a:ext cx="1637968" cy="264443"/>
              <a:chOff x="596274" y="923390"/>
              <a:chExt cx="1638036" cy="264454"/>
            </a:xfrm>
          </p:grpSpPr>
          <p:sp>
            <p:nvSpPr>
              <p:cNvPr id="55" name="Google Shape;55;p3"/>
              <p:cNvSpPr/>
              <p:nvPr/>
            </p:nvSpPr>
            <p:spPr>
              <a:xfrm>
                <a:off x="596274" y="1020316"/>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2157373" y="923390"/>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839216" y="1070134"/>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 name="Google Shape;58;p3"/>
            <p:cNvSpPr/>
            <p:nvPr/>
          </p:nvSpPr>
          <p:spPr>
            <a:xfrm>
              <a:off x="465877" y="21392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 name="Google Shape;59;p3"/>
            <p:cNvGrpSpPr/>
            <p:nvPr/>
          </p:nvGrpSpPr>
          <p:grpSpPr>
            <a:xfrm>
              <a:off x="231915" y="2571758"/>
              <a:ext cx="430624" cy="228581"/>
              <a:chOff x="282590" y="1255658"/>
              <a:chExt cx="430624" cy="228581"/>
            </a:xfrm>
          </p:grpSpPr>
          <p:sp>
            <p:nvSpPr>
              <p:cNvPr id="60" name="Google Shape;60;p3"/>
              <p:cNvSpPr/>
              <p:nvPr/>
            </p:nvSpPr>
            <p:spPr>
              <a:xfrm>
                <a:off x="634725" y="1424608"/>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282590" y="12556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 name="Google Shape;62;p3"/>
            <p:cNvGrpSpPr/>
            <p:nvPr/>
          </p:nvGrpSpPr>
          <p:grpSpPr>
            <a:xfrm rot="9355270">
              <a:off x="7972248" y="4682528"/>
              <a:ext cx="430631" cy="228585"/>
              <a:chOff x="282590" y="1255658"/>
              <a:chExt cx="430624" cy="228581"/>
            </a:xfrm>
          </p:grpSpPr>
          <p:sp>
            <p:nvSpPr>
              <p:cNvPr id="63" name="Google Shape;63;p3"/>
              <p:cNvSpPr/>
              <p:nvPr/>
            </p:nvSpPr>
            <p:spPr>
              <a:xfrm>
                <a:off x="634725" y="1424608"/>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
              <p:cNvSpPr/>
              <p:nvPr/>
            </p:nvSpPr>
            <p:spPr>
              <a:xfrm>
                <a:off x="282590" y="12556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 name="Google Shape;65;p3"/>
            <p:cNvGrpSpPr/>
            <p:nvPr/>
          </p:nvGrpSpPr>
          <p:grpSpPr>
            <a:xfrm>
              <a:off x="7133944" y="70470"/>
              <a:ext cx="1736292" cy="308495"/>
              <a:chOff x="884340" y="164158"/>
              <a:chExt cx="1736292" cy="308495"/>
            </a:xfrm>
          </p:grpSpPr>
          <p:sp>
            <p:nvSpPr>
              <p:cNvPr id="66" name="Google Shape;66;p3"/>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 name="Google Shape;69;p3"/>
            <p:cNvSpPr/>
            <p:nvPr/>
          </p:nvSpPr>
          <p:spPr>
            <a:xfrm>
              <a:off x="3747602" y="4825420"/>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8551152" y="725595"/>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 name="Google Shape;71;p3"/>
            <p:cNvGrpSpPr/>
            <p:nvPr/>
          </p:nvGrpSpPr>
          <p:grpSpPr>
            <a:xfrm rot="-6193565">
              <a:off x="8584131" y="2276455"/>
              <a:ext cx="328182" cy="653088"/>
              <a:chOff x="5515096" y="4198952"/>
              <a:chExt cx="328174" cy="653071"/>
            </a:xfrm>
          </p:grpSpPr>
          <p:sp>
            <p:nvSpPr>
              <p:cNvPr id="72" name="Google Shape;72;p3"/>
              <p:cNvSpPr/>
              <p:nvPr/>
            </p:nvSpPr>
            <p:spPr>
              <a:xfrm>
                <a:off x="5691042" y="4734313"/>
                <a:ext cx="152228" cy="117710"/>
              </a:xfrm>
              <a:custGeom>
                <a:avLst/>
                <a:gdLst/>
                <a:ahLst/>
                <a:cxnLst/>
                <a:rect l="l" t="t" r="r" b="b"/>
                <a:pathLst>
                  <a:path w="3237" h="2503" extrusionOk="0">
                    <a:moveTo>
                      <a:pt x="1602" y="1"/>
                    </a:moveTo>
                    <a:cubicBezTo>
                      <a:pt x="1" y="1"/>
                      <a:pt x="1" y="2502"/>
                      <a:pt x="1602" y="2502"/>
                    </a:cubicBezTo>
                    <a:cubicBezTo>
                      <a:pt x="3237" y="2502"/>
                      <a:pt x="3237"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5515096" y="4198952"/>
                <a:ext cx="78489" cy="58079"/>
              </a:xfrm>
              <a:custGeom>
                <a:avLst/>
                <a:gdLst/>
                <a:ahLst/>
                <a:cxnLst/>
                <a:rect l="l" t="t" r="r" b="b"/>
                <a:pathLst>
                  <a:path w="1669" h="1235" extrusionOk="0">
                    <a:moveTo>
                      <a:pt x="835" y="1"/>
                    </a:moveTo>
                    <a:cubicBezTo>
                      <a:pt x="1" y="1"/>
                      <a:pt x="1" y="1235"/>
                      <a:pt x="835" y="1235"/>
                    </a:cubicBezTo>
                    <a:cubicBezTo>
                      <a:pt x="1668" y="1235"/>
                      <a:pt x="1668"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4" name="Google Shape;74;p3"/>
          <p:cNvSpPr txBox="1">
            <a:spLocks noGrp="1"/>
          </p:cNvSpPr>
          <p:nvPr>
            <p:ph type="title"/>
          </p:nvPr>
        </p:nvSpPr>
        <p:spPr>
          <a:xfrm>
            <a:off x="1916425" y="2497241"/>
            <a:ext cx="4626300" cy="8418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3600"/>
              <a:buNone/>
              <a:defRPr sz="44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75" name="Google Shape;75;p3"/>
          <p:cNvSpPr txBox="1">
            <a:spLocks noGrp="1"/>
          </p:cNvSpPr>
          <p:nvPr>
            <p:ph type="title" idx="2" hasCustomPrompt="1"/>
          </p:nvPr>
        </p:nvSpPr>
        <p:spPr>
          <a:xfrm>
            <a:off x="2145025" y="1403879"/>
            <a:ext cx="872100" cy="903900"/>
          </a:xfrm>
          <a:prstGeom prst="rect">
            <a:avLst/>
          </a:prstGeom>
        </p:spPr>
        <p:txBody>
          <a:bodyPr spcFirstLastPara="1" wrap="square" lIns="91425" tIns="91425" rIns="91425" bIns="91425" anchor="b" anchorCtr="0">
            <a:noAutofit/>
          </a:bodyPr>
          <a:lstStyle>
            <a:lvl1pPr lvl="0" rtl="0">
              <a:spcBef>
                <a:spcPts val="0"/>
              </a:spcBef>
              <a:spcAft>
                <a:spcPts val="0"/>
              </a:spcAft>
              <a:buSzPts val="12000"/>
              <a:buNone/>
              <a:defRPr sz="4500">
                <a:solidFill>
                  <a:schemeClr val="lt2"/>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76" name="Google Shape;76;p3"/>
          <p:cNvSpPr txBox="1">
            <a:spLocks noGrp="1"/>
          </p:cNvSpPr>
          <p:nvPr>
            <p:ph type="subTitle" idx="1"/>
          </p:nvPr>
        </p:nvSpPr>
        <p:spPr>
          <a:xfrm>
            <a:off x="1916425" y="3283852"/>
            <a:ext cx="4626300" cy="338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0"/>
        <p:cNvGrpSpPr/>
        <p:nvPr/>
      </p:nvGrpSpPr>
      <p:grpSpPr>
        <a:xfrm>
          <a:off x="0" y="0"/>
          <a:ext cx="0" cy="0"/>
          <a:chOff x="0" y="0"/>
          <a:chExt cx="0" cy="0"/>
        </a:xfrm>
      </p:grpSpPr>
      <p:grpSp>
        <p:nvGrpSpPr>
          <p:cNvPr id="121" name="Google Shape;121;p5"/>
          <p:cNvGrpSpPr/>
          <p:nvPr/>
        </p:nvGrpSpPr>
        <p:grpSpPr>
          <a:xfrm flipH="1">
            <a:off x="-1500" y="2577600"/>
            <a:ext cx="6379027" cy="2565891"/>
            <a:chOff x="2764961" y="2577600"/>
            <a:chExt cx="6379027" cy="2565891"/>
          </a:xfrm>
        </p:grpSpPr>
        <p:sp>
          <p:nvSpPr>
            <p:cNvPr id="122" name="Google Shape;122;p5"/>
            <p:cNvSpPr/>
            <p:nvPr/>
          </p:nvSpPr>
          <p:spPr>
            <a:xfrm>
              <a:off x="7885875" y="2577600"/>
              <a:ext cx="1258113" cy="1901601"/>
            </a:xfrm>
            <a:custGeom>
              <a:avLst/>
              <a:gdLst/>
              <a:ahLst/>
              <a:cxnLst/>
              <a:rect l="l" t="t" r="r" b="b"/>
              <a:pathLst>
                <a:path w="21096" h="31886" extrusionOk="0">
                  <a:moveTo>
                    <a:pt x="21095" y="1"/>
                  </a:moveTo>
                  <a:cubicBezTo>
                    <a:pt x="1" y="16840"/>
                    <a:pt x="21095" y="31886"/>
                    <a:pt x="21095" y="31886"/>
                  </a:cubicBezTo>
                  <a:lnTo>
                    <a:pt x="210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rot="5400000">
              <a:off x="3083723" y="3989814"/>
              <a:ext cx="834916" cy="1472439"/>
            </a:xfrm>
            <a:custGeom>
              <a:avLst/>
              <a:gdLst/>
              <a:ahLst/>
              <a:cxnLst/>
              <a:rect l="l" t="t" r="r" b="b"/>
              <a:pathLst>
                <a:path w="21855" h="38543" extrusionOk="0">
                  <a:moveTo>
                    <a:pt x="21855" y="1"/>
                  </a:moveTo>
                  <a:cubicBezTo>
                    <a:pt x="0" y="21825"/>
                    <a:pt x="21855" y="38543"/>
                    <a:pt x="21855" y="38543"/>
                  </a:cubicBezTo>
                  <a:lnTo>
                    <a:pt x="21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 name="Google Shape;124;p5"/>
          <p:cNvGrpSpPr/>
          <p:nvPr/>
        </p:nvGrpSpPr>
        <p:grpSpPr>
          <a:xfrm>
            <a:off x="1268812" y="0"/>
            <a:ext cx="7885887" cy="4182530"/>
            <a:chOff x="1268812" y="0"/>
            <a:chExt cx="7885887" cy="4182530"/>
          </a:xfrm>
        </p:grpSpPr>
        <p:sp>
          <p:nvSpPr>
            <p:cNvPr id="125" name="Google Shape;125;p5"/>
            <p:cNvSpPr/>
            <p:nvPr/>
          </p:nvSpPr>
          <p:spPr>
            <a:xfrm flipH="1">
              <a:off x="8376800" y="2830777"/>
              <a:ext cx="777899" cy="1351753"/>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5"/>
            <p:cNvSpPr/>
            <p:nvPr/>
          </p:nvSpPr>
          <p:spPr>
            <a:xfrm flipH="1">
              <a:off x="1268812" y="0"/>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 name="Google Shape;127;p5"/>
          <p:cNvGrpSpPr/>
          <p:nvPr/>
        </p:nvGrpSpPr>
        <p:grpSpPr>
          <a:xfrm>
            <a:off x="-330850" y="928064"/>
            <a:ext cx="9858632" cy="3810852"/>
            <a:chOff x="-330850" y="928064"/>
            <a:chExt cx="9858632" cy="3810852"/>
          </a:xfrm>
        </p:grpSpPr>
        <p:grpSp>
          <p:nvGrpSpPr>
            <p:cNvPr id="128" name="Google Shape;128;p5"/>
            <p:cNvGrpSpPr/>
            <p:nvPr/>
          </p:nvGrpSpPr>
          <p:grpSpPr>
            <a:xfrm>
              <a:off x="-330850" y="3608126"/>
              <a:ext cx="1024018" cy="1130791"/>
              <a:chOff x="-330850" y="3608126"/>
              <a:chExt cx="1024018" cy="1130791"/>
            </a:xfrm>
          </p:grpSpPr>
          <p:sp>
            <p:nvSpPr>
              <p:cNvPr id="129" name="Google Shape;129;p5"/>
              <p:cNvSpPr/>
              <p:nvPr/>
            </p:nvSpPr>
            <p:spPr>
              <a:xfrm>
                <a:off x="-330850" y="3639709"/>
                <a:ext cx="984846" cy="1097497"/>
              </a:xfrm>
              <a:custGeom>
                <a:avLst/>
                <a:gdLst/>
                <a:ahLst/>
                <a:cxnLst/>
                <a:rect l="l" t="t" r="r" b="b"/>
                <a:pathLst>
                  <a:path w="18429" h="20537" extrusionOk="0">
                    <a:moveTo>
                      <a:pt x="13191" y="1"/>
                    </a:moveTo>
                    <a:lnTo>
                      <a:pt x="10723" y="4737"/>
                    </a:lnTo>
                    <a:cubicBezTo>
                      <a:pt x="10401" y="4700"/>
                      <a:pt x="10083" y="4682"/>
                      <a:pt x="9771" y="4682"/>
                    </a:cubicBezTo>
                    <a:cubicBezTo>
                      <a:pt x="3943" y="4682"/>
                      <a:pt x="1" y="10995"/>
                      <a:pt x="2850" y="16346"/>
                    </a:cubicBezTo>
                    <a:cubicBezTo>
                      <a:pt x="4340" y="19144"/>
                      <a:pt x="7087" y="20536"/>
                      <a:pt x="9836" y="20536"/>
                    </a:cubicBezTo>
                    <a:cubicBezTo>
                      <a:pt x="12625" y="20536"/>
                      <a:pt x="15415" y="19102"/>
                      <a:pt x="16894" y="16246"/>
                    </a:cubicBezTo>
                    <a:cubicBezTo>
                      <a:pt x="18428" y="13244"/>
                      <a:pt x="17928" y="9608"/>
                      <a:pt x="15593" y="7173"/>
                    </a:cubicBezTo>
                    <a:lnTo>
                      <a:pt x="15993" y="6439"/>
                    </a:lnTo>
                    <a:cubicBezTo>
                      <a:pt x="16860" y="4737"/>
                      <a:pt x="18028" y="2502"/>
                      <a:pt x="18028" y="2502"/>
                    </a:cubicBezTo>
                    <a:lnTo>
                      <a:pt x="131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5"/>
              <p:cNvSpPr/>
              <p:nvPr/>
            </p:nvSpPr>
            <p:spPr>
              <a:xfrm>
                <a:off x="-34149" y="3947419"/>
                <a:ext cx="253145" cy="173894"/>
              </a:xfrm>
              <a:custGeom>
                <a:avLst/>
                <a:gdLst/>
                <a:ahLst/>
                <a:cxnLst/>
                <a:rect l="l" t="t" r="r" b="b"/>
                <a:pathLst>
                  <a:path w="4737" h="3254" extrusionOk="0">
                    <a:moveTo>
                      <a:pt x="3291" y="1"/>
                    </a:moveTo>
                    <a:cubicBezTo>
                      <a:pt x="2812" y="1"/>
                      <a:pt x="2244" y="151"/>
                      <a:pt x="1701" y="447"/>
                    </a:cubicBezTo>
                    <a:cubicBezTo>
                      <a:pt x="601" y="1081"/>
                      <a:pt x="0" y="2115"/>
                      <a:pt x="367" y="2749"/>
                    </a:cubicBezTo>
                    <a:cubicBezTo>
                      <a:pt x="553" y="3087"/>
                      <a:pt x="944" y="3253"/>
                      <a:pt x="1432" y="3253"/>
                    </a:cubicBezTo>
                    <a:cubicBezTo>
                      <a:pt x="1908" y="3253"/>
                      <a:pt x="2476" y="3095"/>
                      <a:pt x="3036" y="2782"/>
                    </a:cubicBezTo>
                    <a:cubicBezTo>
                      <a:pt x="4136" y="2148"/>
                      <a:pt x="4737" y="1114"/>
                      <a:pt x="4370" y="481"/>
                    </a:cubicBezTo>
                    <a:cubicBezTo>
                      <a:pt x="4184" y="159"/>
                      <a:pt x="3784" y="1"/>
                      <a:pt x="32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5"/>
              <p:cNvSpPr/>
              <p:nvPr/>
            </p:nvSpPr>
            <p:spPr>
              <a:xfrm>
                <a:off x="-169620" y="4406258"/>
                <a:ext cx="659610" cy="282003"/>
              </a:xfrm>
              <a:custGeom>
                <a:avLst/>
                <a:gdLst/>
                <a:ahLst/>
                <a:cxnLst/>
                <a:rect l="l" t="t" r="r" b="b"/>
                <a:pathLst>
                  <a:path w="12343" h="5277" extrusionOk="0">
                    <a:moveTo>
                      <a:pt x="0" y="0"/>
                    </a:moveTo>
                    <a:lnTo>
                      <a:pt x="0" y="0"/>
                    </a:lnTo>
                    <a:cubicBezTo>
                      <a:pt x="916" y="3358"/>
                      <a:pt x="3905" y="5276"/>
                      <a:pt x="6953" y="5276"/>
                    </a:cubicBezTo>
                    <a:cubicBezTo>
                      <a:pt x="8901" y="5276"/>
                      <a:pt x="10873" y="4493"/>
                      <a:pt x="12342" y="2802"/>
                    </a:cubicBez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a:off x="-212426" y="3653978"/>
                <a:ext cx="905594" cy="1084939"/>
              </a:xfrm>
              <a:custGeom>
                <a:avLst/>
                <a:gdLst/>
                <a:ahLst/>
                <a:cxnLst/>
                <a:rect l="l" t="t" r="r" b="b"/>
                <a:pathLst>
                  <a:path w="16946" h="20302" extrusionOk="0">
                    <a:moveTo>
                      <a:pt x="11509" y="1"/>
                    </a:moveTo>
                    <a:lnTo>
                      <a:pt x="11275" y="201"/>
                    </a:lnTo>
                    <a:lnTo>
                      <a:pt x="14377" y="2402"/>
                    </a:lnTo>
                    <a:lnTo>
                      <a:pt x="12209" y="6572"/>
                    </a:lnTo>
                    <a:cubicBezTo>
                      <a:pt x="12209" y="6605"/>
                      <a:pt x="13277" y="11876"/>
                      <a:pt x="9507" y="15312"/>
                    </a:cubicBezTo>
                    <a:cubicBezTo>
                      <a:pt x="8276" y="16412"/>
                      <a:pt x="6886" y="16859"/>
                      <a:pt x="5518" y="16859"/>
                    </a:cubicBezTo>
                    <a:cubicBezTo>
                      <a:pt x="3401" y="16859"/>
                      <a:pt x="1338" y="15789"/>
                      <a:pt x="0" y="14411"/>
                    </a:cubicBezTo>
                    <a:lnTo>
                      <a:pt x="0" y="14411"/>
                    </a:lnTo>
                    <a:cubicBezTo>
                      <a:pt x="968" y="18041"/>
                      <a:pt x="4236" y="20301"/>
                      <a:pt x="7676" y="20301"/>
                    </a:cubicBezTo>
                    <a:cubicBezTo>
                      <a:pt x="8978" y="20301"/>
                      <a:pt x="10305" y="19977"/>
                      <a:pt x="11542" y="19281"/>
                    </a:cubicBezTo>
                    <a:cubicBezTo>
                      <a:pt x="16045" y="16746"/>
                      <a:pt x="16946" y="10642"/>
                      <a:pt x="13377" y="6906"/>
                    </a:cubicBezTo>
                    <a:cubicBezTo>
                      <a:pt x="14244" y="5238"/>
                      <a:pt x="15812" y="2235"/>
                      <a:pt x="15812" y="2235"/>
                    </a:cubicBezTo>
                    <a:lnTo>
                      <a:pt x="11509" y="1"/>
                    </a:ln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338865" y="3608126"/>
                <a:ext cx="345383" cy="189178"/>
              </a:xfrm>
              <a:custGeom>
                <a:avLst/>
                <a:gdLst/>
                <a:ahLst/>
                <a:cxnLst/>
                <a:rect l="l" t="t" r="r" b="b"/>
                <a:pathLst>
                  <a:path w="6463" h="3540" extrusionOk="0">
                    <a:moveTo>
                      <a:pt x="610" y="0"/>
                    </a:moveTo>
                    <a:cubicBezTo>
                      <a:pt x="226" y="0"/>
                      <a:pt x="0" y="565"/>
                      <a:pt x="425" y="792"/>
                    </a:cubicBezTo>
                    <a:lnTo>
                      <a:pt x="5663" y="3494"/>
                    </a:lnTo>
                    <a:cubicBezTo>
                      <a:pt x="5725" y="3525"/>
                      <a:pt x="5787" y="3539"/>
                      <a:pt x="5845" y="3539"/>
                    </a:cubicBezTo>
                    <a:cubicBezTo>
                      <a:pt x="6221" y="3539"/>
                      <a:pt x="6463" y="2962"/>
                      <a:pt x="6029" y="2760"/>
                    </a:cubicBezTo>
                    <a:lnTo>
                      <a:pt x="826" y="58"/>
                    </a:lnTo>
                    <a:cubicBezTo>
                      <a:pt x="751" y="18"/>
                      <a:pt x="678" y="0"/>
                      <a:pt x="6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a:off x="270568" y="3693577"/>
                <a:ext cx="139211" cy="227120"/>
              </a:xfrm>
              <a:custGeom>
                <a:avLst/>
                <a:gdLst/>
                <a:ahLst/>
                <a:cxnLst/>
                <a:rect l="l" t="t" r="r" b="b"/>
                <a:pathLst>
                  <a:path w="2605" h="4250" extrusionOk="0">
                    <a:moveTo>
                      <a:pt x="2272" y="1"/>
                    </a:moveTo>
                    <a:cubicBezTo>
                      <a:pt x="2155" y="1"/>
                      <a:pt x="2052" y="63"/>
                      <a:pt x="2004" y="160"/>
                    </a:cubicBezTo>
                    <a:lnTo>
                      <a:pt x="136" y="3829"/>
                    </a:lnTo>
                    <a:cubicBezTo>
                      <a:pt x="0" y="4055"/>
                      <a:pt x="200" y="4250"/>
                      <a:pt x="406" y="4250"/>
                    </a:cubicBezTo>
                    <a:cubicBezTo>
                      <a:pt x="504" y="4250"/>
                      <a:pt x="604" y="4205"/>
                      <a:pt x="669" y="4096"/>
                    </a:cubicBezTo>
                    <a:lnTo>
                      <a:pt x="2537" y="427"/>
                    </a:lnTo>
                    <a:cubicBezTo>
                      <a:pt x="2604" y="294"/>
                      <a:pt x="2537" y="93"/>
                      <a:pt x="2404" y="27"/>
                    </a:cubicBezTo>
                    <a:cubicBezTo>
                      <a:pt x="2359" y="9"/>
                      <a:pt x="2315" y="1"/>
                      <a:pt x="2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5"/>
            <p:cNvGrpSpPr/>
            <p:nvPr/>
          </p:nvGrpSpPr>
          <p:grpSpPr>
            <a:xfrm rot="2521077" flipH="1">
              <a:off x="8220617" y="1205951"/>
              <a:ext cx="1165151" cy="871711"/>
              <a:chOff x="2923063" y="846627"/>
              <a:chExt cx="1475425" cy="1103947"/>
            </a:xfrm>
          </p:grpSpPr>
          <p:sp>
            <p:nvSpPr>
              <p:cNvPr id="136" name="Google Shape;136;p5"/>
              <p:cNvSpPr/>
              <p:nvPr/>
            </p:nvSpPr>
            <p:spPr>
              <a:xfrm>
                <a:off x="3485903" y="1027540"/>
                <a:ext cx="428518" cy="763230"/>
              </a:xfrm>
              <a:custGeom>
                <a:avLst/>
                <a:gdLst/>
                <a:ahLst/>
                <a:cxnLst/>
                <a:rect l="l" t="t" r="r" b="b"/>
                <a:pathLst>
                  <a:path w="12343" h="21984" extrusionOk="0">
                    <a:moveTo>
                      <a:pt x="934" y="1"/>
                    </a:moveTo>
                    <a:lnTo>
                      <a:pt x="0" y="401"/>
                    </a:lnTo>
                    <a:lnTo>
                      <a:pt x="4570" y="11475"/>
                    </a:lnTo>
                    <a:lnTo>
                      <a:pt x="11508" y="21983"/>
                    </a:lnTo>
                    <a:lnTo>
                      <a:pt x="12342" y="21449"/>
                    </a:lnTo>
                    <a:lnTo>
                      <a:pt x="5437" y="11008"/>
                    </a:lnTo>
                    <a:lnTo>
                      <a:pt x="9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3172057" y="1137560"/>
                <a:ext cx="973965" cy="560549"/>
              </a:xfrm>
              <a:custGeom>
                <a:avLst/>
                <a:gdLst/>
                <a:ahLst/>
                <a:cxnLst/>
                <a:rect l="l" t="t" r="r" b="b"/>
                <a:pathLst>
                  <a:path w="28054" h="16146" extrusionOk="0">
                    <a:moveTo>
                      <a:pt x="27587" y="1"/>
                    </a:moveTo>
                    <a:lnTo>
                      <a:pt x="0" y="15245"/>
                    </a:lnTo>
                    <a:lnTo>
                      <a:pt x="501" y="16145"/>
                    </a:lnTo>
                    <a:lnTo>
                      <a:pt x="28054" y="868"/>
                    </a:lnTo>
                    <a:lnTo>
                      <a:pt x="27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p:nvPr/>
            </p:nvSpPr>
            <p:spPr>
              <a:xfrm>
                <a:off x="3328389" y="846627"/>
                <a:ext cx="297807" cy="236704"/>
              </a:xfrm>
              <a:custGeom>
                <a:avLst/>
                <a:gdLst/>
                <a:ahLst/>
                <a:cxnLst/>
                <a:rect l="l" t="t" r="r" b="b"/>
                <a:pathLst>
                  <a:path w="8578" h="6818" extrusionOk="0">
                    <a:moveTo>
                      <a:pt x="4320" y="1"/>
                    </a:moveTo>
                    <a:cubicBezTo>
                      <a:pt x="3759" y="1"/>
                      <a:pt x="3192" y="143"/>
                      <a:pt x="2669" y="442"/>
                    </a:cubicBezTo>
                    <a:cubicBezTo>
                      <a:pt x="1" y="1909"/>
                      <a:pt x="468" y="5845"/>
                      <a:pt x="3370" y="6679"/>
                    </a:cubicBezTo>
                    <a:cubicBezTo>
                      <a:pt x="3698" y="6774"/>
                      <a:pt x="4020" y="6818"/>
                      <a:pt x="4333" y="6818"/>
                    </a:cubicBezTo>
                    <a:cubicBezTo>
                      <a:pt x="6780" y="6818"/>
                      <a:pt x="8578" y="4113"/>
                      <a:pt x="7306" y="1776"/>
                    </a:cubicBezTo>
                    <a:cubicBezTo>
                      <a:pt x="6671" y="642"/>
                      <a:pt x="5511" y="1"/>
                      <a:pt x="43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3786591" y="1714045"/>
                <a:ext cx="287634" cy="236530"/>
              </a:xfrm>
              <a:custGeom>
                <a:avLst/>
                <a:gdLst/>
                <a:ahLst/>
                <a:cxnLst/>
                <a:rect l="l" t="t" r="r" b="b"/>
                <a:pathLst>
                  <a:path w="8285" h="6813" extrusionOk="0">
                    <a:moveTo>
                      <a:pt x="4429" y="1"/>
                    </a:moveTo>
                    <a:cubicBezTo>
                      <a:pt x="2127" y="1"/>
                      <a:pt x="0" y="2487"/>
                      <a:pt x="1413" y="5044"/>
                    </a:cubicBezTo>
                    <a:cubicBezTo>
                      <a:pt x="1713" y="5578"/>
                      <a:pt x="2147" y="6045"/>
                      <a:pt x="2681" y="6345"/>
                    </a:cubicBezTo>
                    <a:cubicBezTo>
                      <a:pt x="3212" y="6654"/>
                      <a:pt x="3805" y="6813"/>
                      <a:pt x="4401" y="6813"/>
                    </a:cubicBezTo>
                    <a:cubicBezTo>
                      <a:pt x="4965" y="6813"/>
                      <a:pt x="5531" y="6671"/>
                      <a:pt x="6050" y="6379"/>
                    </a:cubicBezTo>
                    <a:cubicBezTo>
                      <a:pt x="7684" y="5478"/>
                      <a:pt x="8285" y="3410"/>
                      <a:pt x="7351" y="1775"/>
                    </a:cubicBezTo>
                    <a:cubicBezTo>
                      <a:pt x="7251" y="1542"/>
                      <a:pt x="7084" y="1308"/>
                      <a:pt x="6884" y="1142"/>
                    </a:cubicBezTo>
                    <a:cubicBezTo>
                      <a:pt x="6154" y="340"/>
                      <a:pt x="5280" y="1"/>
                      <a:pt x="44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a:off x="3386298" y="1178388"/>
                <a:ext cx="550134" cy="484899"/>
              </a:xfrm>
              <a:custGeom>
                <a:avLst/>
                <a:gdLst/>
                <a:ahLst/>
                <a:cxnLst/>
                <a:rect l="l" t="t" r="r" b="b"/>
                <a:pathLst>
                  <a:path w="15846" h="13967" extrusionOk="0">
                    <a:moveTo>
                      <a:pt x="7938" y="1"/>
                    </a:moveTo>
                    <a:cubicBezTo>
                      <a:pt x="5703" y="1"/>
                      <a:pt x="3517" y="1068"/>
                      <a:pt x="2169" y="3028"/>
                    </a:cubicBezTo>
                    <a:cubicBezTo>
                      <a:pt x="0" y="6163"/>
                      <a:pt x="734" y="10400"/>
                      <a:pt x="3803" y="12668"/>
                    </a:cubicBezTo>
                    <a:cubicBezTo>
                      <a:pt x="4993" y="13528"/>
                      <a:pt x="6414" y="13967"/>
                      <a:pt x="7840" y="13967"/>
                    </a:cubicBezTo>
                    <a:cubicBezTo>
                      <a:pt x="9012" y="13967"/>
                      <a:pt x="10188" y="13670"/>
                      <a:pt x="11242" y="13068"/>
                    </a:cubicBezTo>
                    <a:cubicBezTo>
                      <a:pt x="14611" y="11200"/>
                      <a:pt x="15845" y="6964"/>
                      <a:pt x="13977" y="3595"/>
                    </a:cubicBezTo>
                    <a:cubicBezTo>
                      <a:pt x="13443" y="2594"/>
                      <a:pt x="12676" y="1760"/>
                      <a:pt x="11742" y="1126"/>
                    </a:cubicBezTo>
                    <a:cubicBezTo>
                      <a:pt x="10562" y="364"/>
                      <a:pt x="9242" y="1"/>
                      <a:pt x="79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p:nvPr/>
            </p:nvSpPr>
            <p:spPr>
              <a:xfrm>
                <a:off x="4049403" y="939219"/>
                <a:ext cx="349084" cy="320581"/>
              </a:xfrm>
              <a:custGeom>
                <a:avLst/>
                <a:gdLst/>
                <a:ahLst/>
                <a:cxnLst/>
                <a:rect l="l" t="t" r="r" b="b"/>
                <a:pathLst>
                  <a:path w="10055" h="9234" extrusionOk="0">
                    <a:moveTo>
                      <a:pt x="4779" y="0"/>
                    </a:moveTo>
                    <a:cubicBezTo>
                      <a:pt x="2488" y="0"/>
                      <a:pt x="347" y="1726"/>
                      <a:pt x="181" y="4313"/>
                    </a:cubicBezTo>
                    <a:cubicBezTo>
                      <a:pt x="0" y="7122"/>
                      <a:pt x="2269" y="9234"/>
                      <a:pt x="4787" y="9234"/>
                    </a:cubicBezTo>
                    <a:cubicBezTo>
                      <a:pt x="5528" y="9234"/>
                      <a:pt x="6291" y="9051"/>
                      <a:pt x="7019" y="8649"/>
                    </a:cubicBezTo>
                    <a:cubicBezTo>
                      <a:pt x="9221" y="7415"/>
                      <a:pt x="10055" y="4613"/>
                      <a:pt x="8820" y="2378"/>
                    </a:cubicBezTo>
                    <a:cubicBezTo>
                      <a:pt x="8487" y="1811"/>
                      <a:pt x="8053" y="1310"/>
                      <a:pt x="7519" y="910"/>
                    </a:cubicBezTo>
                    <a:cubicBezTo>
                      <a:pt x="6663" y="284"/>
                      <a:pt x="5709" y="0"/>
                      <a:pt x="4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a:off x="2923063" y="1574168"/>
                <a:ext cx="319679" cy="319644"/>
              </a:xfrm>
              <a:custGeom>
                <a:avLst/>
                <a:gdLst/>
                <a:ahLst/>
                <a:cxnLst/>
                <a:rect l="l" t="t" r="r" b="b"/>
                <a:pathLst>
                  <a:path w="9208" h="9207" extrusionOk="0">
                    <a:moveTo>
                      <a:pt x="4604" y="0"/>
                    </a:moveTo>
                    <a:cubicBezTo>
                      <a:pt x="2069" y="0"/>
                      <a:pt x="1" y="2068"/>
                      <a:pt x="1" y="4604"/>
                    </a:cubicBezTo>
                    <a:cubicBezTo>
                      <a:pt x="1" y="7139"/>
                      <a:pt x="2069" y="9207"/>
                      <a:pt x="4604" y="9207"/>
                    </a:cubicBezTo>
                    <a:cubicBezTo>
                      <a:pt x="7139" y="9207"/>
                      <a:pt x="9207" y="7139"/>
                      <a:pt x="9207" y="4604"/>
                    </a:cubicBezTo>
                    <a:cubicBezTo>
                      <a:pt x="9207" y="2068"/>
                      <a:pt x="7139" y="0"/>
                      <a:pt x="46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a:off x="3518329" y="1217480"/>
                <a:ext cx="416922" cy="445807"/>
              </a:xfrm>
              <a:custGeom>
                <a:avLst/>
                <a:gdLst/>
                <a:ahLst/>
                <a:cxnLst/>
                <a:rect l="l" t="t" r="r" b="b"/>
                <a:pathLst>
                  <a:path w="12009" h="12841" extrusionOk="0">
                    <a:moveTo>
                      <a:pt x="7906" y="0"/>
                    </a:moveTo>
                    <a:cubicBezTo>
                      <a:pt x="7906" y="1"/>
                      <a:pt x="10374" y="11275"/>
                      <a:pt x="0" y="11542"/>
                    </a:cubicBezTo>
                    <a:cubicBezTo>
                      <a:pt x="1190" y="12402"/>
                      <a:pt x="2611" y="12841"/>
                      <a:pt x="4037" y="12841"/>
                    </a:cubicBezTo>
                    <a:cubicBezTo>
                      <a:pt x="5209" y="12841"/>
                      <a:pt x="6385" y="12544"/>
                      <a:pt x="7439" y="11942"/>
                    </a:cubicBezTo>
                    <a:cubicBezTo>
                      <a:pt x="10808" y="10074"/>
                      <a:pt x="12009" y="5838"/>
                      <a:pt x="10174" y="2469"/>
                    </a:cubicBezTo>
                    <a:cubicBezTo>
                      <a:pt x="9607" y="1468"/>
                      <a:pt x="8840" y="634"/>
                      <a:pt x="7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4145987" y="970812"/>
                <a:ext cx="251355" cy="288884"/>
              </a:xfrm>
              <a:custGeom>
                <a:avLst/>
                <a:gdLst/>
                <a:ahLst/>
                <a:cxnLst/>
                <a:rect l="l" t="t" r="r" b="b"/>
                <a:pathLst>
                  <a:path w="7240" h="8321" extrusionOk="0">
                    <a:moveTo>
                      <a:pt x="4704" y="0"/>
                    </a:moveTo>
                    <a:lnTo>
                      <a:pt x="4704" y="0"/>
                    </a:lnTo>
                    <a:cubicBezTo>
                      <a:pt x="4771" y="267"/>
                      <a:pt x="6138" y="6738"/>
                      <a:pt x="1" y="7872"/>
                    </a:cubicBezTo>
                    <a:cubicBezTo>
                      <a:pt x="627" y="8170"/>
                      <a:pt x="1305" y="8320"/>
                      <a:pt x="1986" y="8320"/>
                    </a:cubicBezTo>
                    <a:cubicBezTo>
                      <a:pt x="2756" y="8320"/>
                      <a:pt x="3529" y="8128"/>
                      <a:pt x="4237" y="7739"/>
                    </a:cubicBezTo>
                    <a:cubicBezTo>
                      <a:pt x="6439" y="6505"/>
                      <a:pt x="7239" y="3703"/>
                      <a:pt x="6005" y="1468"/>
                    </a:cubicBezTo>
                    <a:cubicBezTo>
                      <a:pt x="5705" y="901"/>
                      <a:pt x="5271" y="400"/>
                      <a:pt x="47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
              <p:cNvSpPr/>
              <p:nvPr/>
            </p:nvSpPr>
            <p:spPr>
              <a:xfrm>
                <a:off x="3013397" y="1605413"/>
                <a:ext cx="251320" cy="288502"/>
              </a:xfrm>
              <a:custGeom>
                <a:avLst/>
                <a:gdLst/>
                <a:ahLst/>
                <a:cxnLst/>
                <a:rect l="l" t="t" r="r" b="b"/>
                <a:pathLst>
                  <a:path w="7239" h="8310" extrusionOk="0">
                    <a:moveTo>
                      <a:pt x="4704" y="1"/>
                    </a:moveTo>
                    <a:cubicBezTo>
                      <a:pt x="4771" y="268"/>
                      <a:pt x="6138" y="6739"/>
                      <a:pt x="0" y="7873"/>
                    </a:cubicBezTo>
                    <a:cubicBezTo>
                      <a:pt x="618" y="8166"/>
                      <a:pt x="1292" y="8310"/>
                      <a:pt x="1967" y="8310"/>
                    </a:cubicBezTo>
                    <a:cubicBezTo>
                      <a:pt x="2752" y="8310"/>
                      <a:pt x="3538" y="8116"/>
                      <a:pt x="4237" y="7740"/>
                    </a:cubicBezTo>
                    <a:cubicBezTo>
                      <a:pt x="6438" y="6506"/>
                      <a:pt x="7239" y="3704"/>
                      <a:pt x="6005" y="1469"/>
                    </a:cubicBezTo>
                    <a:cubicBezTo>
                      <a:pt x="5705" y="868"/>
                      <a:pt x="5238" y="368"/>
                      <a:pt x="4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p:nvPr/>
            </p:nvSpPr>
            <p:spPr>
              <a:xfrm>
                <a:off x="3879634" y="1753657"/>
                <a:ext cx="194592" cy="196918"/>
              </a:xfrm>
              <a:custGeom>
                <a:avLst/>
                <a:gdLst/>
                <a:ahLst/>
                <a:cxnLst/>
                <a:rect l="l" t="t" r="r" b="b"/>
                <a:pathLst>
                  <a:path w="5605" h="5672" extrusionOk="0">
                    <a:moveTo>
                      <a:pt x="4204" y="1"/>
                    </a:moveTo>
                    <a:cubicBezTo>
                      <a:pt x="4204" y="1"/>
                      <a:pt x="4470" y="4804"/>
                      <a:pt x="1" y="5204"/>
                    </a:cubicBezTo>
                    <a:cubicBezTo>
                      <a:pt x="532" y="5513"/>
                      <a:pt x="1125" y="5672"/>
                      <a:pt x="1721" y="5672"/>
                    </a:cubicBezTo>
                    <a:cubicBezTo>
                      <a:pt x="2285" y="5672"/>
                      <a:pt x="2851" y="5530"/>
                      <a:pt x="3370" y="5238"/>
                    </a:cubicBezTo>
                    <a:cubicBezTo>
                      <a:pt x="5004" y="4337"/>
                      <a:pt x="5605" y="2269"/>
                      <a:pt x="4671" y="634"/>
                    </a:cubicBezTo>
                    <a:cubicBezTo>
                      <a:pt x="4571" y="401"/>
                      <a:pt x="4404" y="167"/>
                      <a:pt x="42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a:off x="3418724" y="885094"/>
                <a:ext cx="194592" cy="197647"/>
              </a:xfrm>
              <a:custGeom>
                <a:avLst/>
                <a:gdLst/>
                <a:ahLst/>
                <a:cxnLst/>
                <a:rect l="l" t="t" r="r" b="b"/>
                <a:pathLst>
                  <a:path w="5605" h="5693" extrusionOk="0">
                    <a:moveTo>
                      <a:pt x="4237" y="1"/>
                    </a:moveTo>
                    <a:cubicBezTo>
                      <a:pt x="4237" y="1"/>
                      <a:pt x="4504" y="4837"/>
                      <a:pt x="0" y="5238"/>
                    </a:cubicBezTo>
                    <a:cubicBezTo>
                      <a:pt x="525" y="5542"/>
                      <a:pt x="1118" y="5692"/>
                      <a:pt x="1714" y="5692"/>
                    </a:cubicBezTo>
                    <a:cubicBezTo>
                      <a:pt x="2294" y="5692"/>
                      <a:pt x="2877" y="5551"/>
                      <a:pt x="3403" y="5271"/>
                    </a:cubicBezTo>
                    <a:cubicBezTo>
                      <a:pt x="5004" y="4337"/>
                      <a:pt x="5604" y="2269"/>
                      <a:pt x="4670" y="634"/>
                    </a:cubicBezTo>
                    <a:cubicBezTo>
                      <a:pt x="4570" y="401"/>
                      <a:pt x="4404" y="201"/>
                      <a:pt x="42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8" name="Google Shape;148;p5"/>
          <p:cNvGrpSpPr/>
          <p:nvPr/>
        </p:nvGrpSpPr>
        <p:grpSpPr>
          <a:xfrm>
            <a:off x="875568" y="70483"/>
            <a:ext cx="8737831" cy="5648283"/>
            <a:chOff x="875568" y="70483"/>
            <a:chExt cx="8737831" cy="5648283"/>
          </a:xfrm>
        </p:grpSpPr>
        <p:grpSp>
          <p:nvGrpSpPr>
            <p:cNvPr id="149" name="Google Shape;149;p5"/>
            <p:cNvGrpSpPr/>
            <p:nvPr/>
          </p:nvGrpSpPr>
          <p:grpSpPr>
            <a:xfrm rot="3994993" flipH="1">
              <a:off x="8082889" y="3156265"/>
              <a:ext cx="1635758" cy="844761"/>
              <a:chOff x="596274" y="343048"/>
              <a:chExt cx="1635826" cy="844796"/>
            </a:xfrm>
          </p:grpSpPr>
          <p:sp>
            <p:nvSpPr>
              <p:cNvPr id="150" name="Google Shape;150;p5"/>
              <p:cNvSpPr/>
              <p:nvPr/>
            </p:nvSpPr>
            <p:spPr>
              <a:xfrm>
                <a:off x="596274" y="1020316"/>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p:nvPr/>
            </p:nvSpPr>
            <p:spPr>
              <a:xfrm>
                <a:off x="2155163" y="343048"/>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a:off x="839216" y="1070134"/>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5"/>
            <p:cNvGrpSpPr/>
            <p:nvPr/>
          </p:nvGrpSpPr>
          <p:grpSpPr>
            <a:xfrm flipH="1">
              <a:off x="875568" y="70483"/>
              <a:ext cx="1736292" cy="308495"/>
              <a:chOff x="884340" y="164158"/>
              <a:chExt cx="1736292" cy="308495"/>
            </a:xfrm>
          </p:grpSpPr>
          <p:sp>
            <p:nvSpPr>
              <p:cNvPr id="154" name="Google Shape;154;p5"/>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5"/>
            <p:cNvGrpSpPr/>
            <p:nvPr/>
          </p:nvGrpSpPr>
          <p:grpSpPr>
            <a:xfrm rot="-3994993">
              <a:off x="5132662" y="3945783"/>
              <a:ext cx="915074" cy="1936614"/>
              <a:chOff x="757054" y="1199812"/>
              <a:chExt cx="915112" cy="1936695"/>
            </a:xfrm>
          </p:grpSpPr>
          <p:sp>
            <p:nvSpPr>
              <p:cNvPr id="158" name="Google Shape;158;p5"/>
              <p:cNvSpPr/>
              <p:nvPr/>
            </p:nvSpPr>
            <p:spPr>
              <a:xfrm>
                <a:off x="757054" y="1199812"/>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1595229" y="3076829"/>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1020923" y="1489696"/>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1" name="Google Shape;161;p5"/>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162" name="Google Shape;162;p5"/>
          <p:cNvSpPr txBox="1">
            <a:spLocks noGrp="1"/>
          </p:cNvSpPr>
          <p:nvPr>
            <p:ph type="subTitle" idx="1"/>
          </p:nvPr>
        </p:nvSpPr>
        <p:spPr>
          <a:xfrm>
            <a:off x="1147786" y="1919550"/>
            <a:ext cx="3197400" cy="2107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3" name="Google Shape;163;p5"/>
          <p:cNvSpPr txBox="1">
            <a:spLocks noGrp="1"/>
          </p:cNvSpPr>
          <p:nvPr>
            <p:ph type="subTitle" idx="2"/>
          </p:nvPr>
        </p:nvSpPr>
        <p:spPr>
          <a:xfrm>
            <a:off x="4798814" y="1919550"/>
            <a:ext cx="3197400" cy="2107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4"/>
        <p:cNvGrpSpPr/>
        <p:nvPr/>
      </p:nvGrpSpPr>
      <p:grpSpPr>
        <a:xfrm>
          <a:off x="0" y="0"/>
          <a:ext cx="0" cy="0"/>
          <a:chOff x="0" y="0"/>
          <a:chExt cx="0" cy="0"/>
        </a:xfrm>
      </p:grpSpPr>
      <p:grpSp>
        <p:nvGrpSpPr>
          <p:cNvPr id="165" name="Google Shape;165;p6"/>
          <p:cNvGrpSpPr/>
          <p:nvPr/>
        </p:nvGrpSpPr>
        <p:grpSpPr>
          <a:xfrm>
            <a:off x="2764961" y="3034800"/>
            <a:ext cx="6379027" cy="2108691"/>
            <a:chOff x="2764961" y="3034800"/>
            <a:chExt cx="6379027" cy="2108691"/>
          </a:xfrm>
        </p:grpSpPr>
        <p:sp>
          <p:nvSpPr>
            <p:cNvPr id="166" name="Google Shape;166;p6"/>
            <p:cNvSpPr/>
            <p:nvPr/>
          </p:nvSpPr>
          <p:spPr>
            <a:xfrm>
              <a:off x="7885875" y="3034800"/>
              <a:ext cx="1258113" cy="1901601"/>
            </a:xfrm>
            <a:custGeom>
              <a:avLst/>
              <a:gdLst/>
              <a:ahLst/>
              <a:cxnLst/>
              <a:rect l="l" t="t" r="r" b="b"/>
              <a:pathLst>
                <a:path w="21096" h="31886" extrusionOk="0">
                  <a:moveTo>
                    <a:pt x="21095" y="1"/>
                  </a:moveTo>
                  <a:cubicBezTo>
                    <a:pt x="1" y="16840"/>
                    <a:pt x="21095" y="31886"/>
                    <a:pt x="21095" y="31886"/>
                  </a:cubicBezTo>
                  <a:lnTo>
                    <a:pt x="210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6"/>
            <p:cNvSpPr/>
            <p:nvPr/>
          </p:nvSpPr>
          <p:spPr>
            <a:xfrm rot="5400000">
              <a:off x="3083723" y="3989814"/>
              <a:ext cx="834916" cy="1472439"/>
            </a:xfrm>
            <a:custGeom>
              <a:avLst/>
              <a:gdLst/>
              <a:ahLst/>
              <a:cxnLst/>
              <a:rect l="l" t="t" r="r" b="b"/>
              <a:pathLst>
                <a:path w="21855" h="38543" extrusionOk="0">
                  <a:moveTo>
                    <a:pt x="21855" y="1"/>
                  </a:moveTo>
                  <a:cubicBezTo>
                    <a:pt x="0" y="21825"/>
                    <a:pt x="21855" y="38543"/>
                    <a:pt x="21855" y="38543"/>
                  </a:cubicBezTo>
                  <a:lnTo>
                    <a:pt x="21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 name="Google Shape;168;p6"/>
          <p:cNvGrpSpPr/>
          <p:nvPr/>
        </p:nvGrpSpPr>
        <p:grpSpPr>
          <a:xfrm>
            <a:off x="0" y="0"/>
            <a:ext cx="7885887" cy="4182530"/>
            <a:chOff x="0" y="0"/>
            <a:chExt cx="7885887" cy="4182530"/>
          </a:xfrm>
        </p:grpSpPr>
        <p:sp>
          <p:nvSpPr>
            <p:cNvPr id="169" name="Google Shape;169;p6"/>
            <p:cNvSpPr/>
            <p:nvPr/>
          </p:nvSpPr>
          <p:spPr>
            <a:xfrm>
              <a:off x="0" y="2830777"/>
              <a:ext cx="777899" cy="1351753"/>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70" name="Google Shape;170;p6"/>
            <p:cNvSpPr/>
            <p:nvPr/>
          </p:nvSpPr>
          <p:spPr>
            <a:xfrm>
              <a:off x="6807131" y="0"/>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71" name="Google Shape;171;p6"/>
          <p:cNvGrpSpPr/>
          <p:nvPr/>
        </p:nvGrpSpPr>
        <p:grpSpPr>
          <a:xfrm>
            <a:off x="-458700" y="70483"/>
            <a:ext cx="9218806" cy="4896047"/>
            <a:chOff x="-458700" y="70483"/>
            <a:chExt cx="9218806" cy="4896047"/>
          </a:xfrm>
        </p:grpSpPr>
        <p:grpSp>
          <p:nvGrpSpPr>
            <p:cNvPr id="172" name="Google Shape;172;p6"/>
            <p:cNvGrpSpPr/>
            <p:nvPr/>
          </p:nvGrpSpPr>
          <p:grpSpPr>
            <a:xfrm rot="-3994993">
              <a:off x="-563948" y="3156265"/>
              <a:ext cx="1635758" cy="844761"/>
              <a:chOff x="596274" y="343048"/>
              <a:chExt cx="1635826" cy="844796"/>
            </a:xfrm>
          </p:grpSpPr>
          <p:sp>
            <p:nvSpPr>
              <p:cNvPr id="173" name="Google Shape;173;p6"/>
              <p:cNvSpPr/>
              <p:nvPr/>
            </p:nvSpPr>
            <p:spPr>
              <a:xfrm>
                <a:off x="596274" y="1020316"/>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74" name="Google Shape;174;p6"/>
              <p:cNvSpPr/>
              <p:nvPr/>
            </p:nvSpPr>
            <p:spPr>
              <a:xfrm>
                <a:off x="2155163" y="343048"/>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75" name="Google Shape;175;p6"/>
              <p:cNvSpPr/>
              <p:nvPr/>
            </p:nvSpPr>
            <p:spPr>
              <a:xfrm>
                <a:off x="839216" y="1070134"/>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76" name="Google Shape;176;p6"/>
            <p:cNvGrpSpPr/>
            <p:nvPr/>
          </p:nvGrpSpPr>
          <p:grpSpPr>
            <a:xfrm>
              <a:off x="6542840" y="70483"/>
              <a:ext cx="1736292" cy="308495"/>
              <a:chOff x="884340" y="164158"/>
              <a:chExt cx="1736292" cy="308495"/>
            </a:xfrm>
          </p:grpSpPr>
          <p:sp>
            <p:nvSpPr>
              <p:cNvPr id="177" name="Google Shape;177;p6"/>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78" name="Google Shape;178;p6"/>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79" name="Google Shape;179;p6"/>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80" name="Google Shape;180;p6"/>
            <p:cNvGrpSpPr/>
            <p:nvPr/>
          </p:nvGrpSpPr>
          <p:grpSpPr>
            <a:xfrm>
              <a:off x="7995589" y="4658020"/>
              <a:ext cx="764518" cy="308510"/>
              <a:chOff x="7995589" y="4658020"/>
              <a:chExt cx="764518" cy="308510"/>
            </a:xfrm>
          </p:grpSpPr>
          <p:grpSp>
            <p:nvGrpSpPr>
              <p:cNvPr id="181" name="Google Shape;181;p6"/>
              <p:cNvGrpSpPr/>
              <p:nvPr/>
            </p:nvGrpSpPr>
            <p:grpSpPr>
              <a:xfrm>
                <a:off x="7995589" y="4658020"/>
                <a:ext cx="435184" cy="308495"/>
                <a:chOff x="2185448" y="164158"/>
                <a:chExt cx="435184" cy="308495"/>
              </a:xfrm>
            </p:grpSpPr>
            <p:sp>
              <p:nvSpPr>
                <p:cNvPr id="182" name="Google Shape;182;p6"/>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6"/>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4" name="Google Shape;184;p6"/>
              <p:cNvSpPr/>
              <p:nvPr/>
            </p:nvSpPr>
            <p:spPr>
              <a:xfrm>
                <a:off x="8609477" y="4848820"/>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85" name="Google Shape;185;p6"/>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lvl1pPr lvl="0">
              <a:spcBef>
                <a:spcPts val="0"/>
              </a:spcBef>
              <a:spcAft>
                <a:spcPts val="0"/>
              </a:spcAft>
              <a:buSzPts val="3200"/>
              <a:buNone/>
              <a:defRPr sz="3200"/>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grpSp>
        <p:nvGrpSpPr>
          <p:cNvPr id="186" name="Google Shape;186;p6"/>
          <p:cNvGrpSpPr/>
          <p:nvPr/>
        </p:nvGrpSpPr>
        <p:grpSpPr>
          <a:xfrm>
            <a:off x="-290065" y="1022837"/>
            <a:ext cx="9544186" cy="2964403"/>
            <a:chOff x="-290065" y="1022837"/>
            <a:chExt cx="9544186" cy="2964403"/>
          </a:xfrm>
        </p:grpSpPr>
        <p:grpSp>
          <p:nvGrpSpPr>
            <p:cNvPr id="187" name="Google Shape;187;p6"/>
            <p:cNvGrpSpPr/>
            <p:nvPr/>
          </p:nvGrpSpPr>
          <p:grpSpPr>
            <a:xfrm>
              <a:off x="8340882" y="2838811"/>
              <a:ext cx="913240" cy="1148430"/>
              <a:chOff x="8340882" y="2838811"/>
              <a:chExt cx="913240" cy="1148430"/>
            </a:xfrm>
          </p:grpSpPr>
          <p:sp>
            <p:nvSpPr>
              <p:cNvPr id="188" name="Google Shape;188;p6"/>
              <p:cNvSpPr/>
              <p:nvPr/>
            </p:nvSpPr>
            <p:spPr>
              <a:xfrm rot="898336">
                <a:off x="8454813" y="2943161"/>
                <a:ext cx="685378" cy="972046"/>
              </a:xfrm>
              <a:custGeom>
                <a:avLst/>
                <a:gdLst/>
                <a:ahLst/>
                <a:cxnLst/>
                <a:rect l="l" t="t" r="r" b="b"/>
                <a:pathLst>
                  <a:path w="21673" h="30738" extrusionOk="0">
                    <a:moveTo>
                      <a:pt x="5380" y="1"/>
                    </a:moveTo>
                    <a:lnTo>
                      <a:pt x="0" y="3192"/>
                    </a:lnTo>
                    <a:lnTo>
                      <a:pt x="15381" y="29211"/>
                    </a:lnTo>
                    <a:cubicBezTo>
                      <a:pt x="15968" y="30184"/>
                      <a:pt x="17015" y="30738"/>
                      <a:pt x="18089" y="30738"/>
                    </a:cubicBezTo>
                    <a:cubicBezTo>
                      <a:pt x="18626" y="30738"/>
                      <a:pt x="19170" y="30599"/>
                      <a:pt x="19666" y="30305"/>
                    </a:cubicBezTo>
                    <a:cubicBezTo>
                      <a:pt x="21156" y="29424"/>
                      <a:pt x="21672" y="27478"/>
                      <a:pt x="20791" y="26019"/>
                    </a:cubicBezTo>
                    <a:lnTo>
                      <a:pt x="538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6"/>
              <p:cNvSpPr/>
              <p:nvPr/>
            </p:nvSpPr>
            <p:spPr>
              <a:xfrm rot="898336">
                <a:off x="8724502" y="3546984"/>
                <a:ext cx="327304" cy="379135"/>
              </a:xfrm>
              <a:custGeom>
                <a:avLst/>
                <a:gdLst/>
                <a:ahLst/>
                <a:cxnLst/>
                <a:rect l="l" t="t" r="r" b="b"/>
                <a:pathLst>
                  <a:path w="10350" h="11989" extrusionOk="0">
                    <a:moveTo>
                      <a:pt x="4560" y="0"/>
                    </a:moveTo>
                    <a:cubicBezTo>
                      <a:pt x="3040" y="912"/>
                      <a:pt x="1521" y="1794"/>
                      <a:pt x="1" y="2675"/>
                    </a:cubicBezTo>
                    <a:lnTo>
                      <a:pt x="4834" y="10882"/>
                    </a:lnTo>
                    <a:cubicBezTo>
                      <a:pt x="5410" y="11660"/>
                      <a:pt x="6177" y="11989"/>
                      <a:pt x="6929" y="11989"/>
                    </a:cubicBezTo>
                    <a:cubicBezTo>
                      <a:pt x="8677" y="11989"/>
                      <a:pt x="10349" y="10216"/>
                      <a:pt x="9393" y="8177"/>
                    </a:cubicBezTo>
                    <a:lnTo>
                      <a:pt x="456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6"/>
              <p:cNvSpPr/>
              <p:nvPr/>
            </p:nvSpPr>
            <p:spPr>
              <a:xfrm rot="898336">
                <a:off x="8459538" y="2943781"/>
                <a:ext cx="680571" cy="972046"/>
              </a:xfrm>
              <a:custGeom>
                <a:avLst/>
                <a:gdLst/>
                <a:ahLst/>
                <a:cxnLst/>
                <a:rect l="l" t="t" r="r" b="b"/>
                <a:pathLst>
                  <a:path w="21521" h="30738" extrusionOk="0">
                    <a:moveTo>
                      <a:pt x="5228" y="1"/>
                    </a:moveTo>
                    <a:lnTo>
                      <a:pt x="1095" y="2463"/>
                    </a:lnTo>
                    <a:lnTo>
                      <a:pt x="0" y="3466"/>
                    </a:lnTo>
                    <a:lnTo>
                      <a:pt x="4803" y="1429"/>
                    </a:lnTo>
                    <a:cubicBezTo>
                      <a:pt x="4803" y="1429"/>
                      <a:pt x="10700" y="12129"/>
                      <a:pt x="13952" y="17600"/>
                    </a:cubicBezTo>
                    <a:cubicBezTo>
                      <a:pt x="16992" y="22706"/>
                      <a:pt x="16931" y="26232"/>
                      <a:pt x="14317" y="27630"/>
                    </a:cubicBezTo>
                    <a:lnTo>
                      <a:pt x="15229" y="29211"/>
                    </a:lnTo>
                    <a:cubicBezTo>
                      <a:pt x="15816" y="30184"/>
                      <a:pt x="16863" y="30738"/>
                      <a:pt x="17937" y="30738"/>
                    </a:cubicBezTo>
                    <a:cubicBezTo>
                      <a:pt x="18474" y="30738"/>
                      <a:pt x="19018" y="30599"/>
                      <a:pt x="19514" y="30305"/>
                    </a:cubicBezTo>
                    <a:cubicBezTo>
                      <a:pt x="21004" y="29424"/>
                      <a:pt x="21520" y="27478"/>
                      <a:pt x="20639" y="26019"/>
                    </a:cubicBezTo>
                    <a:lnTo>
                      <a:pt x="5228" y="1"/>
                    </a:ln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6"/>
              <p:cNvSpPr/>
              <p:nvPr/>
            </p:nvSpPr>
            <p:spPr>
              <a:xfrm rot="898336">
                <a:off x="8549512" y="2864940"/>
                <a:ext cx="221112" cy="143350"/>
              </a:xfrm>
              <a:custGeom>
                <a:avLst/>
                <a:gdLst/>
                <a:ahLst/>
                <a:cxnLst/>
                <a:rect l="l" t="t" r="r" b="b"/>
                <a:pathLst>
                  <a:path w="6992" h="4533" extrusionOk="0">
                    <a:moveTo>
                      <a:pt x="6497" y="1"/>
                    </a:moveTo>
                    <a:cubicBezTo>
                      <a:pt x="6456" y="1"/>
                      <a:pt x="6416" y="11"/>
                      <a:pt x="6384" y="33"/>
                    </a:cubicBezTo>
                    <a:lnTo>
                      <a:pt x="153" y="3710"/>
                    </a:lnTo>
                    <a:cubicBezTo>
                      <a:pt x="31" y="3771"/>
                      <a:pt x="1" y="3923"/>
                      <a:pt x="62" y="4014"/>
                    </a:cubicBezTo>
                    <a:lnTo>
                      <a:pt x="305" y="4440"/>
                    </a:lnTo>
                    <a:cubicBezTo>
                      <a:pt x="344" y="4499"/>
                      <a:pt x="421" y="4532"/>
                      <a:pt x="496" y="4532"/>
                    </a:cubicBezTo>
                    <a:cubicBezTo>
                      <a:pt x="537" y="4532"/>
                      <a:pt x="576" y="4522"/>
                      <a:pt x="609" y="4501"/>
                    </a:cubicBezTo>
                    <a:lnTo>
                      <a:pt x="6840" y="823"/>
                    </a:lnTo>
                    <a:cubicBezTo>
                      <a:pt x="6961" y="762"/>
                      <a:pt x="6992" y="610"/>
                      <a:pt x="6931" y="519"/>
                    </a:cubicBezTo>
                    <a:lnTo>
                      <a:pt x="6688" y="93"/>
                    </a:lnTo>
                    <a:cubicBezTo>
                      <a:pt x="6649" y="34"/>
                      <a:pt x="6571" y="1"/>
                      <a:pt x="64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6"/>
              <p:cNvSpPr/>
              <p:nvPr/>
            </p:nvSpPr>
            <p:spPr>
              <a:xfrm rot="898336">
                <a:off x="8553169" y="3031125"/>
                <a:ext cx="269180" cy="407596"/>
              </a:xfrm>
              <a:custGeom>
                <a:avLst/>
                <a:gdLst/>
                <a:ahLst/>
                <a:cxnLst/>
                <a:rect l="l" t="t" r="r" b="b"/>
                <a:pathLst>
                  <a:path w="8512" h="12889" extrusionOk="0">
                    <a:moveTo>
                      <a:pt x="948" y="1"/>
                    </a:moveTo>
                    <a:cubicBezTo>
                      <a:pt x="804" y="1"/>
                      <a:pt x="655" y="41"/>
                      <a:pt x="517" y="126"/>
                    </a:cubicBezTo>
                    <a:cubicBezTo>
                      <a:pt x="122" y="339"/>
                      <a:pt x="1" y="825"/>
                      <a:pt x="244" y="1220"/>
                    </a:cubicBezTo>
                    <a:lnTo>
                      <a:pt x="6901" y="12497"/>
                    </a:lnTo>
                    <a:cubicBezTo>
                      <a:pt x="7063" y="12740"/>
                      <a:pt x="7333" y="12889"/>
                      <a:pt x="7612" y="12889"/>
                    </a:cubicBezTo>
                    <a:cubicBezTo>
                      <a:pt x="7752" y="12889"/>
                      <a:pt x="7893" y="12852"/>
                      <a:pt x="8025" y="12771"/>
                    </a:cubicBezTo>
                    <a:cubicBezTo>
                      <a:pt x="8390" y="12558"/>
                      <a:pt x="8512" y="12041"/>
                      <a:pt x="8299" y="11676"/>
                    </a:cubicBezTo>
                    <a:lnTo>
                      <a:pt x="1612" y="400"/>
                    </a:lnTo>
                    <a:cubicBezTo>
                      <a:pt x="1473" y="142"/>
                      <a:pt x="1218" y="1"/>
                      <a:pt x="9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 name="Google Shape;193;p6"/>
            <p:cNvGrpSpPr/>
            <p:nvPr/>
          </p:nvGrpSpPr>
          <p:grpSpPr>
            <a:xfrm>
              <a:off x="-290065" y="1022837"/>
              <a:ext cx="777915" cy="951806"/>
              <a:chOff x="-290065" y="1022837"/>
              <a:chExt cx="777915" cy="951806"/>
            </a:xfrm>
          </p:grpSpPr>
          <p:sp>
            <p:nvSpPr>
              <p:cNvPr id="194" name="Google Shape;194;p6"/>
              <p:cNvSpPr/>
              <p:nvPr/>
            </p:nvSpPr>
            <p:spPr>
              <a:xfrm flipH="1">
                <a:off x="-290065" y="1049788"/>
                <a:ext cx="753406" cy="924855"/>
              </a:xfrm>
              <a:custGeom>
                <a:avLst/>
                <a:gdLst/>
                <a:ahLst/>
                <a:cxnLst/>
                <a:rect l="l" t="t" r="r" b="b"/>
                <a:pathLst>
                  <a:path w="32707" h="40150" extrusionOk="0">
                    <a:moveTo>
                      <a:pt x="8511" y="1"/>
                    </a:moveTo>
                    <a:lnTo>
                      <a:pt x="0" y="3162"/>
                    </a:lnTo>
                    <a:lnTo>
                      <a:pt x="3253" y="11916"/>
                    </a:lnTo>
                    <a:cubicBezTo>
                      <a:pt x="4286" y="14682"/>
                      <a:pt x="1368" y="31126"/>
                      <a:pt x="699" y="35685"/>
                    </a:cubicBezTo>
                    <a:cubicBezTo>
                      <a:pt x="395" y="37691"/>
                      <a:pt x="821" y="38938"/>
                      <a:pt x="1611" y="39576"/>
                    </a:cubicBezTo>
                    <a:cubicBezTo>
                      <a:pt x="2134" y="39975"/>
                      <a:pt x="2796" y="40150"/>
                      <a:pt x="3528" y="40150"/>
                    </a:cubicBezTo>
                    <a:cubicBezTo>
                      <a:pt x="4243" y="40150"/>
                      <a:pt x="5024" y="39983"/>
                      <a:pt x="5806" y="39697"/>
                    </a:cubicBezTo>
                    <a:lnTo>
                      <a:pt x="16505" y="35716"/>
                    </a:lnTo>
                    <a:lnTo>
                      <a:pt x="17265" y="35442"/>
                    </a:lnTo>
                    <a:lnTo>
                      <a:pt x="27964" y="31460"/>
                    </a:lnTo>
                    <a:cubicBezTo>
                      <a:pt x="30791" y="30427"/>
                      <a:pt x="32706" y="28086"/>
                      <a:pt x="29241" y="25077"/>
                    </a:cubicBezTo>
                    <a:cubicBezTo>
                      <a:pt x="25746" y="22068"/>
                      <a:pt x="12797" y="11490"/>
                      <a:pt x="11794" y="8755"/>
                    </a:cubicBezTo>
                    <a:lnTo>
                      <a:pt x="851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6"/>
              <p:cNvSpPr/>
              <p:nvPr/>
            </p:nvSpPr>
            <p:spPr>
              <a:xfrm flipH="1">
                <a:off x="-257147" y="1641430"/>
                <a:ext cx="687618" cy="316455"/>
              </a:xfrm>
              <a:custGeom>
                <a:avLst/>
                <a:gdLst/>
                <a:ahLst/>
                <a:cxnLst/>
                <a:rect l="l" t="t" r="r" b="b"/>
                <a:pathLst>
                  <a:path w="29851" h="13738" extrusionOk="0">
                    <a:moveTo>
                      <a:pt x="26963" y="0"/>
                    </a:moveTo>
                    <a:lnTo>
                      <a:pt x="1583" y="1976"/>
                    </a:lnTo>
                    <a:lnTo>
                      <a:pt x="306" y="9939"/>
                    </a:lnTo>
                    <a:cubicBezTo>
                      <a:pt x="1" y="12729"/>
                      <a:pt x="1274" y="13737"/>
                      <a:pt x="2949" y="13737"/>
                    </a:cubicBezTo>
                    <a:cubicBezTo>
                      <a:pt x="3610" y="13737"/>
                      <a:pt x="4334" y="13580"/>
                      <a:pt x="5048" y="13313"/>
                    </a:cubicBezTo>
                    <a:lnTo>
                      <a:pt x="14957" y="9666"/>
                    </a:lnTo>
                    <a:lnTo>
                      <a:pt x="15686" y="9392"/>
                    </a:lnTo>
                    <a:lnTo>
                      <a:pt x="25595" y="5714"/>
                    </a:lnTo>
                    <a:cubicBezTo>
                      <a:pt x="28118" y="4772"/>
                      <a:pt x="29851" y="2705"/>
                      <a:pt x="269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6"/>
              <p:cNvSpPr/>
              <p:nvPr/>
            </p:nvSpPr>
            <p:spPr>
              <a:xfrm flipH="1">
                <a:off x="-91911" y="1686923"/>
                <a:ext cx="228277" cy="109255"/>
              </a:xfrm>
              <a:custGeom>
                <a:avLst/>
                <a:gdLst/>
                <a:ahLst/>
                <a:cxnLst/>
                <a:rect l="l" t="t" r="r" b="b"/>
                <a:pathLst>
                  <a:path w="9910" h="4743" extrusionOk="0">
                    <a:moveTo>
                      <a:pt x="243" y="1"/>
                    </a:moveTo>
                    <a:lnTo>
                      <a:pt x="0" y="396"/>
                    </a:lnTo>
                    <a:cubicBezTo>
                      <a:pt x="0" y="396"/>
                      <a:pt x="2006" y="1247"/>
                      <a:pt x="2553" y="1825"/>
                    </a:cubicBezTo>
                    <a:lnTo>
                      <a:pt x="1094" y="1764"/>
                    </a:lnTo>
                    <a:lnTo>
                      <a:pt x="334" y="2311"/>
                    </a:lnTo>
                    <a:cubicBezTo>
                      <a:pt x="334" y="2311"/>
                      <a:pt x="1089" y="2153"/>
                      <a:pt x="2019" y="2153"/>
                    </a:cubicBezTo>
                    <a:cubicBezTo>
                      <a:pt x="2819" y="2153"/>
                      <a:pt x="3749" y="2270"/>
                      <a:pt x="4438" y="2706"/>
                    </a:cubicBezTo>
                    <a:cubicBezTo>
                      <a:pt x="5958" y="3648"/>
                      <a:pt x="9149" y="4682"/>
                      <a:pt x="9453" y="4742"/>
                    </a:cubicBezTo>
                    <a:lnTo>
                      <a:pt x="9909" y="4256"/>
                    </a:lnTo>
                    <a:cubicBezTo>
                      <a:pt x="9909" y="4256"/>
                      <a:pt x="5350" y="3101"/>
                      <a:pt x="4286" y="2068"/>
                    </a:cubicBezTo>
                    <a:cubicBezTo>
                      <a:pt x="3739" y="1551"/>
                      <a:pt x="3283" y="882"/>
                      <a:pt x="2949" y="183"/>
                    </a:cubicBezTo>
                    <a:lnTo>
                      <a:pt x="2584" y="457"/>
                    </a:lnTo>
                    <a:lnTo>
                      <a:pt x="3222" y="1581"/>
                    </a:lnTo>
                    <a:cubicBezTo>
                      <a:pt x="3222" y="1581"/>
                      <a:pt x="851" y="518"/>
                      <a:pt x="2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6"/>
              <p:cNvSpPr/>
              <p:nvPr/>
            </p:nvSpPr>
            <p:spPr>
              <a:xfrm flipH="1">
                <a:off x="97133" y="1668772"/>
                <a:ext cx="272389" cy="95365"/>
              </a:xfrm>
              <a:custGeom>
                <a:avLst/>
                <a:gdLst/>
                <a:ahLst/>
                <a:cxnLst/>
                <a:rect l="l" t="t" r="r" b="b"/>
                <a:pathLst>
                  <a:path w="11825" h="4140" extrusionOk="0">
                    <a:moveTo>
                      <a:pt x="4846" y="0"/>
                    </a:moveTo>
                    <a:cubicBezTo>
                      <a:pt x="1656" y="0"/>
                      <a:pt x="78" y="1988"/>
                      <a:pt x="0" y="2065"/>
                    </a:cubicBezTo>
                    <a:cubicBezTo>
                      <a:pt x="79" y="2056"/>
                      <a:pt x="163" y="2051"/>
                      <a:pt x="251" y="2051"/>
                    </a:cubicBezTo>
                    <a:cubicBezTo>
                      <a:pt x="1589" y="2051"/>
                      <a:pt x="3961" y="3093"/>
                      <a:pt x="6414" y="3920"/>
                    </a:cubicBezTo>
                    <a:cubicBezTo>
                      <a:pt x="6859" y="4075"/>
                      <a:pt x="7310" y="4139"/>
                      <a:pt x="7752" y="4139"/>
                    </a:cubicBezTo>
                    <a:cubicBezTo>
                      <a:pt x="9900" y="4139"/>
                      <a:pt x="11824" y="2613"/>
                      <a:pt x="11824" y="2613"/>
                    </a:cubicBezTo>
                    <a:cubicBezTo>
                      <a:pt x="8969" y="636"/>
                      <a:pt x="6650" y="0"/>
                      <a:pt x="48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6"/>
              <p:cNvSpPr/>
              <p:nvPr/>
            </p:nvSpPr>
            <p:spPr>
              <a:xfrm flipH="1">
                <a:off x="51618" y="1440477"/>
                <a:ext cx="177876" cy="266791"/>
              </a:xfrm>
              <a:custGeom>
                <a:avLst/>
                <a:gdLst/>
                <a:ahLst/>
                <a:cxnLst/>
                <a:rect l="l" t="t" r="r" b="b"/>
                <a:pathLst>
                  <a:path w="7722" h="11582" extrusionOk="0">
                    <a:moveTo>
                      <a:pt x="6110" y="1"/>
                    </a:moveTo>
                    <a:cubicBezTo>
                      <a:pt x="6110" y="1"/>
                      <a:pt x="1" y="5229"/>
                      <a:pt x="6870" y="11581"/>
                    </a:cubicBezTo>
                    <a:cubicBezTo>
                      <a:pt x="7691" y="9849"/>
                      <a:pt x="7721" y="7843"/>
                      <a:pt x="6931" y="6110"/>
                    </a:cubicBezTo>
                    <a:cubicBezTo>
                      <a:pt x="5563" y="3223"/>
                      <a:pt x="6110" y="1"/>
                      <a:pt x="61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6"/>
              <p:cNvSpPr/>
              <p:nvPr/>
            </p:nvSpPr>
            <p:spPr>
              <a:xfrm flipH="1">
                <a:off x="122333" y="1456578"/>
                <a:ext cx="216391" cy="241591"/>
              </a:xfrm>
              <a:custGeom>
                <a:avLst/>
                <a:gdLst/>
                <a:ahLst/>
                <a:cxnLst/>
                <a:rect l="l" t="t" r="r" b="b"/>
                <a:pathLst>
                  <a:path w="9394" h="10488" extrusionOk="0">
                    <a:moveTo>
                      <a:pt x="1" y="1"/>
                    </a:moveTo>
                    <a:lnTo>
                      <a:pt x="1" y="1"/>
                    </a:lnTo>
                    <a:cubicBezTo>
                      <a:pt x="578" y="1672"/>
                      <a:pt x="1034" y="3405"/>
                      <a:pt x="1308" y="5168"/>
                    </a:cubicBezTo>
                    <a:cubicBezTo>
                      <a:pt x="1855" y="8390"/>
                      <a:pt x="4773" y="9606"/>
                      <a:pt x="9393" y="10487"/>
                    </a:cubicBezTo>
                    <a:cubicBezTo>
                      <a:pt x="8633" y="9393"/>
                      <a:pt x="7782" y="8390"/>
                      <a:pt x="6809" y="7478"/>
                    </a:cubicBezTo>
                    <a:cubicBezTo>
                      <a:pt x="6627" y="7296"/>
                      <a:pt x="6414" y="7113"/>
                      <a:pt x="6232" y="6961"/>
                    </a:cubicBezTo>
                    <a:cubicBezTo>
                      <a:pt x="4530" y="5593"/>
                      <a:pt x="2645" y="3587"/>
                      <a:pt x="1885" y="2220"/>
                    </a:cubicBezTo>
                    <a:cubicBezTo>
                      <a:pt x="1825" y="2098"/>
                      <a:pt x="1764" y="2007"/>
                      <a:pt x="1673" y="1885"/>
                    </a:cubicBezTo>
                    <a:cubicBezTo>
                      <a:pt x="1217" y="1186"/>
                      <a:pt x="669" y="548"/>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6"/>
              <p:cNvSpPr/>
              <p:nvPr/>
            </p:nvSpPr>
            <p:spPr>
              <a:xfrm flipH="1">
                <a:off x="181857" y="1500689"/>
                <a:ext cx="117663" cy="128144"/>
              </a:xfrm>
              <a:custGeom>
                <a:avLst/>
                <a:gdLst/>
                <a:ahLst/>
                <a:cxnLst/>
                <a:rect l="l" t="t" r="r" b="b"/>
                <a:pathLst>
                  <a:path w="5108" h="5563" extrusionOk="0">
                    <a:moveTo>
                      <a:pt x="1" y="1"/>
                    </a:moveTo>
                    <a:lnTo>
                      <a:pt x="1" y="1"/>
                    </a:lnTo>
                    <a:cubicBezTo>
                      <a:pt x="214" y="456"/>
                      <a:pt x="366" y="912"/>
                      <a:pt x="457" y="1429"/>
                    </a:cubicBezTo>
                    <a:cubicBezTo>
                      <a:pt x="609" y="2341"/>
                      <a:pt x="1460" y="3861"/>
                      <a:pt x="2737" y="4347"/>
                    </a:cubicBezTo>
                    <a:cubicBezTo>
                      <a:pt x="3557" y="4681"/>
                      <a:pt x="4348" y="5077"/>
                      <a:pt x="5107" y="5563"/>
                    </a:cubicBezTo>
                    <a:cubicBezTo>
                      <a:pt x="4925" y="5381"/>
                      <a:pt x="4743" y="5229"/>
                      <a:pt x="4530" y="5046"/>
                    </a:cubicBezTo>
                    <a:cubicBezTo>
                      <a:pt x="2828" y="3678"/>
                      <a:pt x="943" y="1672"/>
                      <a:pt x="183" y="335"/>
                    </a:cubicBezTo>
                    <a:cubicBezTo>
                      <a:pt x="123" y="213"/>
                      <a:pt x="62" y="92"/>
                      <a:pt x="1" y="1"/>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6"/>
              <p:cNvSpPr/>
              <p:nvPr/>
            </p:nvSpPr>
            <p:spPr>
              <a:xfrm flipH="1">
                <a:off x="51620" y="1440477"/>
                <a:ext cx="72860" cy="266791"/>
              </a:xfrm>
              <a:custGeom>
                <a:avLst/>
                <a:gdLst/>
                <a:ahLst/>
                <a:cxnLst/>
                <a:rect l="l" t="t" r="r" b="b"/>
                <a:pathLst>
                  <a:path w="3163" h="11582" extrusionOk="0">
                    <a:moveTo>
                      <a:pt x="1551" y="1"/>
                    </a:moveTo>
                    <a:cubicBezTo>
                      <a:pt x="1" y="2341"/>
                      <a:pt x="396" y="5472"/>
                      <a:pt x="1642" y="8025"/>
                    </a:cubicBezTo>
                    <a:cubicBezTo>
                      <a:pt x="2767" y="10365"/>
                      <a:pt x="2372" y="11429"/>
                      <a:pt x="2311" y="11581"/>
                    </a:cubicBezTo>
                    <a:cubicBezTo>
                      <a:pt x="3132" y="9849"/>
                      <a:pt x="3162" y="7843"/>
                      <a:pt x="2372" y="6110"/>
                    </a:cubicBezTo>
                    <a:cubicBezTo>
                      <a:pt x="1004" y="3223"/>
                      <a:pt x="1551" y="1"/>
                      <a:pt x="1551" y="1"/>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6"/>
              <p:cNvSpPr/>
              <p:nvPr/>
            </p:nvSpPr>
            <p:spPr>
              <a:xfrm flipH="1">
                <a:off x="97133" y="1705351"/>
                <a:ext cx="272389" cy="58785"/>
              </a:xfrm>
              <a:custGeom>
                <a:avLst/>
                <a:gdLst/>
                <a:ahLst/>
                <a:cxnLst/>
                <a:rect l="l" t="t" r="r" b="b"/>
                <a:pathLst>
                  <a:path w="11825" h="2552" extrusionOk="0">
                    <a:moveTo>
                      <a:pt x="1976" y="0"/>
                    </a:moveTo>
                    <a:cubicBezTo>
                      <a:pt x="723" y="0"/>
                      <a:pt x="61" y="437"/>
                      <a:pt x="0" y="477"/>
                    </a:cubicBezTo>
                    <a:cubicBezTo>
                      <a:pt x="79" y="468"/>
                      <a:pt x="163" y="463"/>
                      <a:pt x="251" y="463"/>
                    </a:cubicBezTo>
                    <a:cubicBezTo>
                      <a:pt x="1589" y="463"/>
                      <a:pt x="3961" y="1505"/>
                      <a:pt x="6414" y="2332"/>
                    </a:cubicBezTo>
                    <a:cubicBezTo>
                      <a:pt x="6859" y="2487"/>
                      <a:pt x="7310" y="2551"/>
                      <a:pt x="7752" y="2551"/>
                    </a:cubicBezTo>
                    <a:cubicBezTo>
                      <a:pt x="9900" y="2551"/>
                      <a:pt x="11824" y="1025"/>
                      <a:pt x="11824" y="1025"/>
                    </a:cubicBezTo>
                    <a:lnTo>
                      <a:pt x="11824" y="1025"/>
                    </a:lnTo>
                    <a:cubicBezTo>
                      <a:pt x="10604" y="1463"/>
                      <a:pt x="9647" y="1638"/>
                      <a:pt x="8799" y="1638"/>
                    </a:cubicBezTo>
                    <a:cubicBezTo>
                      <a:pt x="7240" y="1638"/>
                      <a:pt x="6048" y="1047"/>
                      <a:pt x="4256" y="417"/>
                    </a:cubicBezTo>
                    <a:cubicBezTo>
                      <a:pt x="3353" y="106"/>
                      <a:pt x="2593" y="0"/>
                      <a:pt x="1976" y="0"/>
                    </a:cubicBezTo>
                    <a:close/>
                  </a:path>
                </a:pathLst>
              </a:custGeom>
              <a:solidFill>
                <a:srgbClr val="002F57">
                  <a:alpha val="13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6"/>
              <p:cNvSpPr/>
              <p:nvPr/>
            </p:nvSpPr>
            <p:spPr>
              <a:xfrm flipH="1">
                <a:off x="-290064" y="1049788"/>
                <a:ext cx="730993" cy="924855"/>
              </a:xfrm>
              <a:custGeom>
                <a:avLst/>
                <a:gdLst/>
                <a:ahLst/>
                <a:cxnLst/>
                <a:rect l="l" t="t" r="r" b="b"/>
                <a:pathLst>
                  <a:path w="31734" h="40150" extrusionOk="0">
                    <a:moveTo>
                      <a:pt x="7569" y="1"/>
                    </a:moveTo>
                    <a:lnTo>
                      <a:pt x="0" y="2828"/>
                    </a:lnTo>
                    <a:lnTo>
                      <a:pt x="0" y="3314"/>
                    </a:lnTo>
                    <a:lnTo>
                      <a:pt x="6170" y="1946"/>
                    </a:lnTo>
                    <a:lnTo>
                      <a:pt x="10426" y="13405"/>
                    </a:lnTo>
                    <a:cubicBezTo>
                      <a:pt x="11368" y="15958"/>
                      <a:pt x="19696" y="32828"/>
                      <a:pt x="638" y="39576"/>
                    </a:cubicBezTo>
                    <a:cubicBezTo>
                      <a:pt x="1161" y="39975"/>
                      <a:pt x="1823" y="40150"/>
                      <a:pt x="2555" y="40150"/>
                    </a:cubicBezTo>
                    <a:cubicBezTo>
                      <a:pt x="3270" y="40150"/>
                      <a:pt x="4051" y="39983"/>
                      <a:pt x="4833" y="39697"/>
                    </a:cubicBezTo>
                    <a:lnTo>
                      <a:pt x="15532" y="35716"/>
                    </a:lnTo>
                    <a:lnTo>
                      <a:pt x="16292" y="35442"/>
                    </a:lnTo>
                    <a:lnTo>
                      <a:pt x="26991" y="31460"/>
                    </a:lnTo>
                    <a:cubicBezTo>
                      <a:pt x="29818" y="30427"/>
                      <a:pt x="31733" y="28086"/>
                      <a:pt x="28268" y="25077"/>
                    </a:cubicBezTo>
                    <a:cubicBezTo>
                      <a:pt x="24773" y="22068"/>
                      <a:pt x="11824" y="11490"/>
                      <a:pt x="10821" y="8755"/>
                    </a:cubicBezTo>
                    <a:lnTo>
                      <a:pt x="7569" y="1"/>
                    </a:ln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6"/>
              <p:cNvSpPr/>
              <p:nvPr/>
            </p:nvSpPr>
            <p:spPr>
              <a:xfrm flipH="1">
                <a:off x="238565" y="1022837"/>
                <a:ext cx="249285" cy="113793"/>
              </a:xfrm>
              <a:custGeom>
                <a:avLst/>
                <a:gdLst/>
                <a:ahLst/>
                <a:cxnLst/>
                <a:rect l="l" t="t" r="r" b="b"/>
                <a:pathLst>
                  <a:path w="10822" h="4940" extrusionOk="0">
                    <a:moveTo>
                      <a:pt x="10114" y="0"/>
                    </a:moveTo>
                    <a:cubicBezTo>
                      <a:pt x="10076" y="0"/>
                      <a:pt x="10038" y="5"/>
                      <a:pt x="10001" y="16"/>
                    </a:cubicBezTo>
                    <a:lnTo>
                      <a:pt x="365" y="3602"/>
                    </a:lnTo>
                    <a:cubicBezTo>
                      <a:pt x="122" y="3694"/>
                      <a:pt x="0" y="3937"/>
                      <a:pt x="92" y="4180"/>
                    </a:cubicBezTo>
                    <a:lnTo>
                      <a:pt x="274" y="4636"/>
                    </a:lnTo>
                    <a:cubicBezTo>
                      <a:pt x="345" y="4824"/>
                      <a:pt x="507" y="4940"/>
                      <a:pt x="689" y="4940"/>
                    </a:cubicBezTo>
                    <a:cubicBezTo>
                      <a:pt x="742" y="4940"/>
                      <a:pt x="797" y="4930"/>
                      <a:pt x="852" y="4909"/>
                    </a:cubicBezTo>
                    <a:lnTo>
                      <a:pt x="10457" y="1323"/>
                    </a:lnTo>
                    <a:cubicBezTo>
                      <a:pt x="10700" y="1262"/>
                      <a:pt x="10821" y="988"/>
                      <a:pt x="10730" y="776"/>
                    </a:cubicBezTo>
                    <a:lnTo>
                      <a:pt x="10548" y="289"/>
                    </a:lnTo>
                    <a:cubicBezTo>
                      <a:pt x="10473" y="114"/>
                      <a:pt x="10294" y="0"/>
                      <a:pt x="101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6"/>
              <p:cNvSpPr/>
              <p:nvPr/>
            </p:nvSpPr>
            <p:spPr>
              <a:xfrm flipH="1">
                <a:off x="320479" y="1128197"/>
                <a:ext cx="88961" cy="186699"/>
              </a:xfrm>
              <a:custGeom>
                <a:avLst/>
                <a:gdLst/>
                <a:ahLst/>
                <a:cxnLst/>
                <a:rect l="l" t="t" r="r" b="b"/>
                <a:pathLst>
                  <a:path w="3862" h="8105" extrusionOk="0">
                    <a:moveTo>
                      <a:pt x="701" y="1"/>
                    </a:moveTo>
                    <a:cubicBezTo>
                      <a:pt x="649" y="1"/>
                      <a:pt x="597" y="11"/>
                      <a:pt x="548" y="32"/>
                    </a:cubicBezTo>
                    <a:lnTo>
                      <a:pt x="335" y="92"/>
                    </a:lnTo>
                    <a:cubicBezTo>
                      <a:pt x="122" y="183"/>
                      <a:pt x="1" y="427"/>
                      <a:pt x="92" y="670"/>
                    </a:cubicBezTo>
                    <a:lnTo>
                      <a:pt x="2767" y="7813"/>
                    </a:lnTo>
                    <a:cubicBezTo>
                      <a:pt x="2840" y="8007"/>
                      <a:pt x="3010" y="8105"/>
                      <a:pt x="3184" y="8105"/>
                    </a:cubicBezTo>
                    <a:cubicBezTo>
                      <a:pt x="3228" y="8105"/>
                      <a:pt x="3271" y="8098"/>
                      <a:pt x="3314" y="8086"/>
                    </a:cubicBezTo>
                    <a:lnTo>
                      <a:pt x="3527" y="7995"/>
                    </a:lnTo>
                    <a:cubicBezTo>
                      <a:pt x="3739" y="7934"/>
                      <a:pt x="3861" y="7661"/>
                      <a:pt x="3770" y="7448"/>
                    </a:cubicBezTo>
                    <a:lnTo>
                      <a:pt x="1095" y="275"/>
                    </a:lnTo>
                    <a:cubicBezTo>
                      <a:pt x="1048" y="111"/>
                      <a:pt x="875" y="1"/>
                      <a:pt x="7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6"/>
              <p:cNvSpPr/>
              <p:nvPr/>
            </p:nvSpPr>
            <p:spPr>
              <a:xfrm flipH="1">
                <a:off x="288277" y="1435524"/>
                <a:ext cx="93154" cy="315879"/>
              </a:xfrm>
              <a:custGeom>
                <a:avLst/>
                <a:gdLst/>
                <a:ahLst/>
                <a:cxnLst/>
                <a:rect l="l" t="t" r="r" b="b"/>
                <a:pathLst>
                  <a:path w="4044" h="13713" extrusionOk="0">
                    <a:moveTo>
                      <a:pt x="2635" y="1"/>
                    </a:moveTo>
                    <a:cubicBezTo>
                      <a:pt x="1733" y="1"/>
                      <a:pt x="725" y="2976"/>
                      <a:pt x="365" y="6690"/>
                    </a:cubicBezTo>
                    <a:cubicBezTo>
                      <a:pt x="1" y="10489"/>
                      <a:pt x="457" y="13620"/>
                      <a:pt x="1368" y="13711"/>
                    </a:cubicBezTo>
                    <a:cubicBezTo>
                      <a:pt x="1378" y="13712"/>
                      <a:pt x="1387" y="13712"/>
                      <a:pt x="1396" y="13712"/>
                    </a:cubicBezTo>
                    <a:cubicBezTo>
                      <a:pt x="2301" y="13712"/>
                      <a:pt x="3317" y="10755"/>
                      <a:pt x="3679" y="7024"/>
                    </a:cubicBezTo>
                    <a:cubicBezTo>
                      <a:pt x="4043" y="3225"/>
                      <a:pt x="3587" y="94"/>
                      <a:pt x="2675" y="3"/>
                    </a:cubicBezTo>
                    <a:cubicBezTo>
                      <a:pt x="2662" y="1"/>
                      <a:pt x="2648" y="1"/>
                      <a:pt x="2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07"/>
        <p:cNvGrpSpPr/>
        <p:nvPr/>
      </p:nvGrpSpPr>
      <p:grpSpPr>
        <a:xfrm>
          <a:off x="0" y="0"/>
          <a:ext cx="0" cy="0"/>
          <a:chOff x="0" y="0"/>
          <a:chExt cx="0" cy="0"/>
        </a:xfrm>
      </p:grpSpPr>
      <p:grpSp>
        <p:nvGrpSpPr>
          <p:cNvPr id="208" name="Google Shape;208;p7"/>
          <p:cNvGrpSpPr/>
          <p:nvPr/>
        </p:nvGrpSpPr>
        <p:grpSpPr>
          <a:xfrm>
            <a:off x="3408748" y="923584"/>
            <a:ext cx="5747463" cy="4223064"/>
            <a:chOff x="3408748" y="923584"/>
            <a:chExt cx="5747463" cy="4223064"/>
          </a:xfrm>
        </p:grpSpPr>
        <p:sp>
          <p:nvSpPr>
            <p:cNvPr id="209" name="Google Shape;209;p7"/>
            <p:cNvSpPr/>
            <p:nvPr/>
          </p:nvSpPr>
          <p:spPr>
            <a:xfrm rot="-5400000">
              <a:off x="3737573" y="3926334"/>
              <a:ext cx="891490" cy="1549139"/>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7"/>
            <p:cNvSpPr/>
            <p:nvPr/>
          </p:nvSpPr>
          <p:spPr>
            <a:xfrm rot="5400000">
              <a:off x="8488607" y="1334736"/>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 name="Google Shape;211;p7"/>
          <p:cNvGrpSpPr/>
          <p:nvPr/>
        </p:nvGrpSpPr>
        <p:grpSpPr>
          <a:xfrm>
            <a:off x="-18" y="0"/>
            <a:ext cx="5937217" cy="3309325"/>
            <a:chOff x="-18" y="0"/>
            <a:chExt cx="5937217" cy="3309325"/>
          </a:xfrm>
        </p:grpSpPr>
        <p:sp>
          <p:nvSpPr>
            <p:cNvPr id="212" name="Google Shape;212;p7"/>
            <p:cNvSpPr/>
            <p:nvPr/>
          </p:nvSpPr>
          <p:spPr>
            <a:xfrm rot="-5400000">
              <a:off x="4802987" y="-230987"/>
              <a:ext cx="903225" cy="1365199"/>
            </a:xfrm>
            <a:custGeom>
              <a:avLst/>
              <a:gdLst/>
              <a:ahLst/>
              <a:cxnLst/>
              <a:rect l="l" t="t" r="r" b="b"/>
              <a:pathLst>
                <a:path w="21096" h="31886" extrusionOk="0">
                  <a:moveTo>
                    <a:pt x="21095" y="1"/>
                  </a:moveTo>
                  <a:cubicBezTo>
                    <a:pt x="1" y="16840"/>
                    <a:pt x="21095" y="31886"/>
                    <a:pt x="21095" y="31886"/>
                  </a:cubicBezTo>
                  <a:lnTo>
                    <a:pt x="210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7"/>
            <p:cNvSpPr/>
            <p:nvPr/>
          </p:nvSpPr>
          <p:spPr>
            <a:xfrm rot="10800000">
              <a:off x="-18" y="1609964"/>
              <a:ext cx="963642" cy="1699361"/>
            </a:xfrm>
            <a:custGeom>
              <a:avLst/>
              <a:gdLst/>
              <a:ahLst/>
              <a:cxnLst/>
              <a:rect l="l" t="t" r="r" b="b"/>
              <a:pathLst>
                <a:path w="21855" h="38543" extrusionOk="0">
                  <a:moveTo>
                    <a:pt x="21855" y="1"/>
                  </a:moveTo>
                  <a:cubicBezTo>
                    <a:pt x="0" y="21825"/>
                    <a:pt x="21855" y="38543"/>
                    <a:pt x="21855" y="38543"/>
                  </a:cubicBezTo>
                  <a:lnTo>
                    <a:pt x="21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7"/>
          <p:cNvGrpSpPr/>
          <p:nvPr/>
        </p:nvGrpSpPr>
        <p:grpSpPr>
          <a:xfrm>
            <a:off x="-319301" y="1022830"/>
            <a:ext cx="9608609" cy="3686483"/>
            <a:chOff x="-319301" y="1022830"/>
            <a:chExt cx="9608609" cy="3686483"/>
          </a:xfrm>
        </p:grpSpPr>
        <p:grpSp>
          <p:nvGrpSpPr>
            <p:cNvPr id="215" name="Google Shape;215;p7"/>
            <p:cNvGrpSpPr/>
            <p:nvPr/>
          </p:nvGrpSpPr>
          <p:grpSpPr>
            <a:xfrm rot="-671328">
              <a:off x="8416934" y="3486999"/>
              <a:ext cx="767229" cy="1158890"/>
              <a:chOff x="7754225" y="1474150"/>
              <a:chExt cx="641150" cy="968450"/>
            </a:xfrm>
          </p:grpSpPr>
          <p:sp>
            <p:nvSpPr>
              <p:cNvPr id="216" name="Google Shape;216;p7"/>
              <p:cNvSpPr/>
              <p:nvPr/>
            </p:nvSpPr>
            <p:spPr>
              <a:xfrm>
                <a:off x="8162025" y="1959225"/>
                <a:ext cx="45875" cy="122625"/>
              </a:xfrm>
              <a:custGeom>
                <a:avLst/>
                <a:gdLst/>
                <a:ahLst/>
                <a:cxnLst/>
                <a:rect l="l" t="t" r="r" b="b"/>
                <a:pathLst>
                  <a:path w="1835" h="4905" extrusionOk="0">
                    <a:moveTo>
                      <a:pt x="0" y="1"/>
                    </a:moveTo>
                    <a:lnTo>
                      <a:pt x="1835" y="4904"/>
                    </a:lnTo>
                  </a:path>
                </a:pathLst>
              </a:custGeom>
              <a:solidFill>
                <a:srgbClr val="6D6E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7"/>
              <p:cNvSpPr/>
              <p:nvPr/>
            </p:nvSpPr>
            <p:spPr>
              <a:xfrm>
                <a:off x="8138675" y="1950900"/>
                <a:ext cx="92575" cy="139275"/>
              </a:xfrm>
              <a:custGeom>
                <a:avLst/>
                <a:gdLst/>
                <a:ahLst/>
                <a:cxnLst/>
                <a:rect l="l" t="t" r="r" b="b"/>
                <a:pathLst>
                  <a:path w="3703" h="5571" extrusionOk="0">
                    <a:moveTo>
                      <a:pt x="1835" y="0"/>
                    </a:moveTo>
                    <a:lnTo>
                      <a:pt x="1068" y="300"/>
                    </a:lnTo>
                    <a:lnTo>
                      <a:pt x="0" y="701"/>
                    </a:lnTo>
                    <a:lnTo>
                      <a:pt x="1301" y="4070"/>
                    </a:lnTo>
                    <a:lnTo>
                      <a:pt x="1868" y="5571"/>
                    </a:lnTo>
                    <a:lnTo>
                      <a:pt x="2769" y="5237"/>
                    </a:lnTo>
                    <a:lnTo>
                      <a:pt x="3703" y="4870"/>
                    </a:lnTo>
                    <a:lnTo>
                      <a:pt x="3136" y="3369"/>
                    </a:lnTo>
                    <a:lnTo>
                      <a:pt x="18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7"/>
              <p:cNvSpPr/>
              <p:nvPr/>
            </p:nvSpPr>
            <p:spPr>
              <a:xfrm>
                <a:off x="8142825" y="2033775"/>
                <a:ext cx="248550" cy="408825"/>
              </a:xfrm>
              <a:custGeom>
                <a:avLst/>
                <a:gdLst/>
                <a:ahLst/>
                <a:cxnLst/>
                <a:rect l="l" t="t" r="r" b="b"/>
                <a:pathLst>
                  <a:path w="9942" h="16353" extrusionOk="0">
                    <a:moveTo>
                      <a:pt x="3492" y="1"/>
                    </a:moveTo>
                    <a:cubicBezTo>
                      <a:pt x="3330" y="1"/>
                      <a:pt x="3165" y="29"/>
                      <a:pt x="3003" y="87"/>
                    </a:cubicBezTo>
                    <a:lnTo>
                      <a:pt x="2970" y="87"/>
                    </a:lnTo>
                    <a:lnTo>
                      <a:pt x="2369" y="321"/>
                    </a:lnTo>
                    <a:lnTo>
                      <a:pt x="2036" y="421"/>
                    </a:lnTo>
                    <a:lnTo>
                      <a:pt x="1135" y="788"/>
                    </a:lnTo>
                    <a:lnTo>
                      <a:pt x="1102" y="788"/>
                    </a:lnTo>
                    <a:cubicBezTo>
                      <a:pt x="368" y="1055"/>
                      <a:pt x="1" y="1889"/>
                      <a:pt x="301" y="2623"/>
                    </a:cubicBezTo>
                    <a:lnTo>
                      <a:pt x="5138" y="15432"/>
                    </a:lnTo>
                    <a:cubicBezTo>
                      <a:pt x="5346" y="16004"/>
                      <a:pt x="5898" y="16353"/>
                      <a:pt x="6479" y="16353"/>
                    </a:cubicBezTo>
                    <a:cubicBezTo>
                      <a:pt x="6644" y="16353"/>
                      <a:pt x="6811" y="16325"/>
                      <a:pt x="6973" y="16266"/>
                    </a:cubicBezTo>
                    <a:lnTo>
                      <a:pt x="7940" y="15899"/>
                    </a:lnTo>
                    <a:lnTo>
                      <a:pt x="8207" y="15799"/>
                    </a:lnTo>
                    <a:lnTo>
                      <a:pt x="8874" y="15565"/>
                    </a:lnTo>
                    <a:cubicBezTo>
                      <a:pt x="9608" y="15265"/>
                      <a:pt x="9941" y="14431"/>
                      <a:pt x="9674" y="13731"/>
                    </a:cubicBezTo>
                    <a:lnTo>
                      <a:pt x="4804" y="921"/>
                    </a:lnTo>
                    <a:cubicBezTo>
                      <a:pt x="4596" y="350"/>
                      <a:pt x="4064" y="1"/>
                      <a:pt x="34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7"/>
              <p:cNvSpPr/>
              <p:nvPr/>
            </p:nvSpPr>
            <p:spPr>
              <a:xfrm>
                <a:off x="7831925" y="1523875"/>
                <a:ext cx="475225" cy="430650"/>
              </a:xfrm>
              <a:custGeom>
                <a:avLst/>
                <a:gdLst/>
                <a:ahLst/>
                <a:cxnLst/>
                <a:rect l="l" t="t" r="r" b="b"/>
                <a:pathLst>
                  <a:path w="19009" h="17226" extrusionOk="0">
                    <a:moveTo>
                      <a:pt x="9815" y="0"/>
                    </a:moveTo>
                    <a:cubicBezTo>
                      <a:pt x="4198" y="0"/>
                      <a:pt x="0" y="5397"/>
                      <a:pt x="1562" y="10977"/>
                    </a:cubicBezTo>
                    <a:cubicBezTo>
                      <a:pt x="1629" y="11210"/>
                      <a:pt x="1696" y="11444"/>
                      <a:pt x="1796" y="11677"/>
                    </a:cubicBezTo>
                    <a:cubicBezTo>
                      <a:pt x="2296" y="13011"/>
                      <a:pt x="3130" y="14179"/>
                      <a:pt x="4231" y="15113"/>
                    </a:cubicBezTo>
                    <a:cubicBezTo>
                      <a:pt x="4331" y="15213"/>
                      <a:pt x="4431" y="15313"/>
                      <a:pt x="4565" y="15413"/>
                    </a:cubicBezTo>
                    <a:cubicBezTo>
                      <a:pt x="5165" y="15880"/>
                      <a:pt x="5832" y="16280"/>
                      <a:pt x="6533" y="16547"/>
                    </a:cubicBezTo>
                    <a:cubicBezTo>
                      <a:pt x="7540" y="16992"/>
                      <a:pt x="8626" y="17226"/>
                      <a:pt x="9721" y="17226"/>
                    </a:cubicBezTo>
                    <a:cubicBezTo>
                      <a:pt x="9859" y="17226"/>
                      <a:pt x="9997" y="17222"/>
                      <a:pt x="10135" y="17214"/>
                    </a:cubicBezTo>
                    <a:cubicBezTo>
                      <a:pt x="11103" y="17214"/>
                      <a:pt x="12037" y="17014"/>
                      <a:pt x="12904" y="16681"/>
                    </a:cubicBezTo>
                    <a:cubicBezTo>
                      <a:pt x="16740" y="15213"/>
                      <a:pt x="19008" y="11310"/>
                      <a:pt x="18374" y="7274"/>
                    </a:cubicBezTo>
                    <a:cubicBezTo>
                      <a:pt x="18341" y="6974"/>
                      <a:pt x="18274" y="6640"/>
                      <a:pt x="18174" y="6373"/>
                    </a:cubicBezTo>
                    <a:cubicBezTo>
                      <a:pt x="18108" y="6073"/>
                      <a:pt x="18008" y="5806"/>
                      <a:pt x="17907" y="5539"/>
                    </a:cubicBezTo>
                    <a:cubicBezTo>
                      <a:pt x="17707" y="5006"/>
                      <a:pt x="17440" y="4472"/>
                      <a:pt x="17107" y="3972"/>
                    </a:cubicBezTo>
                    <a:lnTo>
                      <a:pt x="17040" y="3838"/>
                    </a:lnTo>
                    <a:cubicBezTo>
                      <a:pt x="16540" y="3071"/>
                      <a:pt x="15906" y="2404"/>
                      <a:pt x="15206" y="1837"/>
                    </a:cubicBezTo>
                    <a:lnTo>
                      <a:pt x="15139" y="1803"/>
                    </a:lnTo>
                    <a:cubicBezTo>
                      <a:pt x="13838" y="769"/>
                      <a:pt x="12270" y="169"/>
                      <a:pt x="10602" y="35"/>
                    </a:cubicBezTo>
                    <a:cubicBezTo>
                      <a:pt x="10337" y="12"/>
                      <a:pt x="10074" y="0"/>
                      <a:pt x="98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7"/>
              <p:cNvSpPr/>
              <p:nvPr/>
            </p:nvSpPr>
            <p:spPr>
              <a:xfrm>
                <a:off x="8165350" y="1950900"/>
                <a:ext cx="226025" cy="480350"/>
              </a:xfrm>
              <a:custGeom>
                <a:avLst/>
                <a:gdLst/>
                <a:ahLst/>
                <a:cxnLst/>
                <a:rect l="l" t="t" r="r" b="b"/>
                <a:pathLst>
                  <a:path w="9041" h="19214" extrusionOk="0">
                    <a:moveTo>
                      <a:pt x="768" y="0"/>
                    </a:moveTo>
                    <a:lnTo>
                      <a:pt x="1" y="267"/>
                    </a:lnTo>
                    <a:lnTo>
                      <a:pt x="67" y="934"/>
                    </a:lnTo>
                    <a:lnTo>
                      <a:pt x="1135" y="3736"/>
                    </a:lnTo>
                    <a:lnTo>
                      <a:pt x="1702" y="5237"/>
                    </a:lnTo>
                    <a:lnTo>
                      <a:pt x="7039" y="19214"/>
                    </a:lnTo>
                    <a:lnTo>
                      <a:pt x="7306" y="19114"/>
                    </a:lnTo>
                    <a:lnTo>
                      <a:pt x="7973" y="18880"/>
                    </a:lnTo>
                    <a:cubicBezTo>
                      <a:pt x="8707" y="18580"/>
                      <a:pt x="9040" y="17746"/>
                      <a:pt x="8773" y="17046"/>
                    </a:cubicBezTo>
                    <a:lnTo>
                      <a:pt x="3903" y="4236"/>
                    </a:lnTo>
                    <a:cubicBezTo>
                      <a:pt x="3693" y="3657"/>
                      <a:pt x="3150" y="3286"/>
                      <a:pt x="2570" y="3286"/>
                    </a:cubicBezTo>
                    <a:cubicBezTo>
                      <a:pt x="2415" y="3286"/>
                      <a:pt x="2257" y="3313"/>
                      <a:pt x="2102" y="3369"/>
                    </a:cubicBezTo>
                    <a:lnTo>
                      <a:pt x="2069" y="3369"/>
                    </a:lnTo>
                    <a:lnTo>
                      <a:pt x="768" y="0"/>
                    </a:lnTo>
                    <a:close/>
                  </a:path>
                </a:pathLst>
              </a:custGeom>
              <a:solidFill>
                <a:srgbClr val="002F57">
                  <a:alpha val="13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7"/>
              <p:cNvSpPr/>
              <p:nvPr/>
            </p:nvSpPr>
            <p:spPr>
              <a:xfrm>
                <a:off x="7754225" y="1474150"/>
                <a:ext cx="641150" cy="530375"/>
              </a:xfrm>
              <a:custGeom>
                <a:avLst/>
                <a:gdLst/>
                <a:ahLst/>
                <a:cxnLst/>
                <a:rect l="l" t="t" r="r" b="b"/>
                <a:pathLst>
                  <a:path w="25646" h="21215" extrusionOk="0">
                    <a:moveTo>
                      <a:pt x="12930" y="1934"/>
                    </a:moveTo>
                    <a:cubicBezTo>
                      <a:pt x="14099" y="1934"/>
                      <a:pt x="15310" y="2181"/>
                      <a:pt x="16512" y="2725"/>
                    </a:cubicBezTo>
                    <a:cubicBezTo>
                      <a:pt x="23517" y="5861"/>
                      <a:pt x="23217" y="15934"/>
                      <a:pt x="16012" y="18670"/>
                    </a:cubicBezTo>
                    <a:cubicBezTo>
                      <a:pt x="15015" y="19044"/>
                      <a:pt x="13991" y="19222"/>
                      <a:pt x="12984" y="19222"/>
                    </a:cubicBezTo>
                    <a:cubicBezTo>
                      <a:pt x="9507" y="19222"/>
                      <a:pt x="6223" y="17106"/>
                      <a:pt x="4904" y="13666"/>
                    </a:cubicBezTo>
                    <a:cubicBezTo>
                      <a:pt x="2638" y="7697"/>
                      <a:pt x="7286" y="1934"/>
                      <a:pt x="12930" y="1934"/>
                    </a:cubicBezTo>
                    <a:close/>
                    <a:moveTo>
                      <a:pt x="12965" y="1"/>
                    </a:moveTo>
                    <a:cubicBezTo>
                      <a:pt x="11715" y="1"/>
                      <a:pt x="10444" y="223"/>
                      <a:pt x="9207" y="690"/>
                    </a:cubicBezTo>
                    <a:cubicBezTo>
                      <a:pt x="401" y="4026"/>
                      <a:pt x="0" y="16368"/>
                      <a:pt x="8607" y="20238"/>
                    </a:cubicBezTo>
                    <a:cubicBezTo>
                      <a:pt x="10088" y="20909"/>
                      <a:pt x="11581" y="21214"/>
                      <a:pt x="13020" y="21214"/>
                    </a:cubicBezTo>
                    <a:cubicBezTo>
                      <a:pt x="19947" y="21214"/>
                      <a:pt x="25645" y="14152"/>
                      <a:pt x="22883" y="6861"/>
                    </a:cubicBezTo>
                    <a:cubicBezTo>
                      <a:pt x="21283" y="2602"/>
                      <a:pt x="17245" y="1"/>
                      <a:pt x="129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 name="Google Shape;222;p7"/>
            <p:cNvGrpSpPr/>
            <p:nvPr/>
          </p:nvGrpSpPr>
          <p:grpSpPr>
            <a:xfrm rot="5650587">
              <a:off x="-233029" y="1007511"/>
              <a:ext cx="958328" cy="1063903"/>
              <a:chOff x="7346251" y="563301"/>
              <a:chExt cx="1165163" cy="1293524"/>
            </a:xfrm>
          </p:grpSpPr>
          <p:sp>
            <p:nvSpPr>
              <p:cNvPr id="223" name="Google Shape;223;p7"/>
              <p:cNvSpPr/>
              <p:nvPr/>
            </p:nvSpPr>
            <p:spPr>
              <a:xfrm rot="1693449">
                <a:off x="7551679" y="1144858"/>
                <a:ext cx="928371" cy="366040"/>
              </a:xfrm>
              <a:custGeom>
                <a:avLst/>
                <a:gdLst/>
                <a:ahLst/>
                <a:cxnLst/>
                <a:rect l="l" t="t" r="r" b="b"/>
                <a:pathLst>
                  <a:path w="22281" h="8785" extrusionOk="0">
                    <a:moveTo>
                      <a:pt x="11156" y="1"/>
                    </a:moveTo>
                    <a:lnTo>
                      <a:pt x="0" y="8147"/>
                    </a:lnTo>
                    <a:lnTo>
                      <a:pt x="456" y="8785"/>
                    </a:lnTo>
                    <a:lnTo>
                      <a:pt x="11156" y="943"/>
                    </a:lnTo>
                    <a:lnTo>
                      <a:pt x="21824" y="8785"/>
                    </a:lnTo>
                    <a:lnTo>
                      <a:pt x="22280" y="8147"/>
                    </a:lnTo>
                    <a:lnTo>
                      <a:pt x="111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7"/>
              <p:cNvSpPr/>
              <p:nvPr/>
            </p:nvSpPr>
            <p:spPr>
              <a:xfrm rot="1693449">
                <a:off x="8193466" y="722377"/>
                <a:ext cx="31708" cy="490164"/>
              </a:xfrm>
              <a:custGeom>
                <a:avLst/>
                <a:gdLst/>
                <a:ahLst/>
                <a:cxnLst/>
                <a:rect l="l" t="t" r="r" b="b"/>
                <a:pathLst>
                  <a:path w="761" h="11764" extrusionOk="0">
                    <a:moveTo>
                      <a:pt x="0" y="1"/>
                    </a:moveTo>
                    <a:lnTo>
                      <a:pt x="0" y="11764"/>
                    </a:lnTo>
                    <a:lnTo>
                      <a:pt x="760" y="11764"/>
                    </a:lnTo>
                    <a:lnTo>
                      <a:pt x="7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7"/>
              <p:cNvSpPr/>
              <p:nvPr/>
            </p:nvSpPr>
            <p:spPr>
              <a:xfrm rot="1693449">
                <a:off x="7387886" y="1133150"/>
                <a:ext cx="271332" cy="244291"/>
              </a:xfrm>
              <a:custGeom>
                <a:avLst/>
                <a:gdLst/>
                <a:ahLst/>
                <a:cxnLst/>
                <a:rect l="l" t="t" r="r" b="b"/>
                <a:pathLst>
                  <a:path w="6512" h="5863" extrusionOk="0">
                    <a:moveTo>
                      <a:pt x="3613" y="0"/>
                    </a:moveTo>
                    <a:cubicBezTo>
                      <a:pt x="1736" y="0"/>
                      <a:pt x="1" y="1909"/>
                      <a:pt x="888" y="4061"/>
                    </a:cubicBezTo>
                    <a:cubicBezTo>
                      <a:pt x="1399" y="5299"/>
                      <a:pt x="2472" y="5862"/>
                      <a:pt x="3545" y="5862"/>
                    </a:cubicBezTo>
                    <a:cubicBezTo>
                      <a:pt x="5028" y="5862"/>
                      <a:pt x="6511" y="4788"/>
                      <a:pt x="6511" y="2937"/>
                    </a:cubicBezTo>
                    <a:cubicBezTo>
                      <a:pt x="6511" y="2177"/>
                      <a:pt x="6208" y="1417"/>
                      <a:pt x="5630" y="870"/>
                    </a:cubicBezTo>
                    <a:cubicBezTo>
                      <a:pt x="5022" y="262"/>
                      <a:pt x="4308" y="0"/>
                      <a:pt x="3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7"/>
              <p:cNvSpPr/>
              <p:nvPr/>
            </p:nvSpPr>
            <p:spPr>
              <a:xfrm rot="1693449">
                <a:off x="7389301" y="1127882"/>
                <a:ext cx="256582" cy="217124"/>
              </a:xfrm>
              <a:custGeom>
                <a:avLst/>
                <a:gdLst/>
                <a:ahLst/>
                <a:cxnLst/>
                <a:rect l="l" t="t" r="r" b="b"/>
                <a:pathLst>
                  <a:path w="6158" h="5211" extrusionOk="0">
                    <a:moveTo>
                      <a:pt x="3793" y="0"/>
                    </a:moveTo>
                    <a:cubicBezTo>
                      <a:pt x="1804" y="0"/>
                      <a:pt x="1" y="2153"/>
                      <a:pt x="1173" y="4340"/>
                    </a:cubicBezTo>
                    <a:cubicBezTo>
                      <a:pt x="1775" y="4942"/>
                      <a:pt x="2512" y="5211"/>
                      <a:pt x="3232" y="5211"/>
                    </a:cubicBezTo>
                    <a:cubicBezTo>
                      <a:pt x="4730" y="5211"/>
                      <a:pt x="6158" y="4048"/>
                      <a:pt x="6158" y="2303"/>
                    </a:cubicBezTo>
                    <a:cubicBezTo>
                      <a:pt x="6158" y="1787"/>
                      <a:pt x="6036" y="1331"/>
                      <a:pt x="5823" y="875"/>
                    </a:cubicBezTo>
                    <a:cubicBezTo>
                      <a:pt x="5203" y="262"/>
                      <a:pt x="4487" y="0"/>
                      <a:pt x="37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7"/>
              <p:cNvSpPr/>
              <p:nvPr/>
            </p:nvSpPr>
            <p:spPr>
              <a:xfrm rot="1693449">
                <a:off x="8170413" y="620910"/>
                <a:ext cx="279374" cy="243749"/>
              </a:xfrm>
              <a:custGeom>
                <a:avLst/>
                <a:gdLst/>
                <a:ahLst/>
                <a:cxnLst/>
                <a:rect l="l" t="t" r="r" b="b"/>
                <a:pathLst>
                  <a:path w="6705" h="5850" extrusionOk="0">
                    <a:moveTo>
                      <a:pt x="3764" y="1"/>
                    </a:moveTo>
                    <a:cubicBezTo>
                      <a:pt x="1641" y="1"/>
                      <a:pt x="0" y="2426"/>
                      <a:pt x="1325" y="4489"/>
                    </a:cubicBezTo>
                    <a:cubicBezTo>
                      <a:pt x="1916" y="5428"/>
                      <a:pt x="2835" y="5850"/>
                      <a:pt x="3748" y="5850"/>
                    </a:cubicBezTo>
                    <a:cubicBezTo>
                      <a:pt x="5226" y="5850"/>
                      <a:pt x="6686" y="4743"/>
                      <a:pt x="6705" y="2939"/>
                    </a:cubicBezTo>
                    <a:cubicBezTo>
                      <a:pt x="6705" y="1814"/>
                      <a:pt x="6036" y="780"/>
                      <a:pt x="5033" y="294"/>
                    </a:cubicBezTo>
                    <a:cubicBezTo>
                      <a:pt x="4604" y="92"/>
                      <a:pt x="4175" y="1"/>
                      <a:pt x="37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7"/>
              <p:cNvSpPr/>
              <p:nvPr/>
            </p:nvSpPr>
            <p:spPr>
              <a:xfrm rot="1693449">
                <a:off x="8165574" y="611565"/>
                <a:ext cx="260165" cy="222957"/>
              </a:xfrm>
              <a:custGeom>
                <a:avLst/>
                <a:gdLst/>
                <a:ahLst/>
                <a:cxnLst/>
                <a:rect l="l" t="t" r="r" b="b"/>
                <a:pathLst>
                  <a:path w="6244" h="5351" extrusionOk="0">
                    <a:moveTo>
                      <a:pt x="4023" y="1"/>
                    </a:moveTo>
                    <a:cubicBezTo>
                      <a:pt x="1646" y="1"/>
                      <a:pt x="1" y="3100"/>
                      <a:pt x="2049" y="5070"/>
                    </a:cubicBezTo>
                    <a:cubicBezTo>
                      <a:pt x="2458" y="5262"/>
                      <a:pt x="2881" y="5350"/>
                      <a:pt x="3293" y="5350"/>
                    </a:cubicBezTo>
                    <a:cubicBezTo>
                      <a:pt x="4841" y="5350"/>
                      <a:pt x="6244" y="4106"/>
                      <a:pt x="6244" y="2426"/>
                    </a:cubicBezTo>
                    <a:cubicBezTo>
                      <a:pt x="6244" y="1605"/>
                      <a:pt x="5909" y="845"/>
                      <a:pt x="5301" y="298"/>
                    </a:cubicBezTo>
                    <a:cubicBezTo>
                      <a:pt x="4864" y="93"/>
                      <a:pt x="4433" y="1"/>
                      <a:pt x="40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7"/>
              <p:cNvSpPr/>
              <p:nvPr/>
            </p:nvSpPr>
            <p:spPr>
              <a:xfrm rot="1693449">
                <a:off x="7894832" y="992986"/>
                <a:ext cx="393915" cy="386790"/>
              </a:xfrm>
              <a:custGeom>
                <a:avLst/>
                <a:gdLst/>
                <a:ahLst/>
                <a:cxnLst/>
                <a:rect l="l" t="t" r="r" b="b"/>
                <a:pathLst>
                  <a:path w="9454" h="9283" extrusionOk="0">
                    <a:moveTo>
                      <a:pt x="4743" y="0"/>
                    </a:moveTo>
                    <a:cubicBezTo>
                      <a:pt x="2189" y="0"/>
                      <a:pt x="92" y="2006"/>
                      <a:pt x="31" y="4560"/>
                    </a:cubicBezTo>
                    <a:cubicBezTo>
                      <a:pt x="1" y="5228"/>
                      <a:pt x="153" y="5897"/>
                      <a:pt x="426" y="6505"/>
                    </a:cubicBezTo>
                    <a:cubicBezTo>
                      <a:pt x="1200" y="8233"/>
                      <a:pt x="2915" y="9282"/>
                      <a:pt x="4735" y="9282"/>
                    </a:cubicBezTo>
                    <a:cubicBezTo>
                      <a:pt x="5060" y="9282"/>
                      <a:pt x="5388" y="9249"/>
                      <a:pt x="5715" y="9180"/>
                    </a:cubicBezTo>
                    <a:cubicBezTo>
                      <a:pt x="7904" y="8724"/>
                      <a:pt x="9454" y="6778"/>
                      <a:pt x="9454" y="4560"/>
                    </a:cubicBezTo>
                    <a:cubicBezTo>
                      <a:pt x="9363" y="2006"/>
                      <a:pt x="7296" y="0"/>
                      <a:pt x="47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7"/>
              <p:cNvSpPr/>
              <p:nvPr/>
            </p:nvSpPr>
            <p:spPr>
              <a:xfrm rot="1693449">
                <a:off x="7909513" y="982757"/>
                <a:ext cx="362248" cy="344582"/>
              </a:xfrm>
              <a:custGeom>
                <a:avLst/>
                <a:gdLst/>
                <a:ahLst/>
                <a:cxnLst/>
                <a:rect l="l" t="t" r="r" b="b"/>
                <a:pathLst>
                  <a:path w="8694" h="8270" extrusionOk="0">
                    <a:moveTo>
                      <a:pt x="4764" y="1"/>
                    </a:moveTo>
                    <a:cubicBezTo>
                      <a:pt x="2345" y="1"/>
                      <a:pt x="11" y="1856"/>
                      <a:pt x="31" y="4703"/>
                    </a:cubicBezTo>
                    <a:cubicBezTo>
                      <a:pt x="1" y="5371"/>
                      <a:pt x="153" y="6040"/>
                      <a:pt x="426" y="6648"/>
                    </a:cubicBezTo>
                    <a:cubicBezTo>
                      <a:pt x="1413" y="7769"/>
                      <a:pt x="2690" y="8270"/>
                      <a:pt x="3944" y="8270"/>
                    </a:cubicBezTo>
                    <a:cubicBezTo>
                      <a:pt x="6362" y="8270"/>
                      <a:pt x="8694" y="6409"/>
                      <a:pt x="8694" y="3548"/>
                    </a:cubicBezTo>
                    <a:cubicBezTo>
                      <a:pt x="8694" y="2879"/>
                      <a:pt x="8542" y="2210"/>
                      <a:pt x="8268" y="1602"/>
                    </a:cubicBezTo>
                    <a:cubicBezTo>
                      <a:pt x="7285" y="495"/>
                      <a:pt x="6013" y="1"/>
                      <a:pt x="47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7"/>
              <p:cNvSpPr/>
              <p:nvPr/>
            </p:nvSpPr>
            <p:spPr>
              <a:xfrm rot="1693449">
                <a:off x="8173447" y="1561299"/>
                <a:ext cx="287540" cy="241916"/>
              </a:xfrm>
              <a:custGeom>
                <a:avLst/>
                <a:gdLst/>
                <a:ahLst/>
                <a:cxnLst/>
                <a:rect l="l" t="t" r="r" b="b"/>
                <a:pathLst>
                  <a:path w="6901" h="5806" extrusionOk="0">
                    <a:moveTo>
                      <a:pt x="3983" y="0"/>
                    </a:moveTo>
                    <a:cubicBezTo>
                      <a:pt x="1186" y="0"/>
                      <a:pt x="1" y="3526"/>
                      <a:pt x="2220" y="5228"/>
                    </a:cubicBezTo>
                    <a:cubicBezTo>
                      <a:pt x="2706" y="5623"/>
                      <a:pt x="3344" y="5806"/>
                      <a:pt x="3983" y="5806"/>
                    </a:cubicBezTo>
                    <a:cubicBezTo>
                      <a:pt x="5594" y="5806"/>
                      <a:pt x="6901" y="4499"/>
                      <a:pt x="6901" y="2888"/>
                    </a:cubicBezTo>
                    <a:cubicBezTo>
                      <a:pt x="6870" y="1733"/>
                      <a:pt x="6202" y="669"/>
                      <a:pt x="5107" y="213"/>
                    </a:cubicBezTo>
                    <a:cubicBezTo>
                      <a:pt x="4743" y="61"/>
                      <a:pt x="4378" y="0"/>
                      <a:pt x="39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7"/>
              <p:cNvSpPr/>
              <p:nvPr/>
            </p:nvSpPr>
            <p:spPr>
              <a:xfrm rot="1693449">
                <a:off x="8178624" y="1555917"/>
                <a:ext cx="260957" cy="226707"/>
              </a:xfrm>
              <a:custGeom>
                <a:avLst/>
                <a:gdLst/>
                <a:ahLst/>
                <a:cxnLst/>
                <a:rect l="l" t="t" r="r" b="b"/>
                <a:pathLst>
                  <a:path w="6263" h="5441" extrusionOk="0">
                    <a:moveTo>
                      <a:pt x="3983" y="0"/>
                    </a:moveTo>
                    <a:cubicBezTo>
                      <a:pt x="1186" y="0"/>
                      <a:pt x="1" y="3526"/>
                      <a:pt x="2220" y="5228"/>
                    </a:cubicBezTo>
                    <a:cubicBezTo>
                      <a:pt x="2584" y="5380"/>
                      <a:pt x="2949" y="5441"/>
                      <a:pt x="3344" y="5441"/>
                    </a:cubicBezTo>
                    <a:cubicBezTo>
                      <a:pt x="4955" y="5441"/>
                      <a:pt x="6262" y="4134"/>
                      <a:pt x="6262" y="2553"/>
                    </a:cubicBezTo>
                    <a:cubicBezTo>
                      <a:pt x="6262" y="1611"/>
                      <a:pt x="5837" y="760"/>
                      <a:pt x="5107" y="213"/>
                    </a:cubicBezTo>
                    <a:cubicBezTo>
                      <a:pt x="4743" y="61"/>
                      <a:pt x="4378" y="0"/>
                      <a:pt x="39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3" name="Google Shape;233;p7"/>
          <p:cNvGrpSpPr/>
          <p:nvPr/>
        </p:nvGrpSpPr>
        <p:grpSpPr>
          <a:xfrm>
            <a:off x="87719" y="659293"/>
            <a:ext cx="8998010" cy="4946067"/>
            <a:chOff x="87719" y="659293"/>
            <a:chExt cx="8998010" cy="4946067"/>
          </a:xfrm>
        </p:grpSpPr>
        <p:grpSp>
          <p:nvGrpSpPr>
            <p:cNvPr id="234" name="Google Shape;234;p7"/>
            <p:cNvGrpSpPr/>
            <p:nvPr/>
          </p:nvGrpSpPr>
          <p:grpSpPr>
            <a:xfrm rot="9394993" flipH="1">
              <a:off x="3262551" y="4470348"/>
              <a:ext cx="1635758" cy="844761"/>
              <a:chOff x="596274" y="343048"/>
              <a:chExt cx="1635826" cy="844796"/>
            </a:xfrm>
          </p:grpSpPr>
          <p:sp>
            <p:nvSpPr>
              <p:cNvPr id="235" name="Google Shape;235;p7"/>
              <p:cNvSpPr/>
              <p:nvPr/>
            </p:nvSpPr>
            <p:spPr>
              <a:xfrm>
                <a:off x="596274" y="1020316"/>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7"/>
              <p:cNvSpPr/>
              <p:nvPr/>
            </p:nvSpPr>
            <p:spPr>
              <a:xfrm>
                <a:off x="2155163" y="343048"/>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7"/>
              <p:cNvSpPr/>
              <p:nvPr/>
            </p:nvSpPr>
            <p:spPr>
              <a:xfrm>
                <a:off x="839216" y="1070134"/>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8" name="Google Shape;238;p7"/>
            <p:cNvGrpSpPr/>
            <p:nvPr/>
          </p:nvGrpSpPr>
          <p:grpSpPr>
            <a:xfrm rot="5400000">
              <a:off x="8063335" y="1373191"/>
              <a:ext cx="1736292" cy="308495"/>
              <a:chOff x="884340" y="164158"/>
              <a:chExt cx="1736292" cy="308495"/>
            </a:xfrm>
          </p:grpSpPr>
          <p:sp>
            <p:nvSpPr>
              <p:cNvPr id="239" name="Google Shape;239;p7"/>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7"/>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7"/>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 name="Google Shape;242;p7"/>
            <p:cNvGrpSpPr/>
            <p:nvPr/>
          </p:nvGrpSpPr>
          <p:grpSpPr>
            <a:xfrm rot="5705005" flipH="1">
              <a:off x="-372558" y="2716378"/>
              <a:ext cx="1428180" cy="382586"/>
              <a:chOff x="1515612" y="941908"/>
              <a:chExt cx="1428276" cy="382612"/>
            </a:xfrm>
          </p:grpSpPr>
          <p:sp>
            <p:nvSpPr>
              <p:cNvPr id="243" name="Google Shape;243;p7"/>
              <p:cNvSpPr/>
              <p:nvPr/>
            </p:nvSpPr>
            <p:spPr>
              <a:xfrm>
                <a:off x="1824264" y="976541"/>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7"/>
              <p:cNvSpPr/>
              <p:nvPr/>
            </p:nvSpPr>
            <p:spPr>
              <a:xfrm>
                <a:off x="2866951" y="941908"/>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7"/>
              <p:cNvSpPr/>
              <p:nvPr/>
            </p:nvSpPr>
            <p:spPr>
              <a:xfrm>
                <a:off x="1515612" y="1206810"/>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46" name="Google Shape;246;p7"/>
          <p:cNvSpPr txBox="1">
            <a:spLocks noGrp="1"/>
          </p:cNvSpPr>
          <p:nvPr>
            <p:ph type="body" idx="1"/>
          </p:nvPr>
        </p:nvSpPr>
        <p:spPr>
          <a:xfrm>
            <a:off x="1051576" y="1814583"/>
            <a:ext cx="4241700" cy="21369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Clr>
                <a:schemeClr val="lt2"/>
              </a:buClr>
              <a:buSzPts val="1600"/>
              <a:buFont typeface="Nunito Light"/>
              <a:buChar char="●"/>
              <a:defRPr/>
            </a:lvl1pPr>
            <a:lvl2pPr marL="914400" lvl="1" indent="-330200">
              <a:spcBef>
                <a:spcPts val="0"/>
              </a:spcBef>
              <a:spcAft>
                <a:spcPts val="0"/>
              </a:spcAft>
              <a:buSzPts val="1600"/>
              <a:buFont typeface="Nunito Light"/>
              <a:buChar char="○"/>
              <a:defRPr sz="1200"/>
            </a:lvl2pPr>
            <a:lvl3pPr marL="1371600" lvl="2" indent="-323850">
              <a:spcBef>
                <a:spcPts val="0"/>
              </a:spcBef>
              <a:spcAft>
                <a:spcPts val="0"/>
              </a:spcAft>
              <a:buSzPts val="1500"/>
              <a:buFont typeface="Nunito Light"/>
              <a:buChar char="■"/>
              <a:defRPr sz="1200"/>
            </a:lvl3pPr>
            <a:lvl4pPr marL="1828800" lvl="3" indent="-323850">
              <a:spcBef>
                <a:spcPts val="0"/>
              </a:spcBef>
              <a:spcAft>
                <a:spcPts val="0"/>
              </a:spcAft>
              <a:buSzPts val="1500"/>
              <a:buFont typeface="Nunito Light"/>
              <a:buChar char="●"/>
              <a:defRPr sz="1200"/>
            </a:lvl4pPr>
            <a:lvl5pPr marL="2286000" lvl="4" indent="-317500">
              <a:spcBef>
                <a:spcPts val="0"/>
              </a:spcBef>
              <a:spcAft>
                <a:spcPts val="0"/>
              </a:spcAft>
              <a:buSzPts val="1400"/>
              <a:buFont typeface="Nunito Light"/>
              <a:buChar char="○"/>
              <a:defRPr sz="1200"/>
            </a:lvl5pPr>
            <a:lvl6pPr marL="2743200" lvl="5" indent="-317500">
              <a:spcBef>
                <a:spcPts val="0"/>
              </a:spcBef>
              <a:spcAft>
                <a:spcPts val="0"/>
              </a:spcAft>
              <a:buSzPts val="1400"/>
              <a:buFont typeface="Nunito Light"/>
              <a:buChar char="■"/>
              <a:defRPr sz="1200"/>
            </a:lvl6pPr>
            <a:lvl7pPr marL="3200400" lvl="6" indent="-311150">
              <a:spcBef>
                <a:spcPts val="0"/>
              </a:spcBef>
              <a:spcAft>
                <a:spcPts val="0"/>
              </a:spcAft>
              <a:buSzPts val="1300"/>
              <a:buFont typeface="Nunito Light"/>
              <a:buChar char="●"/>
              <a:defRPr sz="1200"/>
            </a:lvl7pPr>
            <a:lvl8pPr marL="3657600" lvl="7" indent="-311150">
              <a:spcBef>
                <a:spcPts val="0"/>
              </a:spcBef>
              <a:spcAft>
                <a:spcPts val="0"/>
              </a:spcAft>
              <a:buSzPts val="1300"/>
              <a:buFont typeface="Nunito Light"/>
              <a:buChar char="○"/>
              <a:defRPr sz="1200"/>
            </a:lvl8pPr>
            <a:lvl9pPr marL="4114800" lvl="8" indent="-317500">
              <a:spcBef>
                <a:spcPts val="0"/>
              </a:spcBef>
              <a:spcAft>
                <a:spcPts val="0"/>
              </a:spcAft>
              <a:buSzPts val="1400"/>
              <a:buFont typeface="Nunito Light"/>
              <a:buChar char="■"/>
              <a:defRPr sz="1200"/>
            </a:lvl9pPr>
          </a:lstStyle>
          <a:p>
            <a:endParaRPr/>
          </a:p>
        </p:txBody>
      </p:sp>
      <p:sp>
        <p:nvSpPr>
          <p:cNvPr id="247" name="Google Shape;247;p7"/>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248" name="Google Shape;248;p7"/>
          <p:cNvSpPr>
            <a:spLocks noGrp="1"/>
          </p:cNvSpPr>
          <p:nvPr>
            <p:ph type="pic" idx="2"/>
          </p:nvPr>
        </p:nvSpPr>
        <p:spPr>
          <a:xfrm>
            <a:off x="5462726" y="1427225"/>
            <a:ext cx="2743200" cy="2713500"/>
          </a:xfrm>
          <a:prstGeom prst="teardrop">
            <a:avLst>
              <a:gd name="adj" fmla="val 100000"/>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49"/>
        <p:cNvGrpSpPr/>
        <p:nvPr/>
      </p:nvGrpSpPr>
      <p:grpSpPr>
        <a:xfrm>
          <a:off x="0" y="0"/>
          <a:ext cx="0" cy="0"/>
          <a:chOff x="0" y="0"/>
          <a:chExt cx="0" cy="0"/>
        </a:xfrm>
      </p:grpSpPr>
      <p:grpSp>
        <p:nvGrpSpPr>
          <p:cNvPr id="250" name="Google Shape;250;p8"/>
          <p:cNvGrpSpPr/>
          <p:nvPr/>
        </p:nvGrpSpPr>
        <p:grpSpPr>
          <a:xfrm flipH="1">
            <a:off x="-1647967" y="369262"/>
            <a:ext cx="10786617" cy="7449457"/>
            <a:chOff x="0" y="369262"/>
            <a:chExt cx="10786617" cy="7449457"/>
          </a:xfrm>
        </p:grpSpPr>
        <p:grpSp>
          <p:nvGrpSpPr>
            <p:cNvPr id="251" name="Google Shape;251;p8"/>
            <p:cNvGrpSpPr/>
            <p:nvPr/>
          </p:nvGrpSpPr>
          <p:grpSpPr>
            <a:xfrm>
              <a:off x="0" y="369262"/>
              <a:ext cx="4115710" cy="3479146"/>
              <a:chOff x="0" y="3879600"/>
              <a:chExt cx="4115710" cy="3479146"/>
            </a:xfrm>
          </p:grpSpPr>
          <p:sp>
            <p:nvSpPr>
              <p:cNvPr id="252" name="Google Shape;252;p8"/>
              <p:cNvSpPr/>
              <p:nvPr/>
            </p:nvSpPr>
            <p:spPr>
              <a:xfrm flipH="1">
                <a:off x="0" y="3879605"/>
                <a:ext cx="4115710" cy="3479140"/>
              </a:xfrm>
              <a:custGeom>
                <a:avLst/>
                <a:gdLst/>
                <a:ahLst/>
                <a:cxnLst/>
                <a:rect l="l" t="t" r="r" b="b"/>
                <a:pathLst>
                  <a:path w="84594" h="71510" extrusionOk="0">
                    <a:moveTo>
                      <a:pt x="23458" y="1"/>
                    </a:moveTo>
                    <a:cubicBezTo>
                      <a:pt x="20912" y="1"/>
                      <a:pt x="18397" y="632"/>
                      <a:pt x="15912" y="2164"/>
                    </a:cubicBezTo>
                    <a:cubicBezTo>
                      <a:pt x="0" y="11937"/>
                      <a:pt x="20448" y="43326"/>
                      <a:pt x="28487" y="52733"/>
                    </a:cubicBezTo>
                    <a:cubicBezTo>
                      <a:pt x="40102" y="66299"/>
                      <a:pt x="51571" y="71510"/>
                      <a:pt x="62024" y="71510"/>
                    </a:cubicBezTo>
                    <a:cubicBezTo>
                      <a:pt x="70336" y="71510"/>
                      <a:pt x="78005" y="68216"/>
                      <a:pt x="84594" y="63207"/>
                    </a:cubicBezTo>
                    <a:lnTo>
                      <a:pt x="84594" y="6967"/>
                    </a:lnTo>
                    <a:cubicBezTo>
                      <a:pt x="79724" y="8168"/>
                      <a:pt x="74187" y="10336"/>
                      <a:pt x="67815" y="12638"/>
                    </a:cubicBezTo>
                    <a:cubicBezTo>
                      <a:pt x="65657" y="13420"/>
                      <a:pt x="63521" y="13758"/>
                      <a:pt x="61408" y="13758"/>
                    </a:cubicBezTo>
                    <a:cubicBezTo>
                      <a:pt x="47925" y="13758"/>
                      <a:pt x="35349" y="1"/>
                      <a:pt x="2345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8"/>
              <p:cNvSpPr/>
              <p:nvPr/>
            </p:nvSpPr>
            <p:spPr>
              <a:xfrm>
                <a:off x="622325" y="3879600"/>
                <a:ext cx="958424" cy="377422"/>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8"/>
            <p:cNvGrpSpPr/>
            <p:nvPr/>
          </p:nvGrpSpPr>
          <p:grpSpPr>
            <a:xfrm>
              <a:off x="5225575" y="2571743"/>
              <a:ext cx="5561042" cy="5246976"/>
              <a:chOff x="5225575" y="2571743"/>
              <a:chExt cx="5561042" cy="5246976"/>
            </a:xfrm>
          </p:grpSpPr>
          <p:sp>
            <p:nvSpPr>
              <p:cNvPr id="255" name="Google Shape;255;p8"/>
              <p:cNvSpPr/>
              <p:nvPr/>
            </p:nvSpPr>
            <p:spPr>
              <a:xfrm rot="-1679527">
                <a:off x="5818299" y="3387051"/>
                <a:ext cx="4375595" cy="3616360"/>
              </a:xfrm>
              <a:custGeom>
                <a:avLst/>
                <a:gdLst/>
                <a:ahLst/>
                <a:cxnLst/>
                <a:rect l="l" t="t" r="r" b="b"/>
                <a:pathLst>
                  <a:path w="84828" h="70109" extrusionOk="0">
                    <a:moveTo>
                      <a:pt x="77287" y="0"/>
                    </a:moveTo>
                    <a:cubicBezTo>
                      <a:pt x="71181" y="0"/>
                      <a:pt x="65976" y="5252"/>
                      <a:pt x="56274" y="16870"/>
                    </a:cubicBezTo>
                    <a:cubicBezTo>
                      <a:pt x="52897" y="20896"/>
                      <a:pt x="48494" y="22366"/>
                      <a:pt x="43589" y="22366"/>
                    </a:cubicBezTo>
                    <a:cubicBezTo>
                      <a:pt x="30286" y="22366"/>
                      <a:pt x="13295" y="11546"/>
                      <a:pt x="3101" y="11546"/>
                    </a:cubicBezTo>
                    <a:cubicBezTo>
                      <a:pt x="1981" y="11546"/>
                      <a:pt x="943" y="11677"/>
                      <a:pt x="1" y="11967"/>
                    </a:cubicBezTo>
                    <a:lnTo>
                      <a:pt x="1" y="44490"/>
                    </a:lnTo>
                    <a:cubicBezTo>
                      <a:pt x="2803" y="48793"/>
                      <a:pt x="6238" y="52629"/>
                      <a:pt x="10241" y="55865"/>
                    </a:cubicBezTo>
                    <a:lnTo>
                      <a:pt x="84828" y="70108"/>
                    </a:lnTo>
                    <a:lnTo>
                      <a:pt x="84828" y="2160"/>
                    </a:lnTo>
                    <a:cubicBezTo>
                      <a:pt x="81997" y="740"/>
                      <a:pt x="79579" y="0"/>
                      <a:pt x="772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8"/>
              <p:cNvSpPr/>
              <p:nvPr/>
            </p:nvSpPr>
            <p:spPr>
              <a:xfrm rot="-593433">
                <a:off x="5696354" y="4395639"/>
                <a:ext cx="816537" cy="417966"/>
              </a:xfrm>
              <a:custGeom>
                <a:avLst/>
                <a:gdLst/>
                <a:ahLst/>
                <a:cxnLst/>
                <a:rect l="l" t="t" r="r" b="b"/>
                <a:pathLst>
                  <a:path w="15830" h="8103" extrusionOk="0">
                    <a:moveTo>
                      <a:pt x="11874" y="1"/>
                    </a:moveTo>
                    <a:cubicBezTo>
                      <a:pt x="10092" y="1"/>
                      <a:pt x="7974" y="744"/>
                      <a:pt x="6424" y="1645"/>
                    </a:cubicBezTo>
                    <a:cubicBezTo>
                      <a:pt x="1" y="5366"/>
                      <a:pt x="4563" y="8102"/>
                      <a:pt x="9179" y="8102"/>
                    </a:cubicBezTo>
                    <a:cubicBezTo>
                      <a:pt x="11971" y="8102"/>
                      <a:pt x="14782" y="7102"/>
                      <a:pt x="15197" y="4714"/>
                    </a:cubicBezTo>
                    <a:cubicBezTo>
                      <a:pt x="15829" y="1181"/>
                      <a:pt x="14119" y="1"/>
                      <a:pt x="118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7" name="Google Shape;257;p8"/>
          <p:cNvGrpSpPr/>
          <p:nvPr/>
        </p:nvGrpSpPr>
        <p:grpSpPr>
          <a:xfrm flipH="1">
            <a:off x="661659" y="-12"/>
            <a:ext cx="8268378" cy="5138220"/>
            <a:chOff x="208613" y="-12"/>
            <a:chExt cx="8268378" cy="5138220"/>
          </a:xfrm>
        </p:grpSpPr>
        <p:sp>
          <p:nvSpPr>
            <p:cNvPr id="258" name="Google Shape;258;p8"/>
            <p:cNvSpPr/>
            <p:nvPr/>
          </p:nvSpPr>
          <p:spPr>
            <a:xfrm rot="-5400000">
              <a:off x="495540" y="4073381"/>
              <a:ext cx="777899" cy="1351753"/>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8"/>
            <p:cNvSpPr/>
            <p:nvPr/>
          </p:nvSpPr>
          <p:spPr>
            <a:xfrm>
              <a:off x="7398234" y="-12"/>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 name="Google Shape;260;p8"/>
          <p:cNvGrpSpPr/>
          <p:nvPr/>
        </p:nvGrpSpPr>
        <p:grpSpPr>
          <a:xfrm flipH="1">
            <a:off x="35003" y="70470"/>
            <a:ext cx="8871732" cy="4993915"/>
            <a:chOff x="231915" y="70470"/>
            <a:chExt cx="8871732" cy="4993915"/>
          </a:xfrm>
        </p:grpSpPr>
        <p:grpSp>
          <p:nvGrpSpPr>
            <p:cNvPr id="261" name="Google Shape;261;p8"/>
            <p:cNvGrpSpPr/>
            <p:nvPr/>
          </p:nvGrpSpPr>
          <p:grpSpPr>
            <a:xfrm rot="-9394993">
              <a:off x="251797" y="4485354"/>
              <a:ext cx="1637968" cy="264443"/>
              <a:chOff x="596274" y="923390"/>
              <a:chExt cx="1638036" cy="264454"/>
            </a:xfrm>
          </p:grpSpPr>
          <p:sp>
            <p:nvSpPr>
              <p:cNvPr id="262" name="Google Shape;262;p8"/>
              <p:cNvSpPr/>
              <p:nvPr/>
            </p:nvSpPr>
            <p:spPr>
              <a:xfrm>
                <a:off x="596274" y="1020316"/>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8"/>
              <p:cNvSpPr/>
              <p:nvPr/>
            </p:nvSpPr>
            <p:spPr>
              <a:xfrm>
                <a:off x="2157373" y="923390"/>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8"/>
              <p:cNvSpPr/>
              <p:nvPr/>
            </p:nvSpPr>
            <p:spPr>
              <a:xfrm>
                <a:off x="839216" y="1070134"/>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5" name="Google Shape;265;p8"/>
            <p:cNvSpPr/>
            <p:nvPr/>
          </p:nvSpPr>
          <p:spPr>
            <a:xfrm>
              <a:off x="465877" y="21392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6" name="Google Shape;266;p8"/>
            <p:cNvGrpSpPr/>
            <p:nvPr/>
          </p:nvGrpSpPr>
          <p:grpSpPr>
            <a:xfrm>
              <a:off x="231915" y="2571758"/>
              <a:ext cx="430624" cy="228581"/>
              <a:chOff x="282590" y="1255658"/>
              <a:chExt cx="430624" cy="228581"/>
            </a:xfrm>
          </p:grpSpPr>
          <p:sp>
            <p:nvSpPr>
              <p:cNvPr id="267" name="Google Shape;267;p8"/>
              <p:cNvSpPr/>
              <p:nvPr/>
            </p:nvSpPr>
            <p:spPr>
              <a:xfrm>
                <a:off x="634725" y="1424608"/>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8"/>
              <p:cNvSpPr/>
              <p:nvPr/>
            </p:nvSpPr>
            <p:spPr>
              <a:xfrm>
                <a:off x="282590" y="12556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 name="Google Shape;269;p8"/>
            <p:cNvGrpSpPr/>
            <p:nvPr/>
          </p:nvGrpSpPr>
          <p:grpSpPr>
            <a:xfrm rot="9355270">
              <a:off x="7972248" y="4682528"/>
              <a:ext cx="430631" cy="228585"/>
              <a:chOff x="282590" y="1255658"/>
              <a:chExt cx="430624" cy="228581"/>
            </a:xfrm>
          </p:grpSpPr>
          <p:sp>
            <p:nvSpPr>
              <p:cNvPr id="270" name="Google Shape;270;p8"/>
              <p:cNvSpPr/>
              <p:nvPr/>
            </p:nvSpPr>
            <p:spPr>
              <a:xfrm>
                <a:off x="634725" y="1424608"/>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8"/>
              <p:cNvSpPr/>
              <p:nvPr/>
            </p:nvSpPr>
            <p:spPr>
              <a:xfrm>
                <a:off x="282590" y="12556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2" name="Google Shape;272;p8"/>
            <p:cNvGrpSpPr/>
            <p:nvPr/>
          </p:nvGrpSpPr>
          <p:grpSpPr>
            <a:xfrm>
              <a:off x="7133944" y="70470"/>
              <a:ext cx="1736292" cy="308495"/>
              <a:chOff x="884340" y="164158"/>
              <a:chExt cx="1736292" cy="308495"/>
            </a:xfrm>
          </p:grpSpPr>
          <p:sp>
            <p:nvSpPr>
              <p:cNvPr id="273" name="Google Shape;273;p8"/>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8"/>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8"/>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6" name="Google Shape;276;p8"/>
            <p:cNvSpPr/>
            <p:nvPr/>
          </p:nvSpPr>
          <p:spPr>
            <a:xfrm>
              <a:off x="3747602" y="4825420"/>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8"/>
            <p:cNvSpPr/>
            <p:nvPr/>
          </p:nvSpPr>
          <p:spPr>
            <a:xfrm>
              <a:off x="8551152" y="725595"/>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8" name="Google Shape;278;p8"/>
            <p:cNvGrpSpPr/>
            <p:nvPr/>
          </p:nvGrpSpPr>
          <p:grpSpPr>
            <a:xfrm rot="-6193565">
              <a:off x="8584131" y="2276455"/>
              <a:ext cx="328182" cy="653088"/>
              <a:chOff x="5515096" y="4198952"/>
              <a:chExt cx="328174" cy="653071"/>
            </a:xfrm>
          </p:grpSpPr>
          <p:sp>
            <p:nvSpPr>
              <p:cNvPr id="279" name="Google Shape;279;p8"/>
              <p:cNvSpPr/>
              <p:nvPr/>
            </p:nvSpPr>
            <p:spPr>
              <a:xfrm>
                <a:off x="5691042" y="4734313"/>
                <a:ext cx="152228" cy="117710"/>
              </a:xfrm>
              <a:custGeom>
                <a:avLst/>
                <a:gdLst/>
                <a:ahLst/>
                <a:cxnLst/>
                <a:rect l="l" t="t" r="r" b="b"/>
                <a:pathLst>
                  <a:path w="3237" h="2503" extrusionOk="0">
                    <a:moveTo>
                      <a:pt x="1602" y="1"/>
                    </a:moveTo>
                    <a:cubicBezTo>
                      <a:pt x="1" y="1"/>
                      <a:pt x="1" y="2502"/>
                      <a:pt x="1602" y="2502"/>
                    </a:cubicBezTo>
                    <a:cubicBezTo>
                      <a:pt x="3237" y="2502"/>
                      <a:pt x="3237"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8"/>
              <p:cNvSpPr/>
              <p:nvPr/>
            </p:nvSpPr>
            <p:spPr>
              <a:xfrm>
                <a:off x="5515096" y="4198952"/>
                <a:ext cx="78489" cy="58079"/>
              </a:xfrm>
              <a:custGeom>
                <a:avLst/>
                <a:gdLst/>
                <a:ahLst/>
                <a:cxnLst/>
                <a:rect l="l" t="t" r="r" b="b"/>
                <a:pathLst>
                  <a:path w="1669" h="1235" extrusionOk="0">
                    <a:moveTo>
                      <a:pt x="835" y="1"/>
                    </a:moveTo>
                    <a:cubicBezTo>
                      <a:pt x="1" y="1"/>
                      <a:pt x="1" y="1235"/>
                      <a:pt x="835" y="1235"/>
                    </a:cubicBezTo>
                    <a:cubicBezTo>
                      <a:pt x="1668" y="1235"/>
                      <a:pt x="1668"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81" name="Google Shape;281;p8"/>
          <p:cNvSpPr txBox="1">
            <a:spLocks noGrp="1"/>
          </p:cNvSpPr>
          <p:nvPr>
            <p:ph type="title"/>
          </p:nvPr>
        </p:nvSpPr>
        <p:spPr>
          <a:xfrm>
            <a:off x="1388100" y="2117400"/>
            <a:ext cx="6367800" cy="935400"/>
          </a:xfrm>
          <a:prstGeom prst="rect">
            <a:avLst/>
          </a:prstGeom>
        </p:spPr>
        <p:txBody>
          <a:bodyPr spcFirstLastPara="1" wrap="square" lIns="91425" tIns="91425" rIns="91425" bIns="91425" anchor="t" anchorCtr="0">
            <a:noAutofit/>
          </a:bodyPr>
          <a:lstStyle>
            <a:lvl1pPr lvl="0" algn="ctr">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82"/>
        <p:cNvGrpSpPr/>
        <p:nvPr/>
      </p:nvGrpSpPr>
      <p:grpSpPr>
        <a:xfrm>
          <a:off x="0" y="0"/>
          <a:ext cx="0" cy="0"/>
          <a:chOff x="0" y="0"/>
          <a:chExt cx="0" cy="0"/>
        </a:xfrm>
      </p:grpSpPr>
      <p:grpSp>
        <p:nvGrpSpPr>
          <p:cNvPr id="283" name="Google Shape;283;p9"/>
          <p:cNvGrpSpPr/>
          <p:nvPr/>
        </p:nvGrpSpPr>
        <p:grpSpPr>
          <a:xfrm>
            <a:off x="0" y="369262"/>
            <a:ext cx="9447367" cy="5523553"/>
            <a:chOff x="0" y="369262"/>
            <a:chExt cx="9447367" cy="5523553"/>
          </a:xfrm>
        </p:grpSpPr>
        <p:grpSp>
          <p:nvGrpSpPr>
            <p:cNvPr id="284" name="Google Shape;284;p9"/>
            <p:cNvGrpSpPr/>
            <p:nvPr/>
          </p:nvGrpSpPr>
          <p:grpSpPr>
            <a:xfrm rot="10800000" flipH="1">
              <a:off x="0" y="369262"/>
              <a:ext cx="4115710" cy="3479146"/>
              <a:chOff x="0" y="3879600"/>
              <a:chExt cx="4115710" cy="3479146"/>
            </a:xfrm>
          </p:grpSpPr>
          <p:sp>
            <p:nvSpPr>
              <p:cNvPr id="285" name="Google Shape;285;p9"/>
              <p:cNvSpPr/>
              <p:nvPr/>
            </p:nvSpPr>
            <p:spPr>
              <a:xfrm flipH="1">
                <a:off x="0" y="3879605"/>
                <a:ext cx="4115710" cy="3479140"/>
              </a:xfrm>
              <a:custGeom>
                <a:avLst/>
                <a:gdLst/>
                <a:ahLst/>
                <a:cxnLst/>
                <a:rect l="l" t="t" r="r" b="b"/>
                <a:pathLst>
                  <a:path w="84594" h="71510" extrusionOk="0">
                    <a:moveTo>
                      <a:pt x="23458" y="1"/>
                    </a:moveTo>
                    <a:cubicBezTo>
                      <a:pt x="20912" y="1"/>
                      <a:pt x="18397" y="632"/>
                      <a:pt x="15912" y="2164"/>
                    </a:cubicBezTo>
                    <a:cubicBezTo>
                      <a:pt x="0" y="11937"/>
                      <a:pt x="20448" y="43326"/>
                      <a:pt x="28487" y="52733"/>
                    </a:cubicBezTo>
                    <a:cubicBezTo>
                      <a:pt x="40102" y="66299"/>
                      <a:pt x="51571" y="71510"/>
                      <a:pt x="62024" y="71510"/>
                    </a:cubicBezTo>
                    <a:cubicBezTo>
                      <a:pt x="70336" y="71510"/>
                      <a:pt x="78005" y="68216"/>
                      <a:pt x="84594" y="63207"/>
                    </a:cubicBezTo>
                    <a:lnTo>
                      <a:pt x="84594" y="6967"/>
                    </a:lnTo>
                    <a:cubicBezTo>
                      <a:pt x="79724" y="8168"/>
                      <a:pt x="74187" y="10336"/>
                      <a:pt x="67815" y="12638"/>
                    </a:cubicBezTo>
                    <a:cubicBezTo>
                      <a:pt x="65657" y="13420"/>
                      <a:pt x="63521" y="13758"/>
                      <a:pt x="61408" y="13758"/>
                    </a:cubicBezTo>
                    <a:cubicBezTo>
                      <a:pt x="47925" y="13758"/>
                      <a:pt x="35349" y="1"/>
                      <a:pt x="2345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9"/>
              <p:cNvSpPr/>
              <p:nvPr/>
            </p:nvSpPr>
            <p:spPr>
              <a:xfrm>
                <a:off x="622325" y="3879600"/>
                <a:ext cx="958424" cy="377422"/>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7" name="Google Shape;287;p9"/>
            <p:cNvGrpSpPr/>
            <p:nvPr/>
          </p:nvGrpSpPr>
          <p:grpSpPr>
            <a:xfrm flipH="1">
              <a:off x="5331657" y="2413669"/>
              <a:ext cx="4115710" cy="3479146"/>
              <a:chOff x="0" y="3879600"/>
              <a:chExt cx="4115710" cy="3479146"/>
            </a:xfrm>
          </p:grpSpPr>
          <p:sp>
            <p:nvSpPr>
              <p:cNvPr id="288" name="Google Shape;288;p9"/>
              <p:cNvSpPr/>
              <p:nvPr/>
            </p:nvSpPr>
            <p:spPr>
              <a:xfrm flipH="1">
                <a:off x="0" y="3879605"/>
                <a:ext cx="4115710" cy="3479140"/>
              </a:xfrm>
              <a:custGeom>
                <a:avLst/>
                <a:gdLst/>
                <a:ahLst/>
                <a:cxnLst/>
                <a:rect l="l" t="t" r="r" b="b"/>
                <a:pathLst>
                  <a:path w="84594" h="71510" extrusionOk="0">
                    <a:moveTo>
                      <a:pt x="23458" y="1"/>
                    </a:moveTo>
                    <a:cubicBezTo>
                      <a:pt x="20912" y="1"/>
                      <a:pt x="18397" y="632"/>
                      <a:pt x="15912" y="2164"/>
                    </a:cubicBezTo>
                    <a:cubicBezTo>
                      <a:pt x="0" y="11937"/>
                      <a:pt x="20448" y="43326"/>
                      <a:pt x="28487" y="52733"/>
                    </a:cubicBezTo>
                    <a:cubicBezTo>
                      <a:pt x="40102" y="66299"/>
                      <a:pt x="51571" y="71510"/>
                      <a:pt x="62024" y="71510"/>
                    </a:cubicBezTo>
                    <a:cubicBezTo>
                      <a:pt x="70336" y="71510"/>
                      <a:pt x="78005" y="68216"/>
                      <a:pt x="84594" y="63207"/>
                    </a:cubicBezTo>
                    <a:lnTo>
                      <a:pt x="84594" y="6967"/>
                    </a:lnTo>
                    <a:cubicBezTo>
                      <a:pt x="79724" y="8168"/>
                      <a:pt x="74187" y="10336"/>
                      <a:pt x="67815" y="12638"/>
                    </a:cubicBezTo>
                    <a:cubicBezTo>
                      <a:pt x="65657" y="13420"/>
                      <a:pt x="63521" y="13758"/>
                      <a:pt x="61408" y="13758"/>
                    </a:cubicBezTo>
                    <a:cubicBezTo>
                      <a:pt x="47925" y="13758"/>
                      <a:pt x="35349" y="1"/>
                      <a:pt x="2345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9"/>
              <p:cNvSpPr/>
              <p:nvPr/>
            </p:nvSpPr>
            <p:spPr>
              <a:xfrm>
                <a:off x="622325" y="3879600"/>
                <a:ext cx="958424" cy="377422"/>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0" name="Google Shape;290;p9"/>
          <p:cNvGrpSpPr/>
          <p:nvPr/>
        </p:nvGrpSpPr>
        <p:grpSpPr>
          <a:xfrm>
            <a:off x="80145" y="-264718"/>
            <a:ext cx="8832112" cy="5174592"/>
            <a:chOff x="80145" y="-264718"/>
            <a:chExt cx="8832112" cy="5174592"/>
          </a:xfrm>
        </p:grpSpPr>
        <p:grpSp>
          <p:nvGrpSpPr>
            <p:cNvPr id="291" name="Google Shape;291;p9"/>
            <p:cNvGrpSpPr/>
            <p:nvPr/>
          </p:nvGrpSpPr>
          <p:grpSpPr>
            <a:xfrm rot="1405007">
              <a:off x="7130575" y="52224"/>
              <a:ext cx="1726607" cy="634989"/>
              <a:chOff x="596274" y="552829"/>
              <a:chExt cx="1726680" cy="635015"/>
            </a:xfrm>
          </p:grpSpPr>
          <p:sp>
            <p:nvSpPr>
              <p:cNvPr id="292" name="Google Shape;292;p9"/>
              <p:cNvSpPr/>
              <p:nvPr/>
            </p:nvSpPr>
            <p:spPr>
              <a:xfrm>
                <a:off x="596274" y="1020316"/>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9"/>
              <p:cNvSpPr/>
              <p:nvPr/>
            </p:nvSpPr>
            <p:spPr>
              <a:xfrm>
                <a:off x="2246016" y="552829"/>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9"/>
              <p:cNvSpPr/>
              <p:nvPr/>
            </p:nvSpPr>
            <p:spPr>
              <a:xfrm>
                <a:off x="839216" y="1070134"/>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5" name="Google Shape;295;p9"/>
            <p:cNvSpPr/>
            <p:nvPr/>
          </p:nvSpPr>
          <p:spPr>
            <a:xfrm rot="10800000">
              <a:off x="8220129" y="1392427"/>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6" name="Google Shape;296;p9"/>
            <p:cNvGrpSpPr/>
            <p:nvPr/>
          </p:nvGrpSpPr>
          <p:grpSpPr>
            <a:xfrm rot="10800000">
              <a:off x="8440221" y="1868327"/>
              <a:ext cx="278224" cy="302060"/>
              <a:chOff x="282590" y="1653208"/>
              <a:chExt cx="278224" cy="302060"/>
            </a:xfrm>
          </p:grpSpPr>
          <p:sp>
            <p:nvSpPr>
              <p:cNvPr id="297" name="Google Shape;297;p9"/>
              <p:cNvSpPr/>
              <p:nvPr/>
            </p:nvSpPr>
            <p:spPr>
              <a:xfrm>
                <a:off x="482325" y="1653208"/>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9"/>
              <p:cNvSpPr/>
              <p:nvPr/>
            </p:nvSpPr>
            <p:spPr>
              <a:xfrm>
                <a:off x="282590" y="18375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9" name="Google Shape;299;p9"/>
            <p:cNvGrpSpPr/>
            <p:nvPr/>
          </p:nvGrpSpPr>
          <p:grpSpPr>
            <a:xfrm rot="-9091384">
              <a:off x="108589" y="1867316"/>
              <a:ext cx="430619" cy="228578"/>
              <a:chOff x="282590" y="1255658"/>
              <a:chExt cx="430624" cy="228581"/>
            </a:xfrm>
          </p:grpSpPr>
          <p:sp>
            <p:nvSpPr>
              <p:cNvPr id="300" name="Google Shape;300;p9"/>
              <p:cNvSpPr/>
              <p:nvPr/>
            </p:nvSpPr>
            <p:spPr>
              <a:xfrm>
                <a:off x="634725" y="1424608"/>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9"/>
              <p:cNvSpPr/>
              <p:nvPr/>
            </p:nvSpPr>
            <p:spPr>
              <a:xfrm>
                <a:off x="282590" y="12556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2" name="Google Shape;302;p9"/>
            <p:cNvGrpSpPr/>
            <p:nvPr/>
          </p:nvGrpSpPr>
          <p:grpSpPr>
            <a:xfrm rot="-1444730">
              <a:off x="297738" y="175318"/>
              <a:ext cx="701518" cy="182713"/>
              <a:chOff x="73885" y="1162392"/>
              <a:chExt cx="701506" cy="182710"/>
            </a:xfrm>
          </p:grpSpPr>
          <p:sp>
            <p:nvSpPr>
              <p:cNvPr id="303" name="Google Shape;303;p9"/>
              <p:cNvSpPr/>
              <p:nvPr/>
            </p:nvSpPr>
            <p:spPr>
              <a:xfrm>
                <a:off x="696902" y="1285471"/>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9"/>
              <p:cNvSpPr/>
              <p:nvPr/>
            </p:nvSpPr>
            <p:spPr>
              <a:xfrm>
                <a:off x="73885" y="1162392"/>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5" name="Google Shape;305;p9"/>
            <p:cNvGrpSpPr/>
            <p:nvPr/>
          </p:nvGrpSpPr>
          <p:grpSpPr>
            <a:xfrm rot="10800000">
              <a:off x="232525" y="4532129"/>
              <a:ext cx="1583892" cy="377745"/>
              <a:chOff x="884340" y="323508"/>
              <a:chExt cx="1583892" cy="377745"/>
            </a:xfrm>
          </p:grpSpPr>
          <p:sp>
            <p:nvSpPr>
              <p:cNvPr id="306" name="Google Shape;306;p9"/>
              <p:cNvSpPr/>
              <p:nvPr/>
            </p:nvSpPr>
            <p:spPr>
              <a:xfrm>
                <a:off x="2317602" y="3927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9"/>
              <p:cNvSpPr/>
              <p:nvPr/>
            </p:nvSpPr>
            <p:spPr>
              <a:xfrm>
                <a:off x="2033048" y="6415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9"/>
              <p:cNvSpPr/>
              <p:nvPr/>
            </p:nvSpPr>
            <p:spPr>
              <a:xfrm>
                <a:off x="884340" y="3235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9" name="Google Shape;309;p9"/>
            <p:cNvSpPr/>
            <p:nvPr/>
          </p:nvSpPr>
          <p:spPr>
            <a:xfrm rot="10800000">
              <a:off x="5052129" y="196564"/>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9"/>
            <p:cNvSpPr/>
            <p:nvPr/>
          </p:nvSpPr>
          <p:spPr>
            <a:xfrm rot="10800000">
              <a:off x="400979" y="4067789"/>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1" name="Google Shape;311;p9"/>
          <p:cNvSpPr txBox="1">
            <a:spLocks noGrp="1"/>
          </p:cNvSpPr>
          <p:nvPr>
            <p:ph type="title"/>
          </p:nvPr>
        </p:nvSpPr>
        <p:spPr>
          <a:xfrm>
            <a:off x="2857922" y="1559325"/>
            <a:ext cx="3941400" cy="1099500"/>
          </a:xfrm>
          <a:prstGeom prst="rect">
            <a:avLst/>
          </a:prstGeom>
        </p:spPr>
        <p:txBody>
          <a:bodyPr spcFirstLastPara="1" wrap="square" lIns="91425" tIns="91425" rIns="91425" bIns="91425" anchor="b" anchorCtr="0">
            <a:noAutofit/>
          </a:bodyPr>
          <a:lstStyle>
            <a:lvl1pPr lvl="0" algn="r">
              <a:spcBef>
                <a:spcPts val="0"/>
              </a:spcBef>
              <a:spcAft>
                <a:spcPts val="0"/>
              </a:spcAft>
              <a:buSzPts val="4200"/>
              <a:buNone/>
              <a:defRPr sz="6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12" name="Google Shape;312;p9"/>
          <p:cNvSpPr txBox="1">
            <a:spLocks noGrp="1"/>
          </p:cNvSpPr>
          <p:nvPr>
            <p:ph type="subTitle" idx="1"/>
          </p:nvPr>
        </p:nvSpPr>
        <p:spPr>
          <a:xfrm>
            <a:off x="2857850" y="2622082"/>
            <a:ext cx="3941400" cy="985200"/>
          </a:xfrm>
          <a:prstGeom prst="rect">
            <a:avLst/>
          </a:prstGeom>
        </p:spPr>
        <p:txBody>
          <a:bodyPr spcFirstLastPara="1" wrap="square" lIns="91425" tIns="91425" rIns="91425" bIns="91425" anchor="t" anchorCtr="0">
            <a:noAutofit/>
          </a:bodyPr>
          <a:lstStyle>
            <a:lvl1pPr lvl="0" algn="r">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grpSp>
        <p:nvGrpSpPr>
          <p:cNvPr id="313" name="Google Shape;313;p9"/>
          <p:cNvGrpSpPr/>
          <p:nvPr/>
        </p:nvGrpSpPr>
        <p:grpSpPr>
          <a:xfrm>
            <a:off x="473369" y="1487"/>
            <a:ext cx="8268378" cy="5138220"/>
            <a:chOff x="473369" y="1487"/>
            <a:chExt cx="8268378" cy="5138220"/>
          </a:xfrm>
        </p:grpSpPr>
        <p:sp>
          <p:nvSpPr>
            <p:cNvPr id="314" name="Google Shape;314;p9"/>
            <p:cNvSpPr/>
            <p:nvPr/>
          </p:nvSpPr>
          <p:spPr>
            <a:xfrm rot="5400000">
              <a:off x="7676921" y="-285440"/>
              <a:ext cx="777899" cy="1351753"/>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9"/>
            <p:cNvSpPr/>
            <p:nvPr/>
          </p:nvSpPr>
          <p:spPr>
            <a:xfrm rot="10800000">
              <a:off x="473369" y="4883255"/>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353"/>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354"/>
        <p:cNvGrpSpPr/>
        <p:nvPr/>
      </p:nvGrpSpPr>
      <p:grpSpPr>
        <a:xfrm>
          <a:off x="0" y="0"/>
          <a:ext cx="0" cy="0"/>
          <a:chOff x="0" y="0"/>
          <a:chExt cx="0" cy="0"/>
        </a:xfrm>
      </p:grpSpPr>
      <p:grpSp>
        <p:nvGrpSpPr>
          <p:cNvPr id="355" name="Google Shape;355;p13"/>
          <p:cNvGrpSpPr/>
          <p:nvPr/>
        </p:nvGrpSpPr>
        <p:grpSpPr>
          <a:xfrm>
            <a:off x="3657600" y="0"/>
            <a:ext cx="2138488" cy="5146649"/>
            <a:chOff x="3657600" y="0"/>
            <a:chExt cx="2138488" cy="5146649"/>
          </a:xfrm>
        </p:grpSpPr>
        <p:sp>
          <p:nvSpPr>
            <p:cNvPr id="356" name="Google Shape;356;p13"/>
            <p:cNvSpPr/>
            <p:nvPr/>
          </p:nvSpPr>
          <p:spPr>
            <a:xfrm rot="-5400000">
              <a:off x="4575773" y="3926334"/>
              <a:ext cx="891490" cy="1549139"/>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3"/>
            <p:cNvSpPr/>
            <p:nvPr/>
          </p:nvSpPr>
          <p:spPr>
            <a:xfrm rot="-5400000">
              <a:off x="3888587" y="-230987"/>
              <a:ext cx="903225" cy="1365199"/>
            </a:xfrm>
            <a:custGeom>
              <a:avLst/>
              <a:gdLst/>
              <a:ahLst/>
              <a:cxnLst/>
              <a:rect l="l" t="t" r="r" b="b"/>
              <a:pathLst>
                <a:path w="21096" h="31886" extrusionOk="0">
                  <a:moveTo>
                    <a:pt x="21095" y="1"/>
                  </a:moveTo>
                  <a:cubicBezTo>
                    <a:pt x="1" y="16840"/>
                    <a:pt x="21095" y="31886"/>
                    <a:pt x="21095" y="31886"/>
                  </a:cubicBezTo>
                  <a:lnTo>
                    <a:pt x="210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 name="Google Shape;358;p13"/>
          <p:cNvGrpSpPr/>
          <p:nvPr/>
        </p:nvGrpSpPr>
        <p:grpSpPr>
          <a:xfrm>
            <a:off x="-18" y="923584"/>
            <a:ext cx="9156229" cy="2385741"/>
            <a:chOff x="-18" y="923584"/>
            <a:chExt cx="9156229" cy="2385741"/>
          </a:xfrm>
        </p:grpSpPr>
        <p:sp>
          <p:nvSpPr>
            <p:cNvPr id="359" name="Google Shape;359;p13"/>
            <p:cNvSpPr/>
            <p:nvPr/>
          </p:nvSpPr>
          <p:spPr>
            <a:xfrm rot="5400000">
              <a:off x="8488607" y="1334736"/>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3"/>
            <p:cNvSpPr/>
            <p:nvPr/>
          </p:nvSpPr>
          <p:spPr>
            <a:xfrm rot="10800000">
              <a:off x="-18" y="1609964"/>
              <a:ext cx="963642" cy="1699361"/>
            </a:xfrm>
            <a:custGeom>
              <a:avLst/>
              <a:gdLst/>
              <a:ahLst/>
              <a:cxnLst/>
              <a:rect l="l" t="t" r="r" b="b"/>
              <a:pathLst>
                <a:path w="21855" h="38543" extrusionOk="0">
                  <a:moveTo>
                    <a:pt x="21855" y="1"/>
                  </a:moveTo>
                  <a:cubicBezTo>
                    <a:pt x="0" y="21825"/>
                    <a:pt x="21855" y="38543"/>
                    <a:pt x="21855" y="38543"/>
                  </a:cubicBezTo>
                  <a:lnTo>
                    <a:pt x="218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 name="Google Shape;361;p13"/>
          <p:cNvGrpSpPr/>
          <p:nvPr/>
        </p:nvGrpSpPr>
        <p:grpSpPr>
          <a:xfrm>
            <a:off x="40186" y="2902127"/>
            <a:ext cx="9514738" cy="2024813"/>
            <a:chOff x="40186" y="2902127"/>
            <a:chExt cx="9514738" cy="2024813"/>
          </a:xfrm>
        </p:grpSpPr>
        <p:grpSp>
          <p:nvGrpSpPr>
            <p:cNvPr id="362" name="Google Shape;362;p13"/>
            <p:cNvGrpSpPr/>
            <p:nvPr/>
          </p:nvGrpSpPr>
          <p:grpSpPr>
            <a:xfrm>
              <a:off x="40186" y="2902127"/>
              <a:ext cx="770789" cy="1301543"/>
              <a:chOff x="40186" y="2749727"/>
              <a:chExt cx="770789" cy="1301543"/>
            </a:xfrm>
          </p:grpSpPr>
          <p:sp>
            <p:nvSpPr>
              <p:cNvPr id="363" name="Google Shape;363;p13"/>
              <p:cNvSpPr/>
              <p:nvPr/>
            </p:nvSpPr>
            <p:spPr>
              <a:xfrm rot="1049798">
                <a:off x="79219" y="2791253"/>
                <a:ext cx="323865" cy="309499"/>
              </a:xfrm>
              <a:custGeom>
                <a:avLst/>
                <a:gdLst/>
                <a:ahLst/>
                <a:cxnLst/>
                <a:rect l="l" t="t" r="r" b="b"/>
                <a:pathLst>
                  <a:path w="8634" h="8251" extrusionOk="0">
                    <a:moveTo>
                      <a:pt x="2642" y="1"/>
                    </a:moveTo>
                    <a:cubicBezTo>
                      <a:pt x="2369" y="1"/>
                      <a:pt x="2095" y="88"/>
                      <a:pt x="1825" y="287"/>
                    </a:cubicBezTo>
                    <a:lnTo>
                      <a:pt x="1703" y="409"/>
                    </a:lnTo>
                    <a:cubicBezTo>
                      <a:pt x="1" y="1929"/>
                      <a:pt x="3557" y="5211"/>
                      <a:pt x="3922" y="5850"/>
                    </a:cubicBezTo>
                    <a:cubicBezTo>
                      <a:pt x="4287" y="6518"/>
                      <a:pt x="4074" y="7582"/>
                      <a:pt x="4074" y="7582"/>
                    </a:cubicBezTo>
                    <a:lnTo>
                      <a:pt x="4591" y="8251"/>
                    </a:lnTo>
                    <a:lnTo>
                      <a:pt x="8633" y="5272"/>
                    </a:lnTo>
                    <a:lnTo>
                      <a:pt x="8117" y="4603"/>
                    </a:lnTo>
                    <a:cubicBezTo>
                      <a:pt x="7934" y="4573"/>
                      <a:pt x="7752" y="4543"/>
                      <a:pt x="7569" y="4482"/>
                    </a:cubicBezTo>
                    <a:lnTo>
                      <a:pt x="7478" y="4482"/>
                    </a:lnTo>
                    <a:cubicBezTo>
                      <a:pt x="7114" y="4391"/>
                      <a:pt x="6779" y="4208"/>
                      <a:pt x="6506" y="3965"/>
                    </a:cubicBezTo>
                    <a:cubicBezTo>
                      <a:pt x="6060" y="3466"/>
                      <a:pt x="4368" y="1"/>
                      <a:pt x="26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3"/>
              <p:cNvSpPr/>
              <p:nvPr/>
            </p:nvSpPr>
            <p:spPr>
              <a:xfrm rot="1049798">
                <a:off x="78626" y="2800325"/>
                <a:ext cx="285079" cy="281666"/>
              </a:xfrm>
              <a:custGeom>
                <a:avLst/>
                <a:gdLst/>
                <a:ahLst/>
                <a:cxnLst/>
                <a:rect l="l" t="t" r="r" b="b"/>
                <a:pathLst>
                  <a:path w="7600" h="7509" extrusionOk="0">
                    <a:moveTo>
                      <a:pt x="1703" y="1"/>
                    </a:moveTo>
                    <a:lnTo>
                      <a:pt x="1703" y="1"/>
                    </a:lnTo>
                    <a:cubicBezTo>
                      <a:pt x="1" y="1521"/>
                      <a:pt x="3587" y="4773"/>
                      <a:pt x="3952" y="5442"/>
                    </a:cubicBezTo>
                    <a:cubicBezTo>
                      <a:pt x="4317" y="6110"/>
                      <a:pt x="4104" y="7174"/>
                      <a:pt x="4104" y="7174"/>
                    </a:cubicBezTo>
                    <a:lnTo>
                      <a:pt x="4347" y="7508"/>
                    </a:lnTo>
                    <a:cubicBezTo>
                      <a:pt x="5715" y="6232"/>
                      <a:pt x="7599" y="4347"/>
                      <a:pt x="7599" y="4074"/>
                    </a:cubicBezTo>
                    <a:cubicBezTo>
                      <a:pt x="7599" y="4059"/>
                      <a:pt x="7592" y="4051"/>
                      <a:pt x="7577" y="4051"/>
                    </a:cubicBezTo>
                    <a:cubicBezTo>
                      <a:pt x="7561" y="4051"/>
                      <a:pt x="7539" y="4059"/>
                      <a:pt x="7508" y="4074"/>
                    </a:cubicBezTo>
                    <a:cubicBezTo>
                      <a:pt x="7387" y="4104"/>
                      <a:pt x="7265" y="4165"/>
                      <a:pt x="7144" y="4256"/>
                    </a:cubicBezTo>
                    <a:cubicBezTo>
                      <a:pt x="6594" y="4589"/>
                      <a:pt x="6109" y="4729"/>
                      <a:pt x="5673" y="4729"/>
                    </a:cubicBezTo>
                    <a:cubicBezTo>
                      <a:pt x="4399" y="4729"/>
                      <a:pt x="3544" y="3535"/>
                      <a:pt x="2706" y="2493"/>
                    </a:cubicBezTo>
                    <a:cubicBezTo>
                      <a:pt x="1672" y="1186"/>
                      <a:pt x="1703" y="122"/>
                      <a:pt x="1703" y="1"/>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3"/>
              <p:cNvSpPr/>
              <p:nvPr/>
            </p:nvSpPr>
            <p:spPr>
              <a:xfrm rot="1049798">
                <a:off x="139969" y="3118487"/>
                <a:ext cx="575260" cy="725452"/>
              </a:xfrm>
              <a:custGeom>
                <a:avLst/>
                <a:gdLst/>
                <a:ahLst/>
                <a:cxnLst/>
                <a:rect l="l" t="t" r="r" b="b"/>
                <a:pathLst>
                  <a:path w="15336" h="19340" extrusionOk="0">
                    <a:moveTo>
                      <a:pt x="1754" y="0"/>
                    </a:moveTo>
                    <a:cubicBezTo>
                      <a:pt x="848" y="0"/>
                      <a:pt x="1" y="1009"/>
                      <a:pt x="644" y="1986"/>
                    </a:cubicBezTo>
                    <a:lnTo>
                      <a:pt x="644" y="2016"/>
                    </a:lnTo>
                    <a:lnTo>
                      <a:pt x="7240" y="10922"/>
                    </a:lnTo>
                    <a:lnTo>
                      <a:pt x="12012" y="17366"/>
                    </a:lnTo>
                    <a:cubicBezTo>
                      <a:pt x="12134" y="17548"/>
                      <a:pt x="12347" y="17700"/>
                      <a:pt x="12559" y="17791"/>
                    </a:cubicBezTo>
                    <a:cubicBezTo>
                      <a:pt x="12651" y="17822"/>
                      <a:pt x="12772" y="17852"/>
                      <a:pt x="12863" y="17852"/>
                    </a:cubicBezTo>
                    <a:cubicBezTo>
                      <a:pt x="13380" y="18065"/>
                      <a:pt x="13806" y="18399"/>
                      <a:pt x="14140" y="18825"/>
                    </a:cubicBezTo>
                    <a:lnTo>
                      <a:pt x="14383" y="19190"/>
                    </a:lnTo>
                    <a:cubicBezTo>
                      <a:pt x="14480" y="19295"/>
                      <a:pt x="14599" y="19340"/>
                      <a:pt x="14715" y="19340"/>
                    </a:cubicBezTo>
                    <a:cubicBezTo>
                      <a:pt x="15035" y="19340"/>
                      <a:pt x="15336" y="18999"/>
                      <a:pt x="15113" y="18643"/>
                    </a:cubicBezTo>
                    <a:lnTo>
                      <a:pt x="14930" y="18399"/>
                    </a:lnTo>
                    <a:cubicBezTo>
                      <a:pt x="14566" y="17913"/>
                      <a:pt x="14353" y="17336"/>
                      <a:pt x="14322" y="16728"/>
                    </a:cubicBezTo>
                    <a:cubicBezTo>
                      <a:pt x="14322" y="16667"/>
                      <a:pt x="14322" y="16576"/>
                      <a:pt x="14322" y="16484"/>
                    </a:cubicBezTo>
                    <a:cubicBezTo>
                      <a:pt x="14292" y="16241"/>
                      <a:pt x="14201" y="15998"/>
                      <a:pt x="14079" y="15816"/>
                    </a:cubicBezTo>
                    <a:lnTo>
                      <a:pt x="10401" y="10892"/>
                    </a:lnTo>
                    <a:lnTo>
                      <a:pt x="2711" y="466"/>
                    </a:lnTo>
                    <a:cubicBezTo>
                      <a:pt x="2432" y="138"/>
                      <a:pt x="2089" y="0"/>
                      <a:pt x="175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3"/>
              <p:cNvSpPr/>
              <p:nvPr/>
            </p:nvSpPr>
            <p:spPr>
              <a:xfrm>
                <a:off x="497215" y="3909857"/>
                <a:ext cx="161931" cy="141413"/>
              </a:xfrm>
              <a:custGeom>
                <a:avLst/>
                <a:gdLst/>
                <a:ahLst/>
                <a:cxnLst/>
                <a:rect l="l" t="t" r="r" b="b"/>
                <a:pathLst>
                  <a:path w="4317" h="3770" extrusionOk="0">
                    <a:moveTo>
                      <a:pt x="2158" y="1"/>
                    </a:moveTo>
                    <a:cubicBezTo>
                      <a:pt x="0" y="3557"/>
                      <a:pt x="2158" y="3770"/>
                      <a:pt x="2158" y="3770"/>
                    </a:cubicBezTo>
                    <a:cubicBezTo>
                      <a:pt x="2158" y="3770"/>
                      <a:pt x="4317" y="3557"/>
                      <a:pt x="21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3"/>
              <p:cNvSpPr/>
              <p:nvPr/>
            </p:nvSpPr>
            <p:spPr>
              <a:xfrm rot="1049798">
                <a:off x="344374" y="3555077"/>
                <a:ext cx="303684" cy="320339"/>
              </a:xfrm>
              <a:custGeom>
                <a:avLst/>
                <a:gdLst/>
                <a:ahLst/>
                <a:cxnLst/>
                <a:rect l="l" t="t" r="r" b="b"/>
                <a:pathLst>
                  <a:path w="8096" h="8540" extrusionOk="0">
                    <a:moveTo>
                      <a:pt x="2253" y="0"/>
                    </a:moveTo>
                    <a:cubicBezTo>
                      <a:pt x="1953" y="0"/>
                      <a:pt x="1657" y="31"/>
                      <a:pt x="1368" y="92"/>
                    </a:cubicBezTo>
                    <a:cubicBezTo>
                      <a:pt x="1086" y="129"/>
                      <a:pt x="804" y="155"/>
                      <a:pt x="523" y="155"/>
                    </a:cubicBezTo>
                    <a:cubicBezTo>
                      <a:pt x="348" y="155"/>
                      <a:pt x="174" y="145"/>
                      <a:pt x="0" y="122"/>
                    </a:cubicBezTo>
                    <a:lnTo>
                      <a:pt x="0" y="122"/>
                    </a:lnTo>
                    <a:lnTo>
                      <a:pt x="4772" y="6566"/>
                    </a:lnTo>
                    <a:cubicBezTo>
                      <a:pt x="4894" y="6748"/>
                      <a:pt x="5107" y="6900"/>
                      <a:pt x="5319" y="6991"/>
                    </a:cubicBezTo>
                    <a:cubicBezTo>
                      <a:pt x="5411" y="7022"/>
                      <a:pt x="5532" y="7052"/>
                      <a:pt x="5623" y="7052"/>
                    </a:cubicBezTo>
                    <a:cubicBezTo>
                      <a:pt x="6140" y="7265"/>
                      <a:pt x="6566" y="7599"/>
                      <a:pt x="6900" y="8025"/>
                    </a:cubicBezTo>
                    <a:lnTo>
                      <a:pt x="7143" y="8390"/>
                    </a:lnTo>
                    <a:cubicBezTo>
                      <a:pt x="7240" y="8495"/>
                      <a:pt x="7359" y="8540"/>
                      <a:pt x="7475" y="8540"/>
                    </a:cubicBezTo>
                    <a:cubicBezTo>
                      <a:pt x="7795" y="8540"/>
                      <a:pt x="8096" y="8199"/>
                      <a:pt x="7873" y="7843"/>
                    </a:cubicBezTo>
                    <a:lnTo>
                      <a:pt x="7690" y="7599"/>
                    </a:lnTo>
                    <a:cubicBezTo>
                      <a:pt x="7326" y="7113"/>
                      <a:pt x="7113" y="6536"/>
                      <a:pt x="7082" y="5928"/>
                    </a:cubicBezTo>
                    <a:cubicBezTo>
                      <a:pt x="7082" y="5867"/>
                      <a:pt x="7082" y="5776"/>
                      <a:pt x="7082" y="5684"/>
                    </a:cubicBezTo>
                    <a:cubicBezTo>
                      <a:pt x="7052" y="5441"/>
                      <a:pt x="6961" y="5198"/>
                      <a:pt x="6839" y="5016"/>
                    </a:cubicBezTo>
                    <a:lnTo>
                      <a:pt x="3161" y="92"/>
                    </a:lnTo>
                    <a:cubicBezTo>
                      <a:pt x="2857" y="31"/>
                      <a:pt x="2553" y="0"/>
                      <a:pt x="22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3"/>
              <p:cNvSpPr/>
              <p:nvPr/>
            </p:nvSpPr>
            <p:spPr>
              <a:xfrm rot="1049798">
                <a:off x="230994" y="3153913"/>
                <a:ext cx="440147" cy="588576"/>
              </a:xfrm>
              <a:custGeom>
                <a:avLst/>
                <a:gdLst/>
                <a:ahLst/>
                <a:cxnLst/>
                <a:rect l="l" t="t" r="r" b="b"/>
                <a:pathLst>
                  <a:path w="11734" h="15691" extrusionOk="0">
                    <a:moveTo>
                      <a:pt x="253" y="1"/>
                    </a:moveTo>
                    <a:cubicBezTo>
                      <a:pt x="229" y="1"/>
                      <a:pt x="206" y="10"/>
                      <a:pt x="183" y="34"/>
                    </a:cubicBezTo>
                    <a:lnTo>
                      <a:pt x="61" y="125"/>
                    </a:lnTo>
                    <a:cubicBezTo>
                      <a:pt x="1" y="155"/>
                      <a:pt x="1" y="246"/>
                      <a:pt x="31" y="277"/>
                    </a:cubicBezTo>
                    <a:lnTo>
                      <a:pt x="11369" y="15627"/>
                    </a:lnTo>
                    <a:cubicBezTo>
                      <a:pt x="11387" y="15664"/>
                      <a:pt x="11429" y="15690"/>
                      <a:pt x="11466" y="15690"/>
                    </a:cubicBezTo>
                    <a:cubicBezTo>
                      <a:pt x="11489" y="15690"/>
                      <a:pt x="11509" y="15680"/>
                      <a:pt x="11521" y="15657"/>
                    </a:cubicBezTo>
                    <a:lnTo>
                      <a:pt x="11673" y="15566"/>
                    </a:lnTo>
                    <a:cubicBezTo>
                      <a:pt x="11733" y="15535"/>
                      <a:pt x="11733" y="15444"/>
                      <a:pt x="11703" y="15414"/>
                    </a:cubicBezTo>
                    <a:lnTo>
                      <a:pt x="365" y="64"/>
                    </a:lnTo>
                    <a:cubicBezTo>
                      <a:pt x="328" y="27"/>
                      <a:pt x="290" y="1"/>
                      <a:pt x="2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3"/>
              <p:cNvSpPr/>
              <p:nvPr/>
            </p:nvSpPr>
            <p:spPr>
              <a:xfrm rot="1049798">
                <a:off x="150022" y="2946896"/>
                <a:ext cx="288493" cy="256759"/>
              </a:xfrm>
              <a:custGeom>
                <a:avLst/>
                <a:gdLst/>
                <a:ahLst/>
                <a:cxnLst/>
                <a:rect l="l" t="t" r="r" b="b"/>
                <a:pathLst>
                  <a:path w="7691" h="6845" extrusionOk="0">
                    <a:moveTo>
                      <a:pt x="5775" y="0"/>
                    </a:moveTo>
                    <a:cubicBezTo>
                      <a:pt x="5745" y="0"/>
                      <a:pt x="5715" y="2"/>
                      <a:pt x="5684" y="6"/>
                    </a:cubicBezTo>
                    <a:cubicBezTo>
                      <a:pt x="5623" y="6"/>
                      <a:pt x="5563" y="36"/>
                      <a:pt x="5502" y="67"/>
                    </a:cubicBezTo>
                    <a:lnTo>
                      <a:pt x="5411" y="127"/>
                    </a:lnTo>
                    <a:lnTo>
                      <a:pt x="304" y="3897"/>
                    </a:lnTo>
                    <a:lnTo>
                      <a:pt x="213" y="3988"/>
                    </a:lnTo>
                    <a:cubicBezTo>
                      <a:pt x="183" y="4018"/>
                      <a:pt x="122" y="4079"/>
                      <a:pt x="91" y="4140"/>
                    </a:cubicBezTo>
                    <a:cubicBezTo>
                      <a:pt x="0" y="4352"/>
                      <a:pt x="31" y="4596"/>
                      <a:pt x="183" y="4778"/>
                    </a:cubicBezTo>
                    <a:lnTo>
                      <a:pt x="2128" y="6845"/>
                    </a:lnTo>
                    <a:lnTo>
                      <a:pt x="7690" y="2741"/>
                    </a:lnTo>
                    <a:lnTo>
                      <a:pt x="6262" y="249"/>
                    </a:lnTo>
                    <a:cubicBezTo>
                      <a:pt x="6156" y="90"/>
                      <a:pt x="5980" y="0"/>
                      <a:pt x="57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3"/>
              <p:cNvSpPr/>
              <p:nvPr/>
            </p:nvSpPr>
            <p:spPr>
              <a:xfrm rot="1049798">
                <a:off x="373120" y="2979482"/>
                <a:ext cx="69582" cy="115195"/>
              </a:xfrm>
              <a:custGeom>
                <a:avLst/>
                <a:gdLst/>
                <a:ahLst/>
                <a:cxnLst/>
                <a:rect l="l" t="t" r="r" b="b"/>
                <a:pathLst>
                  <a:path w="1855" h="3071" extrusionOk="0">
                    <a:moveTo>
                      <a:pt x="214" y="1"/>
                    </a:moveTo>
                    <a:cubicBezTo>
                      <a:pt x="122" y="1"/>
                      <a:pt x="62" y="31"/>
                      <a:pt x="1" y="31"/>
                    </a:cubicBezTo>
                    <a:lnTo>
                      <a:pt x="1733" y="3071"/>
                    </a:lnTo>
                    <a:lnTo>
                      <a:pt x="1855" y="2949"/>
                    </a:lnTo>
                    <a:lnTo>
                      <a:pt x="2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3"/>
              <p:cNvSpPr/>
              <p:nvPr/>
            </p:nvSpPr>
            <p:spPr>
              <a:xfrm rot="1049798">
                <a:off x="340357" y="2988853"/>
                <a:ext cx="73033" cy="115195"/>
              </a:xfrm>
              <a:custGeom>
                <a:avLst/>
                <a:gdLst/>
                <a:ahLst/>
                <a:cxnLst/>
                <a:rect l="l" t="t" r="r" b="b"/>
                <a:pathLst>
                  <a:path w="1947" h="3071" extrusionOk="0">
                    <a:moveTo>
                      <a:pt x="153" y="0"/>
                    </a:moveTo>
                    <a:lnTo>
                      <a:pt x="1" y="122"/>
                    </a:lnTo>
                    <a:lnTo>
                      <a:pt x="1794" y="3070"/>
                    </a:lnTo>
                    <a:lnTo>
                      <a:pt x="1946" y="2979"/>
                    </a:lnTo>
                    <a:lnTo>
                      <a:pt x="1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3"/>
              <p:cNvSpPr/>
              <p:nvPr/>
            </p:nvSpPr>
            <p:spPr>
              <a:xfrm rot="1049798">
                <a:off x="305851" y="3001153"/>
                <a:ext cx="76446" cy="112906"/>
              </a:xfrm>
              <a:custGeom>
                <a:avLst/>
                <a:gdLst/>
                <a:ahLst/>
                <a:cxnLst/>
                <a:rect l="l" t="t" r="r" b="b"/>
                <a:pathLst>
                  <a:path w="2038" h="3010" extrusionOk="0">
                    <a:moveTo>
                      <a:pt x="153" y="1"/>
                    </a:moveTo>
                    <a:lnTo>
                      <a:pt x="1" y="122"/>
                    </a:lnTo>
                    <a:lnTo>
                      <a:pt x="1916" y="3010"/>
                    </a:lnTo>
                    <a:lnTo>
                      <a:pt x="2037" y="2919"/>
                    </a:lnTo>
                    <a:lnTo>
                      <a:pt x="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3"/>
              <p:cNvSpPr/>
              <p:nvPr/>
            </p:nvSpPr>
            <p:spPr>
              <a:xfrm rot="1049798">
                <a:off x="271477" y="3013684"/>
                <a:ext cx="80985" cy="109493"/>
              </a:xfrm>
              <a:custGeom>
                <a:avLst/>
                <a:gdLst/>
                <a:ahLst/>
                <a:cxnLst/>
                <a:rect l="l" t="t" r="r" b="b"/>
                <a:pathLst>
                  <a:path w="2159" h="2919" extrusionOk="0">
                    <a:moveTo>
                      <a:pt x="152" y="0"/>
                    </a:moveTo>
                    <a:lnTo>
                      <a:pt x="0" y="122"/>
                    </a:lnTo>
                    <a:lnTo>
                      <a:pt x="2006" y="2918"/>
                    </a:lnTo>
                    <a:lnTo>
                      <a:pt x="2158" y="2827"/>
                    </a:lnTo>
                    <a:lnTo>
                      <a:pt x="1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3"/>
              <p:cNvSpPr/>
              <p:nvPr/>
            </p:nvSpPr>
            <p:spPr>
              <a:xfrm rot="1049798">
                <a:off x="238070" y="3026153"/>
                <a:ext cx="83273" cy="107205"/>
              </a:xfrm>
              <a:custGeom>
                <a:avLst/>
                <a:gdLst/>
                <a:ahLst/>
                <a:cxnLst/>
                <a:rect l="l" t="t" r="r" b="b"/>
                <a:pathLst>
                  <a:path w="2220" h="2858" extrusionOk="0">
                    <a:moveTo>
                      <a:pt x="152" y="1"/>
                    </a:moveTo>
                    <a:lnTo>
                      <a:pt x="0" y="122"/>
                    </a:lnTo>
                    <a:lnTo>
                      <a:pt x="2098" y="2858"/>
                    </a:lnTo>
                    <a:lnTo>
                      <a:pt x="2219" y="2767"/>
                    </a:lnTo>
                    <a:lnTo>
                      <a:pt x="1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3"/>
              <p:cNvSpPr/>
              <p:nvPr/>
            </p:nvSpPr>
            <p:spPr>
              <a:xfrm rot="1049798">
                <a:off x="203526" y="3038657"/>
                <a:ext cx="87812" cy="104917"/>
              </a:xfrm>
              <a:custGeom>
                <a:avLst/>
                <a:gdLst/>
                <a:ahLst/>
                <a:cxnLst/>
                <a:rect l="l" t="t" r="r" b="b"/>
                <a:pathLst>
                  <a:path w="2341" h="2797" extrusionOk="0">
                    <a:moveTo>
                      <a:pt x="152" y="0"/>
                    </a:moveTo>
                    <a:lnTo>
                      <a:pt x="0" y="122"/>
                    </a:lnTo>
                    <a:lnTo>
                      <a:pt x="2189" y="2797"/>
                    </a:lnTo>
                    <a:lnTo>
                      <a:pt x="2341" y="2675"/>
                    </a:lnTo>
                    <a:lnTo>
                      <a:pt x="1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3"/>
              <p:cNvSpPr/>
              <p:nvPr/>
            </p:nvSpPr>
            <p:spPr>
              <a:xfrm rot="1049798">
                <a:off x="169152" y="3050978"/>
                <a:ext cx="91263" cy="101503"/>
              </a:xfrm>
              <a:custGeom>
                <a:avLst/>
                <a:gdLst/>
                <a:ahLst/>
                <a:cxnLst/>
                <a:rect l="l" t="t" r="r" b="b"/>
                <a:pathLst>
                  <a:path w="2433" h="2706" extrusionOk="0">
                    <a:moveTo>
                      <a:pt x="153" y="1"/>
                    </a:moveTo>
                    <a:lnTo>
                      <a:pt x="1" y="122"/>
                    </a:lnTo>
                    <a:lnTo>
                      <a:pt x="2311" y="2706"/>
                    </a:lnTo>
                    <a:lnTo>
                      <a:pt x="2432" y="2615"/>
                    </a:lnTo>
                    <a:lnTo>
                      <a:pt x="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3"/>
              <p:cNvSpPr/>
              <p:nvPr/>
            </p:nvSpPr>
            <p:spPr>
              <a:xfrm rot="1049798">
                <a:off x="136844" y="3063826"/>
                <a:ext cx="93514" cy="99215"/>
              </a:xfrm>
              <a:custGeom>
                <a:avLst/>
                <a:gdLst/>
                <a:ahLst/>
                <a:cxnLst/>
                <a:rect l="l" t="t" r="r" b="b"/>
                <a:pathLst>
                  <a:path w="2493" h="2645" extrusionOk="0">
                    <a:moveTo>
                      <a:pt x="122" y="0"/>
                    </a:moveTo>
                    <a:cubicBezTo>
                      <a:pt x="92" y="61"/>
                      <a:pt x="31" y="122"/>
                      <a:pt x="0" y="183"/>
                    </a:cubicBezTo>
                    <a:lnTo>
                      <a:pt x="2371" y="2645"/>
                    </a:lnTo>
                    <a:lnTo>
                      <a:pt x="2493" y="2523"/>
                    </a:lnTo>
                    <a:lnTo>
                      <a:pt x="1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3"/>
              <p:cNvSpPr/>
              <p:nvPr/>
            </p:nvSpPr>
            <p:spPr>
              <a:xfrm rot="1049798">
                <a:off x="199729" y="2813063"/>
                <a:ext cx="110318" cy="97790"/>
              </a:xfrm>
              <a:custGeom>
                <a:avLst/>
                <a:gdLst/>
                <a:ahLst/>
                <a:cxnLst/>
                <a:rect l="l" t="t" r="r" b="b"/>
                <a:pathLst>
                  <a:path w="2941" h="2607" extrusionOk="0">
                    <a:moveTo>
                      <a:pt x="511" y="1"/>
                    </a:moveTo>
                    <a:cubicBezTo>
                      <a:pt x="465" y="1"/>
                      <a:pt x="426" y="15"/>
                      <a:pt x="397" y="47"/>
                    </a:cubicBezTo>
                    <a:cubicBezTo>
                      <a:pt x="1" y="443"/>
                      <a:pt x="1503" y="2606"/>
                      <a:pt x="2276" y="2606"/>
                    </a:cubicBezTo>
                    <a:cubicBezTo>
                      <a:pt x="2333" y="2606"/>
                      <a:pt x="2386" y="2594"/>
                      <a:pt x="2433" y="2569"/>
                    </a:cubicBezTo>
                    <a:cubicBezTo>
                      <a:pt x="2940" y="2316"/>
                      <a:pt x="1099" y="1"/>
                      <a:pt x="5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9" name="Google Shape;379;p13"/>
            <p:cNvGrpSpPr/>
            <p:nvPr/>
          </p:nvGrpSpPr>
          <p:grpSpPr>
            <a:xfrm>
              <a:off x="8308025" y="4116106"/>
              <a:ext cx="1246898" cy="810834"/>
              <a:chOff x="8340025" y="2571750"/>
              <a:chExt cx="1159258" cy="753843"/>
            </a:xfrm>
          </p:grpSpPr>
          <p:sp>
            <p:nvSpPr>
              <p:cNvPr id="380" name="Google Shape;380;p13"/>
              <p:cNvSpPr/>
              <p:nvPr/>
            </p:nvSpPr>
            <p:spPr>
              <a:xfrm>
                <a:off x="8558386" y="2571750"/>
                <a:ext cx="760283" cy="753837"/>
              </a:xfrm>
              <a:custGeom>
                <a:avLst/>
                <a:gdLst/>
                <a:ahLst/>
                <a:cxnLst/>
                <a:rect l="l" t="t" r="r" b="b"/>
                <a:pathLst>
                  <a:path w="22646" h="22454" extrusionOk="0">
                    <a:moveTo>
                      <a:pt x="11268" y="0"/>
                    </a:moveTo>
                    <a:cubicBezTo>
                      <a:pt x="11110" y="0"/>
                      <a:pt x="10951" y="4"/>
                      <a:pt x="10791" y="10"/>
                    </a:cubicBezTo>
                    <a:cubicBezTo>
                      <a:pt x="5776" y="193"/>
                      <a:pt x="1521" y="3688"/>
                      <a:pt x="335" y="8551"/>
                    </a:cubicBezTo>
                    <a:cubicBezTo>
                      <a:pt x="92" y="9494"/>
                      <a:pt x="1" y="10436"/>
                      <a:pt x="1" y="11409"/>
                    </a:cubicBezTo>
                    <a:cubicBezTo>
                      <a:pt x="92" y="17062"/>
                      <a:pt x="4378" y="21774"/>
                      <a:pt x="9971" y="22381"/>
                    </a:cubicBezTo>
                    <a:cubicBezTo>
                      <a:pt x="10399" y="22430"/>
                      <a:pt x="10824" y="22454"/>
                      <a:pt x="11246" y="22454"/>
                    </a:cubicBezTo>
                    <a:cubicBezTo>
                      <a:pt x="16363" y="22454"/>
                      <a:pt x="20893" y="18956"/>
                      <a:pt x="22129" y="13901"/>
                    </a:cubicBezTo>
                    <a:cubicBezTo>
                      <a:pt x="22646" y="11834"/>
                      <a:pt x="22554" y="9706"/>
                      <a:pt x="21886" y="7700"/>
                    </a:cubicBezTo>
                    <a:cubicBezTo>
                      <a:pt x="20385" y="3109"/>
                      <a:pt x="16092" y="0"/>
                      <a:pt x="112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3"/>
              <p:cNvSpPr/>
              <p:nvPr/>
            </p:nvSpPr>
            <p:spPr>
              <a:xfrm>
                <a:off x="8770670" y="2630235"/>
                <a:ext cx="164304" cy="89840"/>
              </a:xfrm>
              <a:custGeom>
                <a:avLst/>
                <a:gdLst/>
                <a:ahLst/>
                <a:cxnLst/>
                <a:rect l="l" t="t" r="r" b="b"/>
                <a:pathLst>
                  <a:path w="4894" h="2676" extrusionOk="0">
                    <a:moveTo>
                      <a:pt x="2462" y="1"/>
                    </a:moveTo>
                    <a:cubicBezTo>
                      <a:pt x="1094" y="1"/>
                      <a:pt x="0" y="609"/>
                      <a:pt x="0" y="1338"/>
                    </a:cubicBezTo>
                    <a:cubicBezTo>
                      <a:pt x="0" y="2098"/>
                      <a:pt x="1094" y="2676"/>
                      <a:pt x="2462" y="2676"/>
                    </a:cubicBezTo>
                    <a:cubicBezTo>
                      <a:pt x="3800" y="2676"/>
                      <a:pt x="4894" y="2098"/>
                      <a:pt x="4894" y="1338"/>
                    </a:cubicBezTo>
                    <a:cubicBezTo>
                      <a:pt x="4894" y="609"/>
                      <a:pt x="3800" y="1"/>
                      <a:pt x="24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3"/>
              <p:cNvSpPr/>
              <p:nvPr/>
            </p:nvSpPr>
            <p:spPr>
              <a:xfrm>
                <a:off x="8688013" y="2707789"/>
                <a:ext cx="96957" cy="52105"/>
              </a:xfrm>
              <a:custGeom>
                <a:avLst/>
                <a:gdLst/>
                <a:ahLst/>
                <a:cxnLst/>
                <a:rect l="l" t="t" r="r" b="b"/>
                <a:pathLst>
                  <a:path w="2888" h="1552" extrusionOk="0">
                    <a:moveTo>
                      <a:pt x="1459" y="1"/>
                    </a:moveTo>
                    <a:cubicBezTo>
                      <a:pt x="669" y="1"/>
                      <a:pt x="0" y="335"/>
                      <a:pt x="0" y="791"/>
                    </a:cubicBezTo>
                    <a:cubicBezTo>
                      <a:pt x="0" y="1217"/>
                      <a:pt x="669" y="1551"/>
                      <a:pt x="1459" y="1551"/>
                    </a:cubicBezTo>
                    <a:cubicBezTo>
                      <a:pt x="2249" y="1551"/>
                      <a:pt x="2888" y="1217"/>
                      <a:pt x="2888" y="791"/>
                    </a:cubicBezTo>
                    <a:cubicBezTo>
                      <a:pt x="2888" y="366"/>
                      <a:pt x="2249" y="1"/>
                      <a:pt x="1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3"/>
              <p:cNvSpPr/>
              <p:nvPr/>
            </p:nvSpPr>
            <p:spPr>
              <a:xfrm>
                <a:off x="8836978" y="2761876"/>
                <a:ext cx="59222" cy="32700"/>
              </a:xfrm>
              <a:custGeom>
                <a:avLst/>
                <a:gdLst/>
                <a:ahLst/>
                <a:cxnLst/>
                <a:rect l="l" t="t" r="r" b="b"/>
                <a:pathLst>
                  <a:path w="1764" h="974" extrusionOk="0">
                    <a:moveTo>
                      <a:pt x="882" y="1"/>
                    </a:moveTo>
                    <a:cubicBezTo>
                      <a:pt x="396" y="1"/>
                      <a:pt x="1" y="214"/>
                      <a:pt x="1" y="487"/>
                    </a:cubicBezTo>
                    <a:cubicBezTo>
                      <a:pt x="1" y="761"/>
                      <a:pt x="396" y="974"/>
                      <a:pt x="882" y="974"/>
                    </a:cubicBezTo>
                    <a:cubicBezTo>
                      <a:pt x="1369" y="974"/>
                      <a:pt x="1764" y="761"/>
                      <a:pt x="1764" y="487"/>
                    </a:cubicBezTo>
                    <a:cubicBezTo>
                      <a:pt x="1764" y="214"/>
                      <a:pt x="1369" y="1"/>
                      <a:pt x="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3"/>
              <p:cNvSpPr/>
              <p:nvPr/>
            </p:nvSpPr>
            <p:spPr>
              <a:xfrm>
                <a:off x="8558386" y="2830265"/>
                <a:ext cx="760283" cy="495329"/>
              </a:xfrm>
              <a:custGeom>
                <a:avLst/>
                <a:gdLst/>
                <a:ahLst/>
                <a:cxnLst/>
                <a:rect l="l" t="t" r="r" b="b"/>
                <a:pathLst>
                  <a:path w="22646" h="14754" extrusionOk="0">
                    <a:moveTo>
                      <a:pt x="21886" y="0"/>
                    </a:moveTo>
                    <a:cubicBezTo>
                      <a:pt x="21886" y="0"/>
                      <a:pt x="16492" y="6477"/>
                      <a:pt x="8692" y="6477"/>
                    </a:cubicBezTo>
                    <a:cubicBezTo>
                      <a:pt x="6035" y="6477"/>
                      <a:pt x="3098" y="5725"/>
                      <a:pt x="1" y="3709"/>
                    </a:cubicBezTo>
                    <a:lnTo>
                      <a:pt x="1" y="3709"/>
                    </a:lnTo>
                    <a:cubicBezTo>
                      <a:pt x="92" y="9362"/>
                      <a:pt x="4378" y="14074"/>
                      <a:pt x="9971" y="14681"/>
                    </a:cubicBezTo>
                    <a:cubicBezTo>
                      <a:pt x="10399" y="14730"/>
                      <a:pt x="10824" y="14754"/>
                      <a:pt x="11246" y="14754"/>
                    </a:cubicBezTo>
                    <a:cubicBezTo>
                      <a:pt x="16363" y="14754"/>
                      <a:pt x="20893" y="11256"/>
                      <a:pt x="22129" y="6201"/>
                    </a:cubicBezTo>
                    <a:cubicBezTo>
                      <a:pt x="22646" y="4134"/>
                      <a:pt x="22554" y="2006"/>
                      <a:pt x="21886" y="0"/>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3"/>
              <p:cNvSpPr/>
              <p:nvPr/>
            </p:nvSpPr>
            <p:spPr>
              <a:xfrm>
                <a:off x="8340025" y="2830265"/>
                <a:ext cx="1159258" cy="341600"/>
              </a:xfrm>
              <a:custGeom>
                <a:avLst/>
                <a:gdLst/>
                <a:ahLst/>
                <a:cxnLst/>
                <a:rect l="l" t="t" r="r" b="b"/>
                <a:pathLst>
                  <a:path w="34530" h="10175" extrusionOk="0">
                    <a:moveTo>
                      <a:pt x="3906" y="0"/>
                    </a:moveTo>
                    <a:cubicBezTo>
                      <a:pt x="1825" y="0"/>
                      <a:pt x="533" y="311"/>
                      <a:pt x="365" y="943"/>
                    </a:cubicBezTo>
                    <a:cubicBezTo>
                      <a:pt x="0" y="2554"/>
                      <a:pt x="7265" y="5745"/>
                      <a:pt x="16627" y="8025"/>
                    </a:cubicBezTo>
                    <a:cubicBezTo>
                      <a:pt x="22332" y="9433"/>
                      <a:pt x="27507" y="10174"/>
                      <a:pt x="30768" y="10174"/>
                    </a:cubicBezTo>
                    <a:cubicBezTo>
                      <a:pt x="32858" y="10174"/>
                      <a:pt x="34163" y="9870"/>
                      <a:pt x="34317" y="9241"/>
                    </a:cubicBezTo>
                    <a:cubicBezTo>
                      <a:pt x="34530" y="8359"/>
                      <a:pt x="32341" y="6961"/>
                      <a:pt x="28724" y="5472"/>
                    </a:cubicBezTo>
                    <a:lnTo>
                      <a:pt x="28694" y="5593"/>
                    </a:lnTo>
                    <a:cubicBezTo>
                      <a:pt x="30153" y="6323"/>
                      <a:pt x="30943" y="6961"/>
                      <a:pt x="30821" y="7417"/>
                    </a:cubicBezTo>
                    <a:cubicBezTo>
                      <a:pt x="30722" y="7837"/>
                      <a:pt x="29840" y="8040"/>
                      <a:pt x="28406" y="8040"/>
                    </a:cubicBezTo>
                    <a:cubicBezTo>
                      <a:pt x="25901" y="8040"/>
                      <a:pt x="21710" y="7422"/>
                      <a:pt x="17052" y="6262"/>
                    </a:cubicBezTo>
                    <a:cubicBezTo>
                      <a:pt x="9757" y="4469"/>
                      <a:pt x="4043" y="2098"/>
                      <a:pt x="4316" y="912"/>
                    </a:cubicBezTo>
                    <a:cubicBezTo>
                      <a:pt x="4430" y="485"/>
                      <a:pt x="5319" y="271"/>
                      <a:pt x="6782" y="271"/>
                    </a:cubicBezTo>
                    <a:cubicBezTo>
                      <a:pt x="6880" y="271"/>
                      <a:pt x="6980" y="272"/>
                      <a:pt x="7082" y="274"/>
                    </a:cubicBezTo>
                    <a:cubicBezTo>
                      <a:pt x="7082" y="244"/>
                      <a:pt x="7082" y="213"/>
                      <a:pt x="7113" y="183"/>
                    </a:cubicBezTo>
                    <a:cubicBezTo>
                      <a:pt x="5908" y="61"/>
                      <a:pt x="4829" y="0"/>
                      <a:pt x="3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6" name="Google Shape;386;p13"/>
          <p:cNvGrpSpPr/>
          <p:nvPr/>
        </p:nvGrpSpPr>
        <p:grpSpPr>
          <a:xfrm>
            <a:off x="3771652" y="53884"/>
            <a:ext cx="5314076" cy="5690420"/>
            <a:chOff x="3771652" y="53884"/>
            <a:chExt cx="5314076" cy="5690420"/>
          </a:xfrm>
        </p:grpSpPr>
        <p:grpSp>
          <p:nvGrpSpPr>
            <p:cNvPr id="387" name="Google Shape;387;p13"/>
            <p:cNvGrpSpPr/>
            <p:nvPr/>
          </p:nvGrpSpPr>
          <p:grpSpPr>
            <a:xfrm rot="9394993" flipH="1">
              <a:off x="3887841" y="4394640"/>
              <a:ext cx="1985378" cy="996177"/>
              <a:chOff x="386493" y="282479"/>
              <a:chExt cx="1985461" cy="996218"/>
            </a:xfrm>
          </p:grpSpPr>
          <p:sp>
            <p:nvSpPr>
              <p:cNvPr id="388" name="Google Shape;388;p13"/>
              <p:cNvSpPr/>
              <p:nvPr/>
            </p:nvSpPr>
            <p:spPr>
              <a:xfrm>
                <a:off x="386493" y="1111169"/>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3"/>
              <p:cNvSpPr/>
              <p:nvPr/>
            </p:nvSpPr>
            <p:spPr>
              <a:xfrm>
                <a:off x="2295017" y="282479"/>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3"/>
              <p:cNvSpPr/>
              <p:nvPr/>
            </p:nvSpPr>
            <p:spPr>
              <a:xfrm>
                <a:off x="629435" y="116098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1" name="Google Shape;391;p13"/>
            <p:cNvGrpSpPr/>
            <p:nvPr/>
          </p:nvGrpSpPr>
          <p:grpSpPr>
            <a:xfrm rot="5400000">
              <a:off x="8063335" y="1373191"/>
              <a:ext cx="1736292" cy="308495"/>
              <a:chOff x="884340" y="164158"/>
              <a:chExt cx="1736292" cy="308495"/>
            </a:xfrm>
          </p:grpSpPr>
          <p:sp>
            <p:nvSpPr>
              <p:cNvPr id="392" name="Google Shape;392;p13"/>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3"/>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3"/>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5" name="Google Shape;395;p13"/>
            <p:cNvGrpSpPr/>
            <p:nvPr/>
          </p:nvGrpSpPr>
          <p:grpSpPr>
            <a:xfrm rot="5132281">
              <a:off x="5625405" y="-193905"/>
              <a:ext cx="384603" cy="953171"/>
              <a:chOff x="214131" y="2367108"/>
              <a:chExt cx="384592" cy="953142"/>
            </a:xfrm>
          </p:grpSpPr>
          <p:sp>
            <p:nvSpPr>
              <p:cNvPr id="396" name="Google Shape;396;p13"/>
              <p:cNvSpPr/>
              <p:nvPr/>
            </p:nvSpPr>
            <p:spPr>
              <a:xfrm>
                <a:off x="448093" y="23671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7" name="Google Shape;397;p13"/>
              <p:cNvGrpSpPr/>
              <p:nvPr/>
            </p:nvGrpSpPr>
            <p:grpSpPr>
              <a:xfrm>
                <a:off x="214131" y="2799658"/>
                <a:ext cx="254979" cy="520592"/>
                <a:chOff x="264806" y="1483558"/>
                <a:chExt cx="254979" cy="520592"/>
              </a:xfrm>
            </p:grpSpPr>
            <p:sp>
              <p:nvSpPr>
                <p:cNvPr id="398" name="Google Shape;398;p13"/>
                <p:cNvSpPr/>
                <p:nvPr/>
              </p:nvSpPr>
              <p:spPr>
                <a:xfrm>
                  <a:off x="441296" y="1944519"/>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3"/>
                <p:cNvSpPr/>
                <p:nvPr/>
              </p:nvSpPr>
              <p:spPr>
                <a:xfrm>
                  <a:off x="264806" y="14835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400" name="Google Shape;400;p13"/>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401" name="Google Shape;401;p13"/>
          <p:cNvSpPr txBox="1">
            <a:spLocks noGrp="1"/>
          </p:cNvSpPr>
          <p:nvPr>
            <p:ph type="title" idx="2" hasCustomPrompt="1"/>
          </p:nvPr>
        </p:nvSpPr>
        <p:spPr>
          <a:xfrm>
            <a:off x="998275" y="1916635"/>
            <a:ext cx="780000" cy="42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300"/>
              <a:buNone/>
              <a:defRPr sz="2800">
                <a:solidFill>
                  <a:schemeClr val="lt2"/>
                </a:solidFill>
              </a:defRPr>
            </a:lvl1pPr>
            <a:lvl2pPr lvl="1" algn="ctr" rtl="0">
              <a:spcBef>
                <a:spcPts val="0"/>
              </a:spcBef>
              <a:spcAft>
                <a:spcPts val="0"/>
              </a:spcAft>
              <a:buSzPts val="4300"/>
              <a:buNone/>
              <a:defRPr sz="4300"/>
            </a:lvl2pPr>
            <a:lvl3pPr lvl="2" algn="ctr" rtl="0">
              <a:spcBef>
                <a:spcPts val="0"/>
              </a:spcBef>
              <a:spcAft>
                <a:spcPts val="0"/>
              </a:spcAft>
              <a:buSzPts val="4300"/>
              <a:buNone/>
              <a:defRPr sz="4300"/>
            </a:lvl3pPr>
            <a:lvl4pPr lvl="3" algn="ctr" rtl="0">
              <a:spcBef>
                <a:spcPts val="0"/>
              </a:spcBef>
              <a:spcAft>
                <a:spcPts val="0"/>
              </a:spcAft>
              <a:buSzPts val="4300"/>
              <a:buNone/>
              <a:defRPr sz="4300"/>
            </a:lvl4pPr>
            <a:lvl5pPr lvl="4" algn="ctr" rtl="0">
              <a:spcBef>
                <a:spcPts val="0"/>
              </a:spcBef>
              <a:spcAft>
                <a:spcPts val="0"/>
              </a:spcAft>
              <a:buSzPts val="4300"/>
              <a:buNone/>
              <a:defRPr sz="4300"/>
            </a:lvl5pPr>
            <a:lvl6pPr lvl="5" algn="ctr" rtl="0">
              <a:spcBef>
                <a:spcPts val="0"/>
              </a:spcBef>
              <a:spcAft>
                <a:spcPts val="0"/>
              </a:spcAft>
              <a:buSzPts val="4300"/>
              <a:buNone/>
              <a:defRPr sz="4300"/>
            </a:lvl6pPr>
            <a:lvl7pPr lvl="6" algn="ctr" rtl="0">
              <a:spcBef>
                <a:spcPts val="0"/>
              </a:spcBef>
              <a:spcAft>
                <a:spcPts val="0"/>
              </a:spcAft>
              <a:buSzPts val="4300"/>
              <a:buNone/>
              <a:defRPr sz="4300"/>
            </a:lvl7pPr>
            <a:lvl8pPr lvl="7" algn="ctr" rtl="0">
              <a:spcBef>
                <a:spcPts val="0"/>
              </a:spcBef>
              <a:spcAft>
                <a:spcPts val="0"/>
              </a:spcAft>
              <a:buSzPts val="4300"/>
              <a:buNone/>
              <a:defRPr sz="4300"/>
            </a:lvl8pPr>
            <a:lvl9pPr lvl="8" algn="ctr" rtl="0">
              <a:spcBef>
                <a:spcPts val="0"/>
              </a:spcBef>
              <a:spcAft>
                <a:spcPts val="0"/>
              </a:spcAft>
              <a:buSzPts val="4300"/>
              <a:buNone/>
              <a:defRPr sz="4300"/>
            </a:lvl9pPr>
          </a:lstStyle>
          <a:p>
            <a:r>
              <a:t>xx%</a:t>
            </a:r>
          </a:p>
        </p:txBody>
      </p:sp>
      <p:sp>
        <p:nvSpPr>
          <p:cNvPr id="402" name="Google Shape;402;p13"/>
          <p:cNvSpPr txBox="1">
            <a:spLocks noGrp="1"/>
          </p:cNvSpPr>
          <p:nvPr>
            <p:ph type="subTitle" idx="1"/>
          </p:nvPr>
        </p:nvSpPr>
        <p:spPr>
          <a:xfrm>
            <a:off x="1872558" y="1667714"/>
            <a:ext cx="2766000" cy="3384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3" name="Google Shape;403;p13"/>
          <p:cNvSpPr txBox="1">
            <a:spLocks noGrp="1"/>
          </p:cNvSpPr>
          <p:nvPr>
            <p:ph type="subTitle" idx="3"/>
          </p:nvPr>
        </p:nvSpPr>
        <p:spPr>
          <a:xfrm>
            <a:off x="1872550" y="2006114"/>
            <a:ext cx="27660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4" name="Google Shape;404;p13"/>
          <p:cNvSpPr txBox="1">
            <a:spLocks noGrp="1"/>
          </p:cNvSpPr>
          <p:nvPr>
            <p:ph type="title" idx="4" hasCustomPrompt="1"/>
          </p:nvPr>
        </p:nvSpPr>
        <p:spPr>
          <a:xfrm>
            <a:off x="4680576" y="1916635"/>
            <a:ext cx="780000" cy="42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300"/>
              <a:buNone/>
              <a:defRPr sz="2800">
                <a:solidFill>
                  <a:schemeClr val="lt2"/>
                </a:solidFill>
              </a:defRPr>
            </a:lvl1pPr>
            <a:lvl2pPr lvl="1" algn="ctr" rtl="0">
              <a:spcBef>
                <a:spcPts val="0"/>
              </a:spcBef>
              <a:spcAft>
                <a:spcPts val="0"/>
              </a:spcAft>
              <a:buSzPts val="4300"/>
              <a:buNone/>
              <a:defRPr sz="4300"/>
            </a:lvl2pPr>
            <a:lvl3pPr lvl="2" algn="ctr" rtl="0">
              <a:spcBef>
                <a:spcPts val="0"/>
              </a:spcBef>
              <a:spcAft>
                <a:spcPts val="0"/>
              </a:spcAft>
              <a:buSzPts val="4300"/>
              <a:buNone/>
              <a:defRPr sz="4300"/>
            </a:lvl3pPr>
            <a:lvl4pPr lvl="3" algn="ctr" rtl="0">
              <a:spcBef>
                <a:spcPts val="0"/>
              </a:spcBef>
              <a:spcAft>
                <a:spcPts val="0"/>
              </a:spcAft>
              <a:buSzPts val="4300"/>
              <a:buNone/>
              <a:defRPr sz="4300"/>
            </a:lvl4pPr>
            <a:lvl5pPr lvl="4" algn="ctr" rtl="0">
              <a:spcBef>
                <a:spcPts val="0"/>
              </a:spcBef>
              <a:spcAft>
                <a:spcPts val="0"/>
              </a:spcAft>
              <a:buSzPts val="4300"/>
              <a:buNone/>
              <a:defRPr sz="4300"/>
            </a:lvl5pPr>
            <a:lvl6pPr lvl="5" algn="ctr" rtl="0">
              <a:spcBef>
                <a:spcPts val="0"/>
              </a:spcBef>
              <a:spcAft>
                <a:spcPts val="0"/>
              </a:spcAft>
              <a:buSzPts val="4300"/>
              <a:buNone/>
              <a:defRPr sz="4300"/>
            </a:lvl6pPr>
            <a:lvl7pPr lvl="6" algn="ctr" rtl="0">
              <a:spcBef>
                <a:spcPts val="0"/>
              </a:spcBef>
              <a:spcAft>
                <a:spcPts val="0"/>
              </a:spcAft>
              <a:buSzPts val="4300"/>
              <a:buNone/>
              <a:defRPr sz="4300"/>
            </a:lvl7pPr>
            <a:lvl8pPr lvl="7" algn="ctr" rtl="0">
              <a:spcBef>
                <a:spcPts val="0"/>
              </a:spcBef>
              <a:spcAft>
                <a:spcPts val="0"/>
              </a:spcAft>
              <a:buSzPts val="4300"/>
              <a:buNone/>
              <a:defRPr sz="4300"/>
            </a:lvl8pPr>
            <a:lvl9pPr lvl="8" algn="ctr" rtl="0">
              <a:spcBef>
                <a:spcPts val="0"/>
              </a:spcBef>
              <a:spcAft>
                <a:spcPts val="0"/>
              </a:spcAft>
              <a:buSzPts val="4300"/>
              <a:buNone/>
              <a:defRPr sz="4300"/>
            </a:lvl9pPr>
          </a:lstStyle>
          <a:p>
            <a:r>
              <a:t>xx%</a:t>
            </a:r>
          </a:p>
        </p:txBody>
      </p:sp>
      <p:sp>
        <p:nvSpPr>
          <p:cNvPr id="405" name="Google Shape;405;p13"/>
          <p:cNvSpPr txBox="1">
            <a:spLocks noGrp="1"/>
          </p:cNvSpPr>
          <p:nvPr>
            <p:ph type="subTitle" idx="5"/>
          </p:nvPr>
        </p:nvSpPr>
        <p:spPr>
          <a:xfrm>
            <a:off x="5554745" y="1667714"/>
            <a:ext cx="2766000" cy="3384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6" name="Google Shape;406;p13"/>
          <p:cNvSpPr txBox="1">
            <a:spLocks noGrp="1"/>
          </p:cNvSpPr>
          <p:nvPr>
            <p:ph type="subTitle" idx="6"/>
          </p:nvPr>
        </p:nvSpPr>
        <p:spPr>
          <a:xfrm>
            <a:off x="5554748" y="2006114"/>
            <a:ext cx="27660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7" name="Google Shape;407;p13"/>
          <p:cNvSpPr txBox="1">
            <a:spLocks noGrp="1"/>
          </p:cNvSpPr>
          <p:nvPr>
            <p:ph type="title" idx="7" hasCustomPrompt="1"/>
          </p:nvPr>
        </p:nvSpPr>
        <p:spPr>
          <a:xfrm>
            <a:off x="998250" y="3453998"/>
            <a:ext cx="780000" cy="42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300"/>
              <a:buNone/>
              <a:defRPr sz="2800">
                <a:solidFill>
                  <a:schemeClr val="lt2"/>
                </a:solidFill>
              </a:defRPr>
            </a:lvl1pPr>
            <a:lvl2pPr lvl="1" algn="ctr" rtl="0">
              <a:spcBef>
                <a:spcPts val="0"/>
              </a:spcBef>
              <a:spcAft>
                <a:spcPts val="0"/>
              </a:spcAft>
              <a:buSzPts val="4300"/>
              <a:buNone/>
              <a:defRPr sz="4300"/>
            </a:lvl2pPr>
            <a:lvl3pPr lvl="2" algn="ctr" rtl="0">
              <a:spcBef>
                <a:spcPts val="0"/>
              </a:spcBef>
              <a:spcAft>
                <a:spcPts val="0"/>
              </a:spcAft>
              <a:buSzPts val="4300"/>
              <a:buNone/>
              <a:defRPr sz="4300"/>
            </a:lvl3pPr>
            <a:lvl4pPr lvl="3" algn="ctr" rtl="0">
              <a:spcBef>
                <a:spcPts val="0"/>
              </a:spcBef>
              <a:spcAft>
                <a:spcPts val="0"/>
              </a:spcAft>
              <a:buSzPts val="4300"/>
              <a:buNone/>
              <a:defRPr sz="4300"/>
            </a:lvl4pPr>
            <a:lvl5pPr lvl="4" algn="ctr" rtl="0">
              <a:spcBef>
                <a:spcPts val="0"/>
              </a:spcBef>
              <a:spcAft>
                <a:spcPts val="0"/>
              </a:spcAft>
              <a:buSzPts val="4300"/>
              <a:buNone/>
              <a:defRPr sz="4300"/>
            </a:lvl5pPr>
            <a:lvl6pPr lvl="5" algn="ctr" rtl="0">
              <a:spcBef>
                <a:spcPts val="0"/>
              </a:spcBef>
              <a:spcAft>
                <a:spcPts val="0"/>
              </a:spcAft>
              <a:buSzPts val="4300"/>
              <a:buNone/>
              <a:defRPr sz="4300"/>
            </a:lvl6pPr>
            <a:lvl7pPr lvl="6" algn="ctr" rtl="0">
              <a:spcBef>
                <a:spcPts val="0"/>
              </a:spcBef>
              <a:spcAft>
                <a:spcPts val="0"/>
              </a:spcAft>
              <a:buSzPts val="4300"/>
              <a:buNone/>
              <a:defRPr sz="4300"/>
            </a:lvl7pPr>
            <a:lvl8pPr lvl="7" algn="ctr" rtl="0">
              <a:spcBef>
                <a:spcPts val="0"/>
              </a:spcBef>
              <a:spcAft>
                <a:spcPts val="0"/>
              </a:spcAft>
              <a:buSzPts val="4300"/>
              <a:buNone/>
              <a:defRPr sz="4300"/>
            </a:lvl8pPr>
            <a:lvl9pPr lvl="8" algn="ctr" rtl="0">
              <a:spcBef>
                <a:spcPts val="0"/>
              </a:spcBef>
              <a:spcAft>
                <a:spcPts val="0"/>
              </a:spcAft>
              <a:buSzPts val="4300"/>
              <a:buNone/>
              <a:defRPr sz="4300"/>
            </a:lvl9pPr>
          </a:lstStyle>
          <a:p>
            <a:r>
              <a:t>xx%</a:t>
            </a:r>
          </a:p>
        </p:txBody>
      </p:sp>
      <p:sp>
        <p:nvSpPr>
          <p:cNvPr id="408" name="Google Shape;408;p13"/>
          <p:cNvSpPr txBox="1">
            <a:spLocks noGrp="1"/>
          </p:cNvSpPr>
          <p:nvPr>
            <p:ph type="subTitle" idx="8"/>
          </p:nvPr>
        </p:nvSpPr>
        <p:spPr>
          <a:xfrm>
            <a:off x="1872533" y="3205002"/>
            <a:ext cx="2766000" cy="3384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9" name="Google Shape;409;p13"/>
          <p:cNvSpPr txBox="1">
            <a:spLocks noGrp="1"/>
          </p:cNvSpPr>
          <p:nvPr>
            <p:ph type="subTitle" idx="9"/>
          </p:nvPr>
        </p:nvSpPr>
        <p:spPr>
          <a:xfrm>
            <a:off x="1872521" y="3543402"/>
            <a:ext cx="27660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10" name="Google Shape;410;p13"/>
          <p:cNvSpPr txBox="1">
            <a:spLocks noGrp="1"/>
          </p:cNvSpPr>
          <p:nvPr>
            <p:ph type="title" idx="13" hasCustomPrompt="1"/>
          </p:nvPr>
        </p:nvSpPr>
        <p:spPr>
          <a:xfrm>
            <a:off x="4680551" y="3453998"/>
            <a:ext cx="780000" cy="42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300"/>
              <a:buNone/>
              <a:defRPr sz="2800">
                <a:solidFill>
                  <a:schemeClr val="lt2"/>
                </a:solidFill>
              </a:defRPr>
            </a:lvl1pPr>
            <a:lvl2pPr lvl="1" algn="ctr" rtl="0">
              <a:spcBef>
                <a:spcPts val="0"/>
              </a:spcBef>
              <a:spcAft>
                <a:spcPts val="0"/>
              </a:spcAft>
              <a:buSzPts val="4300"/>
              <a:buNone/>
              <a:defRPr sz="4300"/>
            </a:lvl2pPr>
            <a:lvl3pPr lvl="2" algn="ctr" rtl="0">
              <a:spcBef>
                <a:spcPts val="0"/>
              </a:spcBef>
              <a:spcAft>
                <a:spcPts val="0"/>
              </a:spcAft>
              <a:buSzPts val="4300"/>
              <a:buNone/>
              <a:defRPr sz="4300"/>
            </a:lvl3pPr>
            <a:lvl4pPr lvl="3" algn="ctr" rtl="0">
              <a:spcBef>
                <a:spcPts val="0"/>
              </a:spcBef>
              <a:spcAft>
                <a:spcPts val="0"/>
              </a:spcAft>
              <a:buSzPts val="4300"/>
              <a:buNone/>
              <a:defRPr sz="4300"/>
            </a:lvl4pPr>
            <a:lvl5pPr lvl="4" algn="ctr" rtl="0">
              <a:spcBef>
                <a:spcPts val="0"/>
              </a:spcBef>
              <a:spcAft>
                <a:spcPts val="0"/>
              </a:spcAft>
              <a:buSzPts val="4300"/>
              <a:buNone/>
              <a:defRPr sz="4300"/>
            </a:lvl5pPr>
            <a:lvl6pPr lvl="5" algn="ctr" rtl="0">
              <a:spcBef>
                <a:spcPts val="0"/>
              </a:spcBef>
              <a:spcAft>
                <a:spcPts val="0"/>
              </a:spcAft>
              <a:buSzPts val="4300"/>
              <a:buNone/>
              <a:defRPr sz="4300"/>
            </a:lvl6pPr>
            <a:lvl7pPr lvl="6" algn="ctr" rtl="0">
              <a:spcBef>
                <a:spcPts val="0"/>
              </a:spcBef>
              <a:spcAft>
                <a:spcPts val="0"/>
              </a:spcAft>
              <a:buSzPts val="4300"/>
              <a:buNone/>
              <a:defRPr sz="4300"/>
            </a:lvl7pPr>
            <a:lvl8pPr lvl="7" algn="ctr" rtl="0">
              <a:spcBef>
                <a:spcPts val="0"/>
              </a:spcBef>
              <a:spcAft>
                <a:spcPts val="0"/>
              </a:spcAft>
              <a:buSzPts val="4300"/>
              <a:buNone/>
              <a:defRPr sz="4300"/>
            </a:lvl8pPr>
            <a:lvl9pPr lvl="8" algn="ctr" rtl="0">
              <a:spcBef>
                <a:spcPts val="0"/>
              </a:spcBef>
              <a:spcAft>
                <a:spcPts val="0"/>
              </a:spcAft>
              <a:buSzPts val="4300"/>
              <a:buNone/>
              <a:defRPr sz="4300"/>
            </a:lvl9pPr>
          </a:lstStyle>
          <a:p>
            <a:r>
              <a:t>xx%</a:t>
            </a:r>
          </a:p>
        </p:txBody>
      </p:sp>
      <p:sp>
        <p:nvSpPr>
          <p:cNvPr id="411" name="Google Shape;411;p13"/>
          <p:cNvSpPr txBox="1">
            <a:spLocks noGrp="1"/>
          </p:cNvSpPr>
          <p:nvPr>
            <p:ph type="subTitle" idx="14"/>
          </p:nvPr>
        </p:nvSpPr>
        <p:spPr>
          <a:xfrm>
            <a:off x="5554720" y="3205002"/>
            <a:ext cx="2766000" cy="3384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12" name="Google Shape;412;p13"/>
          <p:cNvSpPr txBox="1">
            <a:spLocks noGrp="1"/>
          </p:cNvSpPr>
          <p:nvPr>
            <p:ph type="subTitle" idx="15"/>
          </p:nvPr>
        </p:nvSpPr>
        <p:spPr>
          <a:xfrm>
            <a:off x="5554719" y="3543402"/>
            <a:ext cx="27660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413"/>
        <p:cNvGrpSpPr/>
        <p:nvPr/>
      </p:nvGrpSpPr>
      <p:grpSpPr>
        <a:xfrm>
          <a:off x="0" y="0"/>
          <a:ext cx="0" cy="0"/>
          <a:chOff x="0" y="0"/>
          <a:chExt cx="0" cy="0"/>
        </a:xfrm>
      </p:grpSpPr>
      <p:grpSp>
        <p:nvGrpSpPr>
          <p:cNvPr id="414" name="Google Shape;414;p14"/>
          <p:cNvGrpSpPr/>
          <p:nvPr/>
        </p:nvGrpSpPr>
        <p:grpSpPr>
          <a:xfrm>
            <a:off x="2764961" y="3034800"/>
            <a:ext cx="6379027" cy="2108691"/>
            <a:chOff x="2764961" y="3034800"/>
            <a:chExt cx="6379027" cy="2108691"/>
          </a:xfrm>
        </p:grpSpPr>
        <p:sp>
          <p:nvSpPr>
            <p:cNvPr id="415" name="Google Shape;415;p14"/>
            <p:cNvSpPr/>
            <p:nvPr/>
          </p:nvSpPr>
          <p:spPr>
            <a:xfrm>
              <a:off x="7885875" y="3034800"/>
              <a:ext cx="1258113" cy="1901601"/>
            </a:xfrm>
            <a:custGeom>
              <a:avLst/>
              <a:gdLst/>
              <a:ahLst/>
              <a:cxnLst/>
              <a:rect l="l" t="t" r="r" b="b"/>
              <a:pathLst>
                <a:path w="21096" h="31886" extrusionOk="0">
                  <a:moveTo>
                    <a:pt x="21095" y="1"/>
                  </a:moveTo>
                  <a:cubicBezTo>
                    <a:pt x="1" y="16840"/>
                    <a:pt x="21095" y="31886"/>
                    <a:pt x="21095" y="31886"/>
                  </a:cubicBezTo>
                  <a:lnTo>
                    <a:pt x="210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4"/>
            <p:cNvSpPr/>
            <p:nvPr/>
          </p:nvSpPr>
          <p:spPr>
            <a:xfrm rot="5400000">
              <a:off x="3083723" y="3989814"/>
              <a:ext cx="834916" cy="1472439"/>
            </a:xfrm>
            <a:custGeom>
              <a:avLst/>
              <a:gdLst/>
              <a:ahLst/>
              <a:cxnLst/>
              <a:rect l="l" t="t" r="r" b="b"/>
              <a:pathLst>
                <a:path w="21855" h="38543" extrusionOk="0">
                  <a:moveTo>
                    <a:pt x="21855" y="1"/>
                  </a:moveTo>
                  <a:cubicBezTo>
                    <a:pt x="0" y="21825"/>
                    <a:pt x="21855" y="38543"/>
                    <a:pt x="21855" y="38543"/>
                  </a:cubicBezTo>
                  <a:lnTo>
                    <a:pt x="21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7" name="Google Shape;417;p14"/>
          <p:cNvGrpSpPr/>
          <p:nvPr/>
        </p:nvGrpSpPr>
        <p:grpSpPr>
          <a:xfrm>
            <a:off x="0" y="0"/>
            <a:ext cx="7885887" cy="4182530"/>
            <a:chOff x="0" y="0"/>
            <a:chExt cx="7885887" cy="4182530"/>
          </a:xfrm>
        </p:grpSpPr>
        <p:sp>
          <p:nvSpPr>
            <p:cNvPr id="418" name="Google Shape;418;p14"/>
            <p:cNvSpPr/>
            <p:nvPr/>
          </p:nvSpPr>
          <p:spPr>
            <a:xfrm>
              <a:off x="0" y="2830777"/>
              <a:ext cx="777899" cy="1351753"/>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419" name="Google Shape;419;p14"/>
            <p:cNvSpPr/>
            <p:nvPr/>
          </p:nvSpPr>
          <p:spPr>
            <a:xfrm>
              <a:off x="6807131" y="0"/>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420" name="Google Shape;420;p14"/>
          <p:cNvGrpSpPr/>
          <p:nvPr/>
        </p:nvGrpSpPr>
        <p:grpSpPr>
          <a:xfrm>
            <a:off x="-458700" y="70483"/>
            <a:ext cx="9218806" cy="4896047"/>
            <a:chOff x="-458700" y="70483"/>
            <a:chExt cx="9218806" cy="4896047"/>
          </a:xfrm>
        </p:grpSpPr>
        <p:grpSp>
          <p:nvGrpSpPr>
            <p:cNvPr id="421" name="Google Shape;421;p14"/>
            <p:cNvGrpSpPr/>
            <p:nvPr/>
          </p:nvGrpSpPr>
          <p:grpSpPr>
            <a:xfrm rot="-3994993">
              <a:off x="-563948" y="3156265"/>
              <a:ext cx="1635758" cy="844761"/>
              <a:chOff x="596274" y="343048"/>
              <a:chExt cx="1635826" cy="844796"/>
            </a:xfrm>
          </p:grpSpPr>
          <p:sp>
            <p:nvSpPr>
              <p:cNvPr id="422" name="Google Shape;422;p14"/>
              <p:cNvSpPr/>
              <p:nvPr/>
            </p:nvSpPr>
            <p:spPr>
              <a:xfrm>
                <a:off x="596274" y="1020316"/>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423" name="Google Shape;423;p14"/>
              <p:cNvSpPr/>
              <p:nvPr/>
            </p:nvSpPr>
            <p:spPr>
              <a:xfrm>
                <a:off x="2155163" y="343048"/>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424" name="Google Shape;424;p14"/>
              <p:cNvSpPr/>
              <p:nvPr/>
            </p:nvSpPr>
            <p:spPr>
              <a:xfrm>
                <a:off x="839216" y="1070134"/>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425" name="Google Shape;425;p14"/>
            <p:cNvGrpSpPr/>
            <p:nvPr/>
          </p:nvGrpSpPr>
          <p:grpSpPr>
            <a:xfrm>
              <a:off x="6542840" y="70483"/>
              <a:ext cx="1736292" cy="308495"/>
              <a:chOff x="884340" y="164158"/>
              <a:chExt cx="1736292" cy="308495"/>
            </a:xfrm>
          </p:grpSpPr>
          <p:sp>
            <p:nvSpPr>
              <p:cNvPr id="426" name="Google Shape;426;p14"/>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427" name="Google Shape;427;p14"/>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428" name="Google Shape;428;p14"/>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429" name="Google Shape;429;p14"/>
            <p:cNvGrpSpPr/>
            <p:nvPr/>
          </p:nvGrpSpPr>
          <p:grpSpPr>
            <a:xfrm>
              <a:off x="7995589" y="4658020"/>
              <a:ext cx="764518" cy="308510"/>
              <a:chOff x="7995589" y="4658020"/>
              <a:chExt cx="764518" cy="308510"/>
            </a:xfrm>
          </p:grpSpPr>
          <p:grpSp>
            <p:nvGrpSpPr>
              <p:cNvPr id="430" name="Google Shape;430;p14"/>
              <p:cNvGrpSpPr/>
              <p:nvPr/>
            </p:nvGrpSpPr>
            <p:grpSpPr>
              <a:xfrm>
                <a:off x="7995589" y="4658020"/>
                <a:ext cx="435184" cy="308495"/>
                <a:chOff x="2185448" y="164158"/>
                <a:chExt cx="435184" cy="308495"/>
              </a:xfrm>
            </p:grpSpPr>
            <p:sp>
              <p:nvSpPr>
                <p:cNvPr id="431" name="Google Shape;431;p14"/>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4"/>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3" name="Google Shape;433;p14"/>
              <p:cNvSpPr/>
              <p:nvPr/>
            </p:nvSpPr>
            <p:spPr>
              <a:xfrm>
                <a:off x="8609477" y="4848820"/>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34" name="Google Shape;434;p14"/>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435" name="Google Shape;435;p14"/>
          <p:cNvSpPr txBox="1">
            <a:spLocks noGrp="1"/>
          </p:cNvSpPr>
          <p:nvPr>
            <p:ph type="subTitle" idx="1"/>
          </p:nvPr>
        </p:nvSpPr>
        <p:spPr>
          <a:xfrm>
            <a:off x="1329563" y="2604677"/>
            <a:ext cx="2981400" cy="43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6" name="Google Shape;436;p14"/>
          <p:cNvSpPr txBox="1">
            <a:spLocks noGrp="1"/>
          </p:cNvSpPr>
          <p:nvPr>
            <p:ph type="subTitle" idx="2"/>
          </p:nvPr>
        </p:nvSpPr>
        <p:spPr>
          <a:xfrm>
            <a:off x="1329563" y="2961927"/>
            <a:ext cx="2981400" cy="1125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7" name="Google Shape;437;p14"/>
          <p:cNvSpPr txBox="1">
            <a:spLocks noGrp="1"/>
          </p:cNvSpPr>
          <p:nvPr>
            <p:ph type="subTitle" idx="3"/>
          </p:nvPr>
        </p:nvSpPr>
        <p:spPr>
          <a:xfrm>
            <a:off x="4833037" y="2604677"/>
            <a:ext cx="2981400" cy="43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8" name="Google Shape;438;p14"/>
          <p:cNvSpPr txBox="1">
            <a:spLocks noGrp="1"/>
          </p:cNvSpPr>
          <p:nvPr>
            <p:ph type="subTitle" idx="4"/>
          </p:nvPr>
        </p:nvSpPr>
        <p:spPr>
          <a:xfrm>
            <a:off x="4833037" y="2961927"/>
            <a:ext cx="2981400" cy="1125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grpSp>
        <p:nvGrpSpPr>
          <p:cNvPr id="439" name="Google Shape;439;p14"/>
          <p:cNvGrpSpPr/>
          <p:nvPr/>
        </p:nvGrpSpPr>
        <p:grpSpPr>
          <a:xfrm>
            <a:off x="-290065" y="1022837"/>
            <a:ext cx="9544186" cy="2964403"/>
            <a:chOff x="-290065" y="1022837"/>
            <a:chExt cx="9544186" cy="2964403"/>
          </a:xfrm>
        </p:grpSpPr>
        <p:grpSp>
          <p:nvGrpSpPr>
            <p:cNvPr id="440" name="Google Shape;440;p14"/>
            <p:cNvGrpSpPr/>
            <p:nvPr/>
          </p:nvGrpSpPr>
          <p:grpSpPr>
            <a:xfrm>
              <a:off x="8340882" y="2838811"/>
              <a:ext cx="913240" cy="1148430"/>
              <a:chOff x="8340882" y="2838811"/>
              <a:chExt cx="913240" cy="1148430"/>
            </a:xfrm>
          </p:grpSpPr>
          <p:sp>
            <p:nvSpPr>
              <p:cNvPr id="441" name="Google Shape;441;p14"/>
              <p:cNvSpPr/>
              <p:nvPr/>
            </p:nvSpPr>
            <p:spPr>
              <a:xfrm rot="898336">
                <a:off x="8454813" y="2943161"/>
                <a:ext cx="685378" cy="972046"/>
              </a:xfrm>
              <a:custGeom>
                <a:avLst/>
                <a:gdLst/>
                <a:ahLst/>
                <a:cxnLst/>
                <a:rect l="l" t="t" r="r" b="b"/>
                <a:pathLst>
                  <a:path w="21673" h="30738" extrusionOk="0">
                    <a:moveTo>
                      <a:pt x="5380" y="1"/>
                    </a:moveTo>
                    <a:lnTo>
                      <a:pt x="0" y="3192"/>
                    </a:lnTo>
                    <a:lnTo>
                      <a:pt x="15381" y="29211"/>
                    </a:lnTo>
                    <a:cubicBezTo>
                      <a:pt x="15968" y="30184"/>
                      <a:pt x="17015" y="30738"/>
                      <a:pt x="18089" y="30738"/>
                    </a:cubicBezTo>
                    <a:cubicBezTo>
                      <a:pt x="18626" y="30738"/>
                      <a:pt x="19170" y="30599"/>
                      <a:pt x="19666" y="30305"/>
                    </a:cubicBezTo>
                    <a:cubicBezTo>
                      <a:pt x="21156" y="29424"/>
                      <a:pt x="21672" y="27478"/>
                      <a:pt x="20791" y="26019"/>
                    </a:cubicBezTo>
                    <a:lnTo>
                      <a:pt x="538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4"/>
              <p:cNvSpPr/>
              <p:nvPr/>
            </p:nvSpPr>
            <p:spPr>
              <a:xfrm rot="898336">
                <a:off x="8724502" y="3546984"/>
                <a:ext cx="327304" cy="379135"/>
              </a:xfrm>
              <a:custGeom>
                <a:avLst/>
                <a:gdLst/>
                <a:ahLst/>
                <a:cxnLst/>
                <a:rect l="l" t="t" r="r" b="b"/>
                <a:pathLst>
                  <a:path w="10350" h="11989" extrusionOk="0">
                    <a:moveTo>
                      <a:pt x="4560" y="0"/>
                    </a:moveTo>
                    <a:cubicBezTo>
                      <a:pt x="3040" y="912"/>
                      <a:pt x="1521" y="1794"/>
                      <a:pt x="1" y="2675"/>
                    </a:cubicBezTo>
                    <a:lnTo>
                      <a:pt x="4834" y="10882"/>
                    </a:lnTo>
                    <a:cubicBezTo>
                      <a:pt x="5410" y="11660"/>
                      <a:pt x="6177" y="11989"/>
                      <a:pt x="6929" y="11989"/>
                    </a:cubicBezTo>
                    <a:cubicBezTo>
                      <a:pt x="8677" y="11989"/>
                      <a:pt x="10349" y="10216"/>
                      <a:pt x="9393" y="8177"/>
                    </a:cubicBezTo>
                    <a:lnTo>
                      <a:pt x="456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4"/>
              <p:cNvSpPr/>
              <p:nvPr/>
            </p:nvSpPr>
            <p:spPr>
              <a:xfrm rot="898336">
                <a:off x="8459538" y="2943781"/>
                <a:ext cx="680571" cy="972046"/>
              </a:xfrm>
              <a:custGeom>
                <a:avLst/>
                <a:gdLst/>
                <a:ahLst/>
                <a:cxnLst/>
                <a:rect l="l" t="t" r="r" b="b"/>
                <a:pathLst>
                  <a:path w="21521" h="30738" extrusionOk="0">
                    <a:moveTo>
                      <a:pt x="5228" y="1"/>
                    </a:moveTo>
                    <a:lnTo>
                      <a:pt x="1095" y="2463"/>
                    </a:lnTo>
                    <a:lnTo>
                      <a:pt x="0" y="3466"/>
                    </a:lnTo>
                    <a:lnTo>
                      <a:pt x="4803" y="1429"/>
                    </a:lnTo>
                    <a:cubicBezTo>
                      <a:pt x="4803" y="1429"/>
                      <a:pt x="10700" y="12129"/>
                      <a:pt x="13952" y="17600"/>
                    </a:cubicBezTo>
                    <a:cubicBezTo>
                      <a:pt x="16992" y="22706"/>
                      <a:pt x="16931" y="26232"/>
                      <a:pt x="14317" y="27630"/>
                    </a:cubicBezTo>
                    <a:lnTo>
                      <a:pt x="15229" y="29211"/>
                    </a:lnTo>
                    <a:cubicBezTo>
                      <a:pt x="15816" y="30184"/>
                      <a:pt x="16863" y="30738"/>
                      <a:pt x="17937" y="30738"/>
                    </a:cubicBezTo>
                    <a:cubicBezTo>
                      <a:pt x="18474" y="30738"/>
                      <a:pt x="19018" y="30599"/>
                      <a:pt x="19514" y="30305"/>
                    </a:cubicBezTo>
                    <a:cubicBezTo>
                      <a:pt x="21004" y="29424"/>
                      <a:pt x="21520" y="27478"/>
                      <a:pt x="20639" y="26019"/>
                    </a:cubicBezTo>
                    <a:lnTo>
                      <a:pt x="5228" y="1"/>
                    </a:ln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4"/>
              <p:cNvSpPr/>
              <p:nvPr/>
            </p:nvSpPr>
            <p:spPr>
              <a:xfrm rot="898336">
                <a:off x="8549512" y="2864940"/>
                <a:ext cx="221112" cy="143350"/>
              </a:xfrm>
              <a:custGeom>
                <a:avLst/>
                <a:gdLst/>
                <a:ahLst/>
                <a:cxnLst/>
                <a:rect l="l" t="t" r="r" b="b"/>
                <a:pathLst>
                  <a:path w="6992" h="4533" extrusionOk="0">
                    <a:moveTo>
                      <a:pt x="6497" y="1"/>
                    </a:moveTo>
                    <a:cubicBezTo>
                      <a:pt x="6456" y="1"/>
                      <a:pt x="6416" y="11"/>
                      <a:pt x="6384" y="33"/>
                    </a:cubicBezTo>
                    <a:lnTo>
                      <a:pt x="153" y="3710"/>
                    </a:lnTo>
                    <a:cubicBezTo>
                      <a:pt x="31" y="3771"/>
                      <a:pt x="1" y="3923"/>
                      <a:pt x="62" y="4014"/>
                    </a:cubicBezTo>
                    <a:lnTo>
                      <a:pt x="305" y="4440"/>
                    </a:lnTo>
                    <a:cubicBezTo>
                      <a:pt x="344" y="4499"/>
                      <a:pt x="421" y="4532"/>
                      <a:pt x="496" y="4532"/>
                    </a:cubicBezTo>
                    <a:cubicBezTo>
                      <a:pt x="537" y="4532"/>
                      <a:pt x="576" y="4522"/>
                      <a:pt x="609" y="4501"/>
                    </a:cubicBezTo>
                    <a:lnTo>
                      <a:pt x="6840" y="823"/>
                    </a:lnTo>
                    <a:cubicBezTo>
                      <a:pt x="6961" y="762"/>
                      <a:pt x="6992" y="610"/>
                      <a:pt x="6931" y="519"/>
                    </a:cubicBezTo>
                    <a:lnTo>
                      <a:pt x="6688" y="93"/>
                    </a:lnTo>
                    <a:cubicBezTo>
                      <a:pt x="6649" y="34"/>
                      <a:pt x="6571" y="1"/>
                      <a:pt x="64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4"/>
              <p:cNvSpPr/>
              <p:nvPr/>
            </p:nvSpPr>
            <p:spPr>
              <a:xfrm rot="898336">
                <a:off x="8553169" y="3031125"/>
                <a:ext cx="269180" cy="407596"/>
              </a:xfrm>
              <a:custGeom>
                <a:avLst/>
                <a:gdLst/>
                <a:ahLst/>
                <a:cxnLst/>
                <a:rect l="l" t="t" r="r" b="b"/>
                <a:pathLst>
                  <a:path w="8512" h="12889" extrusionOk="0">
                    <a:moveTo>
                      <a:pt x="948" y="1"/>
                    </a:moveTo>
                    <a:cubicBezTo>
                      <a:pt x="804" y="1"/>
                      <a:pt x="655" y="41"/>
                      <a:pt x="517" y="126"/>
                    </a:cubicBezTo>
                    <a:cubicBezTo>
                      <a:pt x="122" y="339"/>
                      <a:pt x="1" y="825"/>
                      <a:pt x="244" y="1220"/>
                    </a:cubicBezTo>
                    <a:lnTo>
                      <a:pt x="6901" y="12497"/>
                    </a:lnTo>
                    <a:cubicBezTo>
                      <a:pt x="7063" y="12740"/>
                      <a:pt x="7333" y="12889"/>
                      <a:pt x="7612" y="12889"/>
                    </a:cubicBezTo>
                    <a:cubicBezTo>
                      <a:pt x="7752" y="12889"/>
                      <a:pt x="7893" y="12852"/>
                      <a:pt x="8025" y="12771"/>
                    </a:cubicBezTo>
                    <a:cubicBezTo>
                      <a:pt x="8390" y="12558"/>
                      <a:pt x="8512" y="12041"/>
                      <a:pt x="8299" y="11676"/>
                    </a:cubicBezTo>
                    <a:lnTo>
                      <a:pt x="1612" y="400"/>
                    </a:lnTo>
                    <a:cubicBezTo>
                      <a:pt x="1473" y="142"/>
                      <a:pt x="1218" y="1"/>
                      <a:pt x="9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6" name="Google Shape;446;p14"/>
            <p:cNvGrpSpPr/>
            <p:nvPr/>
          </p:nvGrpSpPr>
          <p:grpSpPr>
            <a:xfrm>
              <a:off x="-290065" y="1022837"/>
              <a:ext cx="777915" cy="951806"/>
              <a:chOff x="-290065" y="1022837"/>
              <a:chExt cx="777915" cy="951806"/>
            </a:xfrm>
          </p:grpSpPr>
          <p:sp>
            <p:nvSpPr>
              <p:cNvPr id="447" name="Google Shape;447;p14"/>
              <p:cNvSpPr/>
              <p:nvPr/>
            </p:nvSpPr>
            <p:spPr>
              <a:xfrm flipH="1">
                <a:off x="-290065" y="1049788"/>
                <a:ext cx="753406" cy="924855"/>
              </a:xfrm>
              <a:custGeom>
                <a:avLst/>
                <a:gdLst/>
                <a:ahLst/>
                <a:cxnLst/>
                <a:rect l="l" t="t" r="r" b="b"/>
                <a:pathLst>
                  <a:path w="32707" h="40150" extrusionOk="0">
                    <a:moveTo>
                      <a:pt x="8511" y="1"/>
                    </a:moveTo>
                    <a:lnTo>
                      <a:pt x="0" y="3162"/>
                    </a:lnTo>
                    <a:lnTo>
                      <a:pt x="3253" y="11916"/>
                    </a:lnTo>
                    <a:cubicBezTo>
                      <a:pt x="4286" y="14682"/>
                      <a:pt x="1368" y="31126"/>
                      <a:pt x="699" y="35685"/>
                    </a:cubicBezTo>
                    <a:cubicBezTo>
                      <a:pt x="395" y="37691"/>
                      <a:pt x="821" y="38938"/>
                      <a:pt x="1611" y="39576"/>
                    </a:cubicBezTo>
                    <a:cubicBezTo>
                      <a:pt x="2134" y="39975"/>
                      <a:pt x="2796" y="40150"/>
                      <a:pt x="3528" y="40150"/>
                    </a:cubicBezTo>
                    <a:cubicBezTo>
                      <a:pt x="4243" y="40150"/>
                      <a:pt x="5024" y="39983"/>
                      <a:pt x="5806" y="39697"/>
                    </a:cubicBezTo>
                    <a:lnTo>
                      <a:pt x="16505" y="35716"/>
                    </a:lnTo>
                    <a:lnTo>
                      <a:pt x="17265" y="35442"/>
                    </a:lnTo>
                    <a:lnTo>
                      <a:pt x="27964" y="31460"/>
                    </a:lnTo>
                    <a:cubicBezTo>
                      <a:pt x="30791" y="30427"/>
                      <a:pt x="32706" y="28086"/>
                      <a:pt x="29241" y="25077"/>
                    </a:cubicBezTo>
                    <a:cubicBezTo>
                      <a:pt x="25746" y="22068"/>
                      <a:pt x="12797" y="11490"/>
                      <a:pt x="11794" y="8755"/>
                    </a:cubicBezTo>
                    <a:lnTo>
                      <a:pt x="851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4"/>
              <p:cNvSpPr/>
              <p:nvPr/>
            </p:nvSpPr>
            <p:spPr>
              <a:xfrm flipH="1">
                <a:off x="-257147" y="1641430"/>
                <a:ext cx="687618" cy="316455"/>
              </a:xfrm>
              <a:custGeom>
                <a:avLst/>
                <a:gdLst/>
                <a:ahLst/>
                <a:cxnLst/>
                <a:rect l="l" t="t" r="r" b="b"/>
                <a:pathLst>
                  <a:path w="29851" h="13738" extrusionOk="0">
                    <a:moveTo>
                      <a:pt x="26963" y="0"/>
                    </a:moveTo>
                    <a:lnTo>
                      <a:pt x="1583" y="1976"/>
                    </a:lnTo>
                    <a:lnTo>
                      <a:pt x="306" y="9939"/>
                    </a:lnTo>
                    <a:cubicBezTo>
                      <a:pt x="1" y="12729"/>
                      <a:pt x="1274" y="13737"/>
                      <a:pt x="2949" y="13737"/>
                    </a:cubicBezTo>
                    <a:cubicBezTo>
                      <a:pt x="3610" y="13737"/>
                      <a:pt x="4334" y="13580"/>
                      <a:pt x="5048" y="13313"/>
                    </a:cubicBezTo>
                    <a:lnTo>
                      <a:pt x="14957" y="9666"/>
                    </a:lnTo>
                    <a:lnTo>
                      <a:pt x="15686" y="9392"/>
                    </a:lnTo>
                    <a:lnTo>
                      <a:pt x="25595" y="5714"/>
                    </a:lnTo>
                    <a:cubicBezTo>
                      <a:pt x="28118" y="4772"/>
                      <a:pt x="29851" y="2705"/>
                      <a:pt x="269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4"/>
              <p:cNvSpPr/>
              <p:nvPr/>
            </p:nvSpPr>
            <p:spPr>
              <a:xfrm flipH="1">
                <a:off x="-91911" y="1686923"/>
                <a:ext cx="228277" cy="109255"/>
              </a:xfrm>
              <a:custGeom>
                <a:avLst/>
                <a:gdLst/>
                <a:ahLst/>
                <a:cxnLst/>
                <a:rect l="l" t="t" r="r" b="b"/>
                <a:pathLst>
                  <a:path w="9910" h="4743" extrusionOk="0">
                    <a:moveTo>
                      <a:pt x="243" y="1"/>
                    </a:moveTo>
                    <a:lnTo>
                      <a:pt x="0" y="396"/>
                    </a:lnTo>
                    <a:cubicBezTo>
                      <a:pt x="0" y="396"/>
                      <a:pt x="2006" y="1247"/>
                      <a:pt x="2553" y="1825"/>
                    </a:cubicBezTo>
                    <a:lnTo>
                      <a:pt x="1094" y="1764"/>
                    </a:lnTo>
                    <a:lnTo>
                      <a:pt x="334" y="2311"/>
                    </a:lnTo>
                    <a:cubicBezTo>
                      <a:pt x="334" y="2311"/>
                      <a:pt x="1089" y="2153"/>
                      <a:pt x="2019" y="2153"/>
                    </a:cubicBezTo>
                    <a:cubicBezTo>
                      <a:pt x="2819" y="2153"/>
                      <a:pt x="3749" y="2270"/>
                      <a:pt x="4438" y="2706"/>
                    </a:cubicBezTo>
                    <a:cubicBezTo>
                      <a:pt x="5958" y="3648"/>
                      <a:pt x="9149" y="4682"/>
                      <a:pt x="9453" y="4742"/>
                    </a:cubicBezTo>
                    <a:lnTo>
                      <a:pt x="9909" y="4256"/>
                    </a:lnTo>
                    <a:cubicBezTo>
                      <a:pt x="9909" y="4256"/>
                      <a:pt x="5350" y="3101"/>
                      <a:pt x="4286" y="2068"/>
                    </a:cubicBezTo>
                    <a:cubicBezTo>
                      <a:pt x="3739" y="1551"/>
                      <a:pt x="3283" y="882"/>
                      <a:pt x="2949" y="183"/>
                    </a:cubicBezTo>
                    <a:lnTo>
                      <a:pt x="2584" y="457"/>
                    </a:lnTo>
                    <a:lnTo>
                      <a:pt x="3222" y="1581"/>
                    </a:lnTo>
                    <a:cubicBezTo>
                      <a:pt x="3222" y="1581"/>
                      <a:pt x="851" y="518"/>
                      <a:pt x="2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4"/>
              <p:cNvSpPr/>
              <p:nvPr/>
            </p:nvSpPr>
            <p:spPr>
              <a:xfrm flipH="1">
                <a:off x="97133" y="1668772"/>
                <a:ext cx="272389" cy="95365"/>
              </a:xfrm>
              <a:custGeom>
                <a:avLst/>
                <a:gdLst/>
                <a:ahLst/>
                <a:cxnLst/>
                <a:rect l="l" t="t" r="r" b="b"/>
                <a:pathLst>
                  <a:path w="11825" h="4140" extrusionOk="0">
                    <a:moveTo>
                      <a:pt x="4846" y="0"/>
                    </a:moveTo>
                    <a:cubicBezTo>
                      <a:pt x="1656" y="0"/>
                      <a:pt x="78" y="1988"/>
                      <a:pt x="0" y="2065"/>
                    </a:cubicBezTo>
                    <a:cubicBezTo>
                      <a:pt x="79" y="2056"/>
                      <a:pt x="163" y="2051"/>
                      <a:pt x="251" y="2051"/>
                    </a:cubicBezTo>
                    <a:cubicBezTo>
                      <a:pt x="1589" y="2051"/>
                      <a:pt x="3961" y="3093"/>
                      <a:pt x="6414" y="3920"/>
                    </a:cubicBezTo>
                    <a:cubicBezTo>
                      <a:pt x="6859" y="4075"/>
                      <a:pt x="7310" y="4139"/>
                      <a:pt x="7752" y="4139"/>
                    </a:cubicBezTo>
                    <a:cubicBezTo>
                      <a:pt x="9900" y="4139"/>
                      <a:pt x="11824" y="2613"/>
                      <a:pt x="11824" y="2613"/>
                    </a:cubicBezTo>
                    <a:cubicBezTo>
                      <a:pt x="8969" y="636"/>
                      <a:pt x="6650" y="0"/>
                      <a:pt x="48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4"/>
              <p:cNvSpPr/>
              <p:nvPr/>
            </p:nvSpPr>
            <p:spPr>
              <a:xfrm flipH="1">
                <a:off x="51618" y="1440477"/>
                <a:ext cx="177876" cy="266791"/>
              </a:xfrm>
              <a:custGeom>
                <a:avLst/>
                <a:gdLst/>
                <a:ahLst/>
                <a:cxnLst/>
                <a:rect l="l" t="t" r="r" b="b"/>
                <a:pathLst>
                  <a:path w="7722" h="11582" extrusionOk="0">
                    <a:moveTo>
                      <a:pt x="6110" y="1"/>
                    </a:moveTo>
                    <a:cubicBezTo>
                      <a:pt x="6110" y="1"/>
                      <a:pt x="1" y="5229"/>
                      <a:pt x="6870" y="11581"/>
                    </a:cubicBezTo>
                    <a:cubicBezTo>
                      <a:pt x="7691" y="9849"/>
                      <a:pt x="7721" y="7843"/>
                      <a:pt x="6931" y="6110"/>
                    </a:cubicBezTo>
                    <a:cubicBezTo>
                      <a:pt x="5563" y="3223"/>
                      <a:pt x="6110" y="1"/>
                      <a:pt x="61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4"/>
              <p:cNvSpPr/>
              <p:nvPr/>
            </p:nvSpPr>
            <p:spPr>
              <a:xfrm flipH="1">
                <a:off x="122333" y="1456578"/>
                <a:ext cx="216391" cy="241591"/>
              </a:xfrm>
              <a:custGeom>
                <a:avLst/>
                <a:gdLst/>
                <a:ahLst/>
                <a:cxnLst/>
                <a:rect l="l" t="t" r="r" b="b"/>
                <a:pathLst>
                  <a:path w="9394" h="10488" extrusionOk="0">
                    <a:moveTo>
                      <a:pt x="1" y="1"/>
                    </a:moveTo>
                    <a:lnTo>
                      <a:pt x="1" y="1"/>
                    </a:lnTo>
                    <a:cubicBezTo>
                      <a:pt x="578" y="1672"/>
                      <a:pt x="1034" y="3405"/>
                      <a:pt x="1308" y="5168"/>
                    </a:cubicBezTo>
                    <a:cubicBezTo>
                      <a:pt x="1855" y="8390"/>
                      <a:pt x="4773" y="9606"/>
                      <a:pt x="9393" y="10487"/>
                    </a:cubicBezTo>
                    <a:cubicBezTo>
                      <a:pt x="8633" y="9393"/>
                      <a:pt x="7782" y="8390"/>
                      <a:pt x="6809" y="7478"/>
                    </a:cubicBezTo>
                    <a:cubicBezTo>
                      <a:pt x="6627" y="7296"/>
                      <a:pt x="6414" y="7113"/>
                      <a:pt x="6232" y="6961"/>
                    </a:cubicBezTo>
                    <a:cubicBezTo>
                      <a:pt x="4530" y="5593"/>
                      <a:pt x="2645" y="3587"/>
                      <a:pt x="1885" y="2220"/>
                    </a:cubicBezTo>
                    <a:cubicBezTo>
                      <a:pt x="1825" y="2098"/>
                      <a:pt x="1764" y="2007"/>
                      <a:pt x="1673" y="1885"/>
                    </a:cubicBezTo>
                    <a:cubicBezTo>
                      <a:pt x="1217" y="1186"/>
                      <a:pt x="669" y="548"/>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4"/>
              <p:cNvSpPr/>
              <p:nvPr/>
            </p:nvSpPr>
            <p:spPr>
              <a:xfrm flipH="1">
                <a:off x="181857" y="1500689"/>
                <a:ext cx="117663" cy="128144"/>
              </a:xfrm>
              <a:custGeom>
                <a:avLst/>
                <a:gdLst/>
                <a:ahLst/>
                <a:cxnLst/>
                <a:rect l="l" t="t" r="r" b="b"/>
                <a:pathLst>
                  <a:path w="5108" h="5563" extrusionOk="0">
                    <a:moveTo>
                      <a:pt x="1" y="1"/>
                    </a:moveTo>
                    <a:lnTo>
                      <a:pt x="1" y="1"/>
                    </a:lnTo>
                    <a:cubicBezTo>
                      <a:pt x="214" y="456"/>
                      <a:pt x="366" y="912"/>
                      <a:pt x="457" y="1429"/>
                    </a:cubicBezTo>
                    <a:cubicBezTo>
                      <a:pt x="609" y="2341"/>
                      <a:pt x="1460" y="3861"/>
                      <a:pt x="2737" y="4347"/>
                    </a:cubicBezTo>
                    <a:cubicBezTo>
                      <a:pt x="3557" y="4681"/>
                      <a:pt x="4348" y="5077"/>
                      <a:pt x="5107" y="5563"/>
                    </a:cubicBezTo>
                    <a:cubicBezTo>
                      <a:pt x="4925" y="5381"/>
                      <a:pt x="4743" y="5229"/>
                      <a:pt x="4530" y="5046"/>
                    </a:cubicBezTo>
                    <a:cubicBezTo>
                      <a:pt x="2828" y="3678"/>
                      <a:pt x="943" y="1672"/>
                      <a:pt x="183" y="335"/>
                    </a:cubicBezTo>
                    <a:cubicBezTo>
                      <a:pt x="123" y="213"/>
                      <a:pt x="62" y="92"/>
                      <a:pt x="1" y="1"/>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4"/>
              <p:cNvSpPr/>
              <p:nvPr/>
            </p:nvSpPr>
            <p:spPr>
              <a:xfrm flipH="1">
                <a:off x="51620" y="1440477"/>
                <a:ext cx="72860" cy="266791"/>
              </a:xfrm>
              <a:custGeom>
                <a:avLst/>
                <a:gdLst/>
                <a:ahLst/>
                <a:cxnLst/>
                <a:rect l="l" t="t" r="r" b="b"/>
                <a:pathLst>
                  <a:path w="3163" h="11582" extrusionOk="0">
                    <a:moveTo>
                      <a:pt x="1551" y="1"/>
                    </a:moveTo>
                    <a:cubicBezTo>
                      <a:pt x="1" y="2341"/>
                      <a:pt x="396" y="5472"/>
                      <a:pt x="1642" y="8025"/>
                    </a:cubicBezTo>
                    <a:cubicBezTo>
                      <a:pt x="2767" y="10365"/>
                      <a:pt x="2372" y="11429"/>
                      <a:pt x="2311" y="11581"/>
                    </a:cubicBezTo>
                    <a:cubicBezTo>
                      <a:pt x="3132" y="9849"/>
                      <a:pt x="3162" y="7843"/>
                      <a:pt x="2372" y="6110"/>
                    </a:cubicBezTo>
                    <a:cubicBezTo>
                      <a:pt x="1004" y="3223"/>
                      <a:pt x="1551" y="1"/>
                      <a:pt x="1551" y="1"/>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4"/>
              <p:cNvSpPr/>
              <p:nvPr/>
            </p:nvSpPr>
            <p:spPr>
              <a:xfrm flipH="1">
                <a:off x="97133" y="1705351"/>
                <a:ext cx="272389" cy="58785"/>
              </a:xfrm>
              <a:custGeom>
                <a:avLst/>
                <a:gdLst/>
                <a:ahLst/>
                <a:cxnLst/>
                <a:rect l="l" t="t" r="r" b="b"/>
                <a:pathLst>
                  <a:path w="11825" h="2552" extrusionOk="0">
                    <a:moveTo>
                      <a:pt x="1976" y="0"/>
                    </a:moveTo>
                    <a:cubicBezTo>
                      <a:pt x="723" y="0"/>
                      <a:pt x="61" y="437"/>
                      <a:pt x="0" y="477"/>
                    </a:cubicBezTo>
                    <a:cubicBezTo>
                      <a:pt x="79" y="468"/>
                      <a:pt x="163" y="463"/>
                      <a:pt x="251" y="463"/>
                    </a:cubicBezTo>
                    <a:cubicBezTo>
                      <a:pt x="1589" y="463"/>
                      <a:pt x="3961" y="1505"/>
                      <a:pt x="6414" y="2332"/>
                    </a:cubicBezTo>
                    <a:cubicBezTo>
                      <a:pt x="6859" y="2487"/>
                      <a:pt x="7310" y="2551"/>
                      <a:pt x="7752" y="2551"/>
                    </a:cubicBezTo>
                    <a:cubicBezTo>
                      <a:pt x="9900" y="2551"/>
                      <a:pt x="11824" y="1025"/>
                      <a:pt x="11824" y="1025"/>
                    </a:cubicBezTo>
                    <a:lnTo>
                      <a:pt x="11824" y="1025"/>
                    </a:lnTo>
                    <a:cubicBezTo>
                      <a:pt x="10604" y="1463"/>
                      <a:pt x="9647" y="1638"/>
                      <a:pt x="8799" y="1638"/>
                    </a:cubicBezTo>
                    <a:cubicBezTo>
                      <a:pt x="7240" y="1638"/>
                      <a:pt x="6048" y="1047"/>
                      <a:pt x="4256" y="417"/>
                    </a:cubicBezTo>
                    <a:cubicBezTo>
                      <a:pt x="3353" y="106"/>
                      <a:pt x="2593" y="0"/>
                      <a:pt x="1976" y="0"/>
                    </a:cubicBezTo>
                    <a:close/>
                  </a:path>
                </a:pathLst>
              </a:custGeom>
              <a:solidFill>
                <a:srgbClr val="002F57">
                  <a:alpha val="13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4"/>
              <p:cNvSpPr/>
              <p:nvPr/>
            </p:nvSpPr>
            <p:spPr>
              <a:xfrm flipH="1">
                <a:off x="-290064" y="1049788"/>
                <a:ext cx="730993" cy="924855"/>
              </a:xfrm>
              <a:custGeom>
                <a:avLst/>
                <a:gdLst/>
                <a:ahLst/>
                <a:cxnLst/>
                <a:rect l="l" t="t" r="r" b="b"/>
                <a:pathLst>
                  <a:path w="31734" h="40150" extrusionOk="0">
                    <a:moveTo>
                      <a:pt x="7569" y="1"/>
                    </a:moveTo>
                    <a:lnTo>
                      <a:pt x="0" y="2828"/>
                    </a:lnTo>
                    <a:lnTo>
                      <a:pt x="0" y="3314"/>
                    </a:lnTo>
                    <a:lnTo>
                      <a:pt x="6170" y="1946"/>
                    </a:lnTo>
                    <a:lnTo>
                      <a:pt x="10426" y="13405"/>
                    </a:lnTo>
                    <a:cubicBezTo>
                      <a:pt x="11368" y="15958"/>
                      <a:pt x="19696" y="32828"/>
                      <a:pt x="638" y="39576"/>
                    </a:cubicBezTo>
                    <a:cubicBezTo>
                      <a:pt x="1161" y="39975"/>
                      <a:pt x="1823" y="40150"/>
                      <a:pt x="2555" y="40150"/>
                    </a:cubicBezTo>
                    <a:cubicBezTo>
                      <a:pt x="3270" y="40150"/>
                      <a:pt x="4051" y="39983"/>
                      <a:pt x="4833" y="39697"/>
                    </a:cubicBezTo>
                    <a:lnTo>
                      <a:pt x="15532" y="35716"/>
                    </a:lnTo>
                    <a:lnTo>
                      <a:pt x="16292" y="35442"/>
                    </a:lnTo>
                    <a:lnTo>
                      <a:pt x="26991" y="31460"/>
                    </a:lnTo>
                    <a:cubicBezTo>
                      <a:pt x="29818" y="30427"/>
                      <a:pt x="31733" y="28086"/>
                      <a:pt x="28268" y="25077"/>
                    </a:cubicBezTo>
                    <a:cubicBezTo>
                      <a:pt x="24773" y="22068"/>
                      <a:pt x="11824" y="11490"/>
                      <a:pt x="10821" y="8755"/>
                    </a:cubicBezTo>
                    <a:lnTo>
                      <a:pt x="7569" y="1"/>
                    </a:ln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4"/>
              <p:cNvSpPr/>
              <p:nvPr/>
            </p:nvSpPr>
            <p:spPr>
              <a:xfrm flipH="1">
                <a:off x="238565" y="1022837"/>
                <a:ext cx="249285" cy="113793"/>
              </a:xfrm>
              <a:custGeom>
                <a:avLst/>
                <a:gdLst/>
                <a:ahLst/>
                <a:cxnLst/>
                <a:rect l="l" t="t" r="r" b="b"/>
                <a:pathLst>
                  <a:path w="10822" h="4940" extrusionOk="0">
                    <a:moveTo>
                      <a:pt x="10114" y="0"/>
                    </a:moveTo>
                    <a:cubicBezTo>
                      <a:pt x="10076" y="0"/>
                      <a:pt x="10038" y="5"/>
                      <a:pt x="10001" y="16"/>
                    </a:cubicBezTo>
                    <a:lnTo>
                      <a:pt x="365" y="3602"/>
                    </a:lnTo>
                    <a:cubicBezTo>
                      <a:pt x="122" y="3694"/>
                      <a:pt x="0" y="3937"/>
                      <a:pt x="92" y="4180"/>
                    </a:cubicBezTo>
                    <a:lnTo>
                      <a:pt x="274" y="4636"/>
                    </a:lnTo>
                    <a:cubicBezTo>
                      <a:pt x="345" y="4824"/>
                      <a:pt x="507" y="4940"/>
                      <a:pt x="689" y="4940"/>
                    </a:cubicBezTo>
                    <a:cubicBezTo>
                      <a:pt x="742" y="4940"/>
                      <a:pt x="797" y="4930"/>
                      <a:pt x="852" y="4909"/>
                    </a:cubicBezTo>
                    <a:lnTo>
                      <a:pt x="10457" y="1323"/>
                    </a:lnTo>
                    <a:cubicBezTo>
                      <a:pt x="10700" y="1262"/>
                      <a:pt x="10821" y="988"/>
                      <a:pt x="10730" y="776"/>
                    </a:cubicBezTo>
                    <a:lnTo>
                      <a:pt x="10548" y="289"/>
                    </a:lnTo>
                    <a:cubicBezTo>
                      <a:pt x="10473" y="114"/>
                      <a:pt x="10294" y="0"/>
                      <a:pt x="101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4"/>
              <p:cNvSpPr/>
              <p:nvPr/>
            </p:nvSpPr>
            <p:spPr>
              <a:xfrm flipH="1">
                <a:off x="320479" y="1128197"/>
                <a:ext cx="88961" cy="186699"/>
              </a:xfrm>
              <a:custGeom>
                <a:avLst/>
                <a:gdLst/>
                <a:ahLst/>
                <a:cxnLst/>
                <a:rect l="l" t="t" r="r" b="b"/>
                <a:pathLst>
                  <a:path w="3862" h="8105" extrusionOk="0">
                    <a:moveTo>
                      <a:pt x="701" y="1"/>
                    </a:moveTo>
                    <a:cubicBezTo>
                      <a:pt x="649" y="1"/>
                      <a:pt x="597" y="11"/>
                      <a:pt x="548" y="32"/>
                    </a:cubicBezTo>
                    <a:lnTo>
                      <a:pt x="335" y="92"/>
                    </a:lnTo>
                    <a:cubicBezTo>
                      <a:pt x="122" y="183"/>
                      <a:pt x="1" y="427"/>
                      <a:pt x="92" y="670"/>
                    </a:cubicBezTo>
                    <a:lnTo>
                      <a:pt x="2767" y="7813"/>
                    </a:lnTo>
                    <a:cubicBezTo>
                      <a:pt x="2840" y="8007"/>
                      <a:pt x="3010" y="8105"/>
                      <a:pt x="3184" y="8105"/>
                    </a:cubicBezTo>
                    <a:cubicBezTo>
                      <a:pt x="3228" y="8105"/>
                      <a:pt x="3271" y="8098"/>
                      <a:pt x="3314" y="8086"/>
                    </a:cubicBezTo>
                    <a:lnTo>
                      <a:pt x="3527" y="7995"/>
                    </a:lnTo>
                    <a:cubicBezTo>
                      <a:pt x="3739" y="7934"/>
                      <a:pt x="3861" y="7661"/>
                      <a:pt x="3770" y="7448"/>
                    </a:cubicBezTo>
                    <a:lnTo>
                      <a:pt x="1095" y="275"/>
                    </a:lnTo>
                    <a:cubicBezTo>
                      <a:pt x="1048" y="111"/>
                      <a:pt x="875" y="1"/>
                      <a:pt x="7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4"/>
              <p:cNvSpPr/>
              <p:nvPr/>
            </p:nvSpPr>
            <p:spPr>
              <a:xfrm flipH="1">
                <a:off x="288277" y="1435524"/>
                <a:ext cx="93154" cy="315879"/>
              </a:xfrm>
              <a:custGeom>
                <a:avLst/>
                <a:gdLst/>
                <a:ahLst/>
                <a:cxnLst/>
                <a:rect l="l" t="t" r="r" b="b"/>
                <a:pathLst>
                  <a:path w="4044" h="13713" extrusionOk="0">
                    <a:moveTo>
                      <a:pt x="2635" y="1"/>
                    </a:moveTo>
                    <a:cubicBezTo>
                      <a:pt x="1733" y="1"/>
                      <a:pt x="725" y="2976"/>
                      <a:pt x="365" y="6690"/>
                    </a:cubicBezTo>
                    <a:cubicBezTo>
                      <a:pt x="1" y="10489"/>
                      <a:pt x="457" y="13620"/>
                      <a:pt x="1368" y="13711"/>
                    </a:cubicBezTo>
                    <a:cubicBezTo>
                      <a:pt x="1378" y="13712"/>
                      <a:pt x="1387" y="13712"/>
                      <a:pt x="1396" y="13712"/>
                    </a:cubicBezTo>
                    <a:cubicBezTo>
                      <a:pt x="2301" y="13712"/>
                      <a:pt x="3317" y="10755"/>
                      <a:pt x="3679" y="7024"/>
                    </a:cubicBezTo>
                    <a:cubicBezTo>
                      <a:pt x="4043" y="3225"/>
                      <a:pt x="3587" y="94"/>
                      <a:pt x="2675" y="3"/>
                    </a:cubicBezTo>
                    <a:cubicBezTo>
                      <a:pt x="2662" y="1"/>
                      <a:pt x="2648" y="1"/>
                      <a:pt x="2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TITLE_AND_TWO_COLUMNS_1_2">
    <p:spTree>
      <p:nvGrpSpPr>
        <p:cNvPr id="1" name="Shape 546"/>
        <p:cNvGrpSpPr/>
        <p:nvPr/>
      </p:nvGrpSpPr>
      <p:grpSpPr>
        <a:xfrm>
          <a:off x="0" y="0"/>
          <a:ext cx="0" cy="0"/>
          <a:chOff x="0" y="0"/>
          <a:chExt cx="0" cy="0"/>
        </a:xfrm>
      </p:grpSpPr>
      <p:grpSp>
        <p:nvGrpSpPr>
          <p:cNvPr id="547" name="Google Shape;547;p17"/>
          <p:cNvGrpSpPr/>
          <p:nvPr/>
        </p:nvGrpSpPr>
        <p:grpSpPr>
          <a:xfrm>
            <a:off x="3657600" y="0"/>
            <a:ext cx="2138488" cy="5146649"/>
            <a:chOff x="3657600" y="0"/>
            <a:chExt cx="2138488" cy="5146649"/>
          </a:xfrm>
        </p:grpSpPr>
        <p:sp>
          <p:nvSpPr>
            <p:cNvPr id="548" name="Google Shape;548;p17"/>
            <p:cNvSpPr/>
            <p:nvPr/>
          </p:nvSpPr>
          <p:spPr>
            <a:xfrm rot="-5400000">
              <a:off x="4575773" y="3926334"/>
              <a:ext cx="891490" cy="1549139"/>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7"/>
            <p:cNvSpPr/>
            <p:nvPr/>
          </p:nvSpPr>
          <p:spPr>
            <a:xfrm rot="-5400000">
              <a:off x="3888587" y="-230987"/>
              <a:ext cx="903225" cy="1365199"/>
            </a:xfrm>
            <a:custGeom>
              <a:avLst/>
              <a:gdLst/>
              <a:ahLst/>
              <a:cxnLst/>
              <a:rect l="l" t="t" r="r" b="b"/>
              <a:pathLst>
                <a:path w="21096" h="31886" extrusionOk="0">
                  <a:moveTo>
                    <a:pt x="21095" y="1"/>
                  </a:moveTo>
                  <a:cubicBezTo>
                    <a:pt x="1" y="16840"/>
                    <a:pt x="21095" y="31886"/>
                    <a:pt x="21095" y="31886"/>
                  </a:cubicBezTo>
                  <a:lnTo>
                    <a:pt x="210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0" name="Google Shape;550;p17"/>
          <p:cNvGrpSpPr/>
          <p:nvPr/>
        </p:nvGrpSpPr>
        <p:grpSpPr>
          <a:xfrm>
            <a:off x="-18" y="923584"/>
            <a:ext cx="9156229" cy="2385741"/>
            <a:chOff x="-18" y="923584"/>
            <a:chExt cx="9156229" cy="2385741"/>
          </a:xfrm>
        </p:grpSpPr>
        <p:sp>
          <p:nvSpPr>
            <p:cNvPr id="551" name="Google Shape;551;p17"/>
            <p:cNvSpPr/>
            <p:nvPr/>
          </p:nvSpPr>
          <p:spPr>
            <a:xfrm rot="5400000">
              <a:off x="8488607" y="1334736"/>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7"/>
            <p:cNvSpPr/>
            <p:nvPr/>
          </p:nvSpPr>
          <p:spPr>
            <a:xfrm rot="10800000">
              <a:off x="-18" y="1609964"/>
              <a:ext cx="963642" cy="1699361"/>
            </a:xfrm>
            <a:custGeom>
              <a:avLst/>
              <a:gdLst/>
              <a:ahLst/>
              <a:cxnLst/>
              <a:rect l="l" t="t" r="r" b="b"/>
              <a:pathLst>
                <a:path w="21855" h="38543" extrusionOk="0">
                  <a:moveTo>
                    <a:pt x="21855" y="1"/>
                  </a:moveTo>
                  <a:cubicBezTo>
                    <a:pt x="0" y="21825"/>
                    <a:pt x="21855" y="38543"/>
                    <a:pt x="21855" y="38543"/>
                  </a:cubicBezTo>
                  <a:lnTo>
                    <a:pt x="218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3" name="Google Shape;553;p17"/>
          <p:cNvGrpSpPr/>
          <p:nvPr/>
        </p:nvGrpSpPr>
        <p:grpSpPr>
          <a:xfrm>
            <a:off x="40186" y="2902127"/>
            <a:ext cx="9514738" cy="2024813"/>
            <a:chOff x="40186" y="2902127"/>
            <a:chExt cx="9514738" cy="2024813"/>
          </a:xfrm>
        </p:grpSpPr>
        <p:grpSp>
          <p:nvGrpSpPr>
            <p:cNvPr id="554" name="Google Shape;554;p17"/>
            <p:cNvGrpSpPr/>
            <p:nvPr/>
          </p:nvGrpSpPr>
          <p:grpSpPr>
            <a:xfrm>
              <a:off x="40186" y="2902127"/>
              <a:ext cx="770789" cy="1301543"/>
              <a:chOff x="40186" y="2749727"/>
              <a:chExt cx="770789" cy="1301543"/>
            </a:xfrm>
          </p:grpSpPr>
          <p:sp>
            <p:nvSpPr>
              <p:cNvPr id="555" name="Google Shape;555;p17"/>
              <p:cNvSpPr/>
              <p:nvPr/>
            </p:nvSpPr>
            <p:spPr>
              <a:xfrm rot="1049798">
                <a:off x="79219" y="2791253"/>
                <a:ext cx="323865" cy="309499"/>
              </a:xfrm>
              <a:custGeom>
                <a:avLst/>
                <a:gdLst/>
                <a:ahLst/>
                <a:cxnLst/>
                <a:rect l="l" t="t" r="r" b="b"/>
                <a:pathLst>
                  <a:path w="8634" h="8251" extrusionOk="0">
                    <a:moveTo>
                      <a:pt x="2642" y="1"/>
                    </a:moveTo>
                    <a:cubicBezTo>
                      <a:pt x="2369" y="1"/>
                      <a:pt x="2095" y="88"/>
                      <a:pt x="1825" y="287"/>
                    </a:cubicBezTo>
                    <a:lnTo>
                      <a:pt x="1703" y="409"/>
                    </a:lnTo>
                    <a:cubicBezTo>
                      <a:pt x="1" y="1929"/>
                      <a:pt x="3557" y="5211"/>
                      <a:pt x="3922" y="5850"/>
                    </a:cubicBezTo>
                    <a:cubicBezTo>
                      <a:pt x="4287" y="6518"/>
                      <a:pt x="4074" y="7582"/>
                      <a:pt x="4074" y="7582"/>
                    </a:cubicBezTo>
                    <a:lnTo>
                      <a:pt x="4591" y="8251"/>
                    </a:lnTo>
                    <a:lnTo>
                      <a:pt x="8633" y="5272"/>
                    </a:lnTo>
                    <a:lnTo>
                      <a:pt x="8117" y="4603"/>
                    </a:lnTo>
                    <a:cubicBezTo>
                      <a:pt x="7934" y="4573"/>
                      <a:pt x="7752" y="4543"/>
                      <a:pt x="7569" y="4482"/>
                    </a:cubicBezTo>
                    <a:lnTo>
                      <a:pt x="7478" y="4482"/>
                    </a:lnTo>
                    <a:cubicBezTo>
                      <a:pt x="7114" y="4391"/>
                      <a:pt x="6779" y="4208"/>
                      <a:pt x="6506" y="3965"/>
                    </a:cubicBezTo>
                    <a:cubicBezTo>
                      <a:pt x="6060" y="3466"/>
                      <a:pt x="4368" y="1"/>
                      <a:pt x="26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17"/>
              <p:cNvSpPr/>
              <p:nvPr/>
            </p:nvSpPr>
            <p:spPr>
              <a:xfrm rot="1049798">
                <a:off x="78626" y="2800325"/>
                <a:ext cx="285079" cy="281666"/>
              </a:xfrm>
              <a:custGeom>
                <a:avLst/>
                <a:gdLst/>
                <a:ahLst/>
                <a:cxnLst/>
                <a:rect l="l" t="t" r="r" b="b"/>
                <a:pathLst>
                  <a:path w="7600" h="7509" extrusionOk="0">
                    <a:moveTo>
                      <a:pt x="1703" y="1"/>
                    </a:moveTo>
                    <a:lnTo>
                      <a:pt x="1703" y="1"/>
                    </a:lnTo>
                    <a:cubicBezTo>
                      <a:pt x="1" y="1521"/>
                      <a:pt x="3587" y="4773"/>
                      <a:pt x="3952" y="5442"/>
                    </a:cubicBezTo>
                    <a:cubicBezTo>
                      <a:pt x="4317" y="6110"/>
                      <a:pt x="4104" y="7174"/>
                      <a:pt x="4104" y="7174"/>
                    </a:cubicBezTo>
                    <a:lnTo>
                      <a:pt x="4347" y="7508"/>
                    </a:lnTo>
                    <a:cubicBezTo>
                      <a:pt x="5715" y="6232"/>
                      <a:pt x="7599" y="4347"/>
                      <a:pt x="7599" y="4074"/>
                    </a:cubicBezTo>
                    <a:cubicBezTo>
                      <a:pt x="7599" y="4059"/>
                      <a:pt x="7592" y="4051"/>
                      <a:pt x="7577" y="4051"/>
                    </a:cubicBezTo>
                    <a:cubicBezTo>
                      <a:pt x="7561" y="4051"/>
                      <a:pt x="7539" y="4059"/>
                      <a:pt x="7508" y="4074"/>
                    </a:cubicBezTo>
                    <a:cubicBezTo>
                      <a:pt x="7387" y="4104"/>
                      <a:pt x="7265" y="4165"/>
                      <a:pt x="7144" y="4256"/>
                    </a:cubicBezTo>
                    <a:cubicBezTo>
                      <a:pt x="6594" y="4589"/>
                      <a:pt x="6109" y="4729"/>
                      <a:pt x="5673" y="4729"/>
                    </a:cubicBezTo>
                    <a:cubicBezTo>
                      <a:pt x="4399" y="4729"/>
                      <a:pt x="3544" y="3535"/>
                      <a:pt x="2706" y="2493"/>
                    </a:cubicBezTo>
                    <a:cubicBezTo>
                      <a:pt x="1672" y="1186"/>
                      <a:pt x="1703" y="122"/>
                      <a:pt x="1703" y="1"/>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7"/>
              <p:cNvSpPr/>
              <p:nvPr/>
            </p:nvSpPr>
            <p:spPr>
              <a:xfrm rot="1049798">
                <a:off x="139969" y="3118487"/>
                <a:ext cx="575260" cy="725452"/>
              </a:xfrm>
              <a:custGeom>
                <a:avLst/>
                <a:gdLst/>
                <a:ahLst/>
                <a:cxnLst/>
                <a:rect l="l" t="t" r="r" b="b"/>
                <a:pathLst>
                  <a:path w="15336" h="19340" extrusionOk="0">
                    <a:moveTo>
                      <a:pt x="1754" y="0"/>
                    </a:moveTo>
                    <a:cubicBezTo>
                      <a:pt x="848" y="0"/>
                      <a:pt x="1" y="1009"/>
                      <a:pt x="644" y="1986"/>
                    </a:cubicBezTo>
                    <a:lnTo>
                      <a:pt x="644" y="2016"/>
                    </a:lnTo>
                    <a:lnTo>
                      <a:pt x="7240" y="10922"/>
                    </a:lnTo>
                    <a:lnTo>
                      <a:pt x="12012" y="17366"/>
                    </a:lnTo>
                    <a:cubicBezTo>
                      <a:pt x="12134" y="17548"/>
                      <a:pt x="12347" y="17700"/>
                      <a:pt x="12559" y="17791"/>
                    </a:cubicBezTo>
                    <a:cubicBezTo>
                      <a:pt x="12651" y="17822"/>
                      <a:pt x="12772" y="17852"/>
                      <a:pt x="12863" y="17852"/>
                    </a:cubicBezTo>
                    <a:cubicBezTo>
                      <a:pt x="13380" y="18065"/>
                      <a:pt x="13806" y="18399"/>
                      <a:pt x="14140" y="18825"/>
                    </a:cubicBezTo>
                    <a:lnTo>
                      <a:pt x="14383" y="19190"/>
                    </a:lnTo>
                    <a:cubicBezTo>
                      <a:pt x="14480" y="19295"/>
                      <a:pt x="14599" y="19340"/>
                      <a:pt x="14715" y="19340"/>
                    </a:cubicBezTo>
                    <a:cubicBezTo>
                      <a:pt x="15035" y="19340"/>
                      <a:pt x="15336" y="18999"/>
                      <a:pt x="15113" y="18643"/>
                    </a:cubicBezTo>
                    <a:lnTo>
                      <a:pt x="14930" y="18399"/>
                    </a:lnTo>
                    <a:cubicBezTo>
                      <a:pt x="14566" y="17913"/>
                      <a:pt x="14353" y="17336"/>
                      <a:pt x="14322" y="16728"/>
                    </a:cubicBezTo>
                    <a:cubicBezTo>
                      <a:pt x="14322" y="16667"/>
                      <a:pt x="14322" y="16576"/>
                      <a:pt x="14322" y="16484"/>
                    </a:cubicBezTo>
                    <a:cubicBezTo>
                      <a:pt x="14292" y="16241"/>
                      <a:pt x="14201" y="15998"/>
                      <a:pt x="14079" y="15816"/>
                    </a:cubicBezTo>
                    <a:lnTo>
                      <a:pt x="10401" y="10892"/>
                    </a:lnTo>
                    <a:lnTo>
                      <a:pt x="2711" y="466"/>
                    </a:lnTo>
                    <a:cubicBezTo>
                      <a:pt x="2432" y="138"/>
                      <a:pt x="2089" y="0"/>
                      <a:pt x="175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7"/>
              <p:cNvSpPr/>
              <p:nvPr/>
            </p:nvSpPr>
            <p:spPr>
              <a:xfrm>
                <a:off x="497215" y="3909857"/>
                <a:ext cx="161931" cy="141413"/>
              </a:xfrm>
              <a:custGeom>
                <a:avLst/>
                <a:gdLst/>
                <a:ahLst/>
                <a:cxnLst/>
                <a:rect l="l" t="t" r="r" b="b"/>
                <a:pathLst>
                  <a:path w="4317" h="3770" extrusionOk="0">
                    <a:moveTo>
                      <a:pt x="2158" y="1"/>
                    </a:moveTo>
                    <a:cubicBezTo>
                      <a:pt x="0" y="3557"/>
                      <a:pt x="2158" y="3770"/>
                      <a:pt x="2158" y="3770"/>
                    </a:cubicBezTo>
                    <a:cubicBezTo>
                      <a:pt x="2158" y="3770"/>
                      <a:pt x="4317" y="3557"/>
                      <a:pt x="21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7"/>
              <p:cNvSpPr/>
              <p:nvPr/>
            </p:nvSpPr>
            <p:spPr>
              <a:xfrm rot="1049798">
                <a:off x="344374" y="3555077"/>
                <a:ext cx="303684" cy="320339"/>
              </a:xfrm>
              <a:custGeom>
                <a:avLst/>
                <a:gdLst/>
                <a:ahLst/>
                <a:cxnLst/>
                <a:rect l="l" t="t" r="r" b="b"/>
                <a:pathLst>
                  <a:path w="8096" h="8540" extrusionOk="0">
                    <a:moveTo>
                      <a:pt x="2253" y="0"/>
                    </a:moveTo>
                    <a:cubicBezTo>
                      <a:pt x="1953" y="0"/>
                      <a:pt x="1657" y="31"/>
                      <a:pt x="1368" y="92"/>
                    </a:cubicBezTo>
                    <a:cubicBezTo>
                      <a:pt x="1086" y="129"/>
                      <a:pt x="804" y="155"/>
                      <a:pt x="523" y="155"/>
                    </a:cubicBezTo>
                    <a:cubicBezTo>
                      <a:pt x="348" y="155"/>
                      <a:pt x="174" y="145"/>
                      <a:pt x="0" y="122"/>
                    </a:cubicBezTo>
                    <a:lnTo>
                      <a:pt x="0" y="122"/>
                    </a:lnTo>
                    <a:lnTo>
                      <a:pt x="4772" y="6566"/>
                    </a:lnTo>
                    <a:cubicBezTo>
                      <a:pt x="4894" y="6748"/>
                      <a:pt x="5107" y="6900"/>
                      <a:pt x="5319" y="6991"/>
                    </a:cubicBezTo>
                    <a:cubicBezTo>
                      <a:pt x="5411" y="7022"/>
                      <a:pt x="5532" y="7052"/>
                      <a:pt x="5623" y="7052"/>
                    </a:cubicBezTo>
                    <a:cubicBezTo>
                      <a:pt x="6140" y="7265"/>
                      <a:pt x="6566" y="7599"/>
                      <a:pt x="6900" y="8025"/>
                    </a:cubicBezTo>
                    <a:lnTo>
                      <a:pt x="7143" y="8390"/>
                    </a:lnTo>
                    <a:cubicBezTo>
                      <a:pt x="7240" y="8495"/>
                      <a:pt x="7359" y="8540"/>
                      <a:pt x="7475" y="8540"/>
                    </a:cubicBezTo>
                    <a:cubicBezTo>
                      <a:pt x="7795" y="8540"/>
                      <a:pt x="8096" y="8199"/>
                      <a:pt x="7873" y="7843"/>
                    </a:cubicBezTo>
                    <a:lnTo>
                      <a:pt x="7690" y="7599"/>
                    </a:lnTo>
                    <a:cubicBezTo>
                      <a:pt x="7326" y="7113"/>
                      <a:pt x="7113" y="6536"/>
                      <a:pt x="7082" y="5928"/>
                    </a:cubicBezTo>
                    <a:cubicBezTo>
                      <a:pt x="7082" y="5867"/>
                      <a:pt x="7082" y="5776"/>
                      <a:pt x="7082" y="5684"/>
                    </a:cubicBezTo>
                    <a:cubicBezTo>
                      <a:pt x="7052" y="5441"/>
                      <a:pt x="6961" y="5198"/>
                      <a:pt x="6839" y="5016"/>
                    </a:cubicBezTo>
                    <a:lnTo>
                      <a:pt x="3161" y="92"/>
                    </a:lnTo>
                    <a:cubicBezTo>
                      <a:pt x="2857" y="31"/>
                      <a:pt x="2553" y="0"/>
                      <a:pt x="22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7"/>
              <p:cNvSpPr/>
              <p:nvPr/>
            </p:nvSpPr>
            <p:spPr>
              <a:xfrm rot="1049798">
                <a:off x="230994" y="3153913"/>
                <a:ext cx="440147" cy="588576"/>
              </a:xfrm>
              <a:custGeom>
                <a:avLst/>
                <a:gdLst/>
                <a:ahLst/>
                <a:cxnLst/>
                <a:rect l="l" t="t" r="r" b="b"/>
                <a:pathLst>
                  <a:path w="11734" h="15691" extrusionOk="0">
                    <a:moveTo>
                      <a:pt x="253" y="1"/>
                    </a:moveTo>
                    <a:cubicBezTo>
                      <a:pt x="229" y="1"/>
                      <a:pt x="206" y="10"/>
                      <a:pt x="183" y="34"/>
                    </a:cubicBezTo>
                    <a:lnTo>
                      <a:pt x="61" y="125"/>
                    </a:lnTo>
                    <a:cubicBezTo>
                      <a:pt x="1" y="155"/>
                      <a:pt x="1" y="246"/>
                      <a:pt x="31" y="277"/>
                    </a:cubicBezTo>
                    <a:lnTo>
                      <a:pt x="11369" y="15627"/>
                    </a:lnTo>
                    <a:cubicBezTo>
                      <a:pt x="11387" y="15664"/>
                      <a:pt x="11429" y="15690"/>
                      <a:pt x="11466" y="15690"/>
                    </a:cubicBezTo>
                    <a:cubicBezTo>
                      <a:pt x="11489" y="15690"/>
                      <a:pt x="11509" y="15680"/>
                      <a:pt x="11521" y="15657"/>
                    </a:cubicBezTo>
                    <a:lnTo>
                      <a:pt x="11673" y="15566"/>
                    </a:lnTo>
                    <a:cubicBezTo>
                      <a:pt x="11733" y="15535"/>
                      <a:pt x="11733" y="15444"/>
                      <a:pt x="11703" y="15414"/>
                    </a:cubicBezTo>
                    <a:lnTo>
                      <a:pt x="365" y="64"/>
                    </a:lnTo>
                    <a:cubicBezTo>
                      <a:pt x="328" y="27"/>
                      <a:pt x="290" y="1"/>
                      <a:pt x="2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7"/>
              <p:cNvSpPr/>
              <p:nvPr/>
            </p:nvSpPr>
            <p:spPr>
              <a:xfrm rot="1049798">
                <a:off x="150022" y="2946896"/>
                <a:ext cx="288493" cy="256759"/>
              </a:xfrm>
              <a:custGeom>
                <a:avLst/>
                <a:gdLst/>
                <a:ahLst/>
                <a:cxnLst/>
                <a:rect l="l" t="t" r="r" b="b"/>
                <a:pathLst>
                  <a:path w="7691" h="6845" extrusionOk="0">
                    <a:moveTo>
                      <a:pt x="5775" y="0"/>
                    </a:moveTo>
                    <a:cubicBezTo>
                      <a:pt x="5745" y="0"/>
                      <a:pt x="5715" y="2"/>
                      <a:pt x="5684" y="6"/>
                    </a:cubicBezTo>
                    <a:cubicBezTo>
                      <a:pt x="5623" y="6"/>
                      <a:pt x="5563" y="36"/>
                      <a:pt x="5502" y="67"/>
                    </a:cubicBezTo>
                    <a:lnTo>
                      <a:pt x="5411" y="127"/>
                    </a:lnTo>
                    <a:lnTo>
                      <a:pt x="304" y="3897"/>
                    </a:lnTo>
                    <a:lnTo>
                      <a:pt x="213" y="3988"/>
                    </a:lnTo>
                    <a:cubicBezTo>
                      <a:pt x="183" y="4018"/>
                      <a:pt x="122" y="4079"/>
                      <a:pt x="91" y="4140"/>
                    </a:cubicBezTo>
                    <a:cubicBezTo>
                      <a:pt x="0" y="4352"/>
                      <a:pt x="31" y="4596"/>
                      <a:pt x="183" y="4778"/>
                    </a:cubicBezTo>
                    <a:lnTo>
                      <a:pt x="2128" y="6845"/>
                    </a:lnTo>
                    <a:lnTo>
                      <a:pt x="7690" y="2741"/>
                    </a:lnTo>
                    <a:lnTo>
                      <a:pt x="6262" y="249"/>
                    </a:lnTo>
                    <a:cubicBezTo>
                      <a:pt x="6156" y="90"/>
                      <a:pt x="5980" y="0"/>
                      <a:pt x="57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7"/>
              <p:cNvSpPr/>
              <p:nvPr/>
            </p:nvSpPr>
            <p:spPr>
              <a:xfrm rot="1049798">
                <a:off x="373120" y="2979482"/>
                <a:ext cx="69582" cy="115195"/>
              </a:xfrm>
              <a:custGeom>
                <a:avLst/>
                <a:gdLst/>
                <a:ahLst/>
                <a:cxnLst/>
                <a:rect l="l" t="t" r="r" b="b"/>
                <a:pathLst>
                  <a:path w="1855" h="3071" extrusionOk="0">
                    <a:moveTo>
                      <a:pt x="214" y="1"/>
                    </a:moveTo>
                    <a:cubicBezTo>
                      <a:pt x="122" y="1"/>
                      <a:pt x="62" y="31"/>
                      <a:pt x="1" y="31"/>
                    </a:cubicBezTo>
                    <a:lnTo>
                      <a:pt x="1733" y="3071"/>
                    </a:lnTo>
                    <a:lnTo>
                      <a:pt x="1855" y="2949"/>
                    </a:lnTo>
                    <a:lnTo>
                      <a:pt x="2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17"/>
              <p:cNvSpPr/>
              <p:nvPr/>
            </p:nvSpPr>
            <p:spPr>
              <a:xfrm rot="1049798">
                <a:off x="340357" y="2988853"/>
                <a:ext cx="73033" cy="115195"/>
              </a:xfrm>
              <a:custGeom>
                <a:avLst/>
                <a:gdLst/>
                <a:ahLst/>
                <a:cxnLst/>
                <a:rect l="l" t="t" r="r" b="b"/>
                <a:pathLst>
                  <a:path w="1947" h="3071" extrusionOk="0">
                    <a:moveTo>
                      <a:pt x="153" y="0"/>
                    </a:moveTo>
                    <a:lnTo>
                      <a:pt x="1" y="122"/>
                    </a:lnTo>
                    <a:lnTo>
                      <a:pt x="1794" y="3070"/>
                    </a:lnTo>
                    <a:lnTo>
                      <a:pt x="1946" y="2979"/>
                    </a:lnTo>
                    <a:lnTo>
                      <a:pt x="1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7"/>
              <p:cNvSpPr/>
              <p:nvPr/>
            </p:nvSpPr>
            <p:spPr>
              <a:xfrm rot="1049798">
                <a:off x="305851" y="3001153"/>
                <a:ext cx="76446" cy="112906"/>
              </a:xfrm>
              <a:custGeom>
                <a:avLst/>
                <a:gdLst/>
                <a:ahLst/>
                <a:cxnLst/>
                <a:rect l="l" t="t" r="r" b="b"/>
                <a:pathLst>
                  <a:path w="2038" h="3010" extrusionOk="0">
                    <a:moveTo>
                      <a:pt x="153" y="1"/>
                    </a:moveTo>
                    <a:lnTo>
                      <a:pt x="1" y="122"/>
                    </a:lnTo>
                    <a:lnTo>
                      <a:pt x="1916" y="3010"/>
                    </a:lnTo>
                    <a:lnTo>
                      <a:pt x="2037" y="2919"/>
                    </a:lnTo>
                    <a:lnTo>
                      <a:pt x="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7"/>
              <p:cNvSpPr/>
              <p:nvPr/>
            </p:nvSpPr>
            <p:spPr>
              <a:xfrm rot="1049798">
                <a:off x="271477" y="3013684"/>
                <a:ext cx="80985" cy="109493"/>
              </a:xfrm>
              <a:custGeom>
                <a:avLst/>
                <a:gdLst/>
                <a:ahLst/>
                <a:cxnLst/>
                <a:rect l="l" t="t" r="r" b="b"/>
                <a:pathLst>
                  <a:path w="2159" h="2919" extrusionOk="0">
                    <a:moveTo>
                      <a:pt x="152" y="0"/>
                    </a:moveTo>
                    <a:lnTo>
                      <a:pt x="0" y="122"/>
                    </a:lnTo>
                    <a:lnTo>
                      <a:pt x="2006" y="2918"/>
                    </a:lnTo>
                    <a:lnTo>
                      <a:pt x="2158" y="2827"/>
                    </a:lnTo>
                    <a:lnTo>
                      <a:pt x="1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7"/>
              <p:cNvSpPr/>
              <p:nvPr/>
            </p:nvSpPr>
            <p:spPr>
              <a:xfrm rot="1049798">
                <a:off x="238070" y="3026153"/>
                <a:ext cx="83273" cy="107205"/>
              </a:xfrm>
              <a:custGeom>
                <a:avLst/>
                <a:gdLst/>
                <a:ahLst/>
                <a:cxnLst/>
                <a:rect l="l" t="t" r="r" b="b"/>
                <a:pathLst>
                  <a:path w="2220" h="2858" extrusionOk="0">
                    <a:moveTo>
                      <a:pt x="152" y="1"/>
                    </a:moveTo>
                    <a:lnTo>
                      <a:pt x="0" y="122"/>
                    </a:lnTo>
                    <a:lnTo>
                      <a:pt x="2098" y="2858"/>
                    </a:lnTo>
                    <a:lnTo>
                      <a:pt x="2219" y="2767"/>
                    </a:lnTo>
                    <a:lnTo>
                      <a:pt x="1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17"/>
              <p:cNvSpPr/>
              <p:nvPr/>
            </p:nvSpPr>
            <p:spPr>
              <a:xfrm rot="1049798">
                <a:off x="203526" y="3038657"/>
                <a:ext cx="87812" cy="104917"/>
              </a:xfrm>
              <a:custGeom>
                <a:avLst/>
                <a:gdLst/>
                <a:ahLst/>
                <a:cxnLst/>
                <a:rect l="l" t="t" r="r" b="b"/>
                <a:pathLst>
                  <a:path w="2341" h="2797" extrusionOk="0">
                    <a:moveTo>
                      <a:pt x="152" y="0"/>
                    </a:moveTo>
                    <a:lnTo>
                      <a:pt x="0" y="122"/>
                    </a:lnTo>
                    <a:lnTo>
                      <a:pt x="2189" y="2797"/>
                    </a:lnTo>
                    <a:lnTo>
                      <a:pt x="2341" y="2675"/>
                    </a:lnTo>
                    <a:lnTo>
                      <a:pt x="1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17"/>
              <p:cNvSpPr/>
              <p:nvPr/>
            </p:nvSpPr>
            <p:spPr>
              <a:xfrm rot="1049798">
                <a:off x="169152" y="3050978"/>
                <a:ext cx="91263" cy="101503"/>
              </a:xfrm>
              <a:custGeom>
                <a:avLst/>
                <a:gdLst/>
                <a:ahLst/>
                <a:cxnLst/>
                <a:rect l="l" t="t" r="r" b="b"/>
                <a:pathLst>
                  <a:path w="2433" h="2706" extrusionOk="0">
                    <a:moveTo>
                      <a:pt x="153" y="1"/>
                    </a:moveTo>
                    <a:lnTo>
                      <a:pt x="1" y="122"/>
                    </a:lnTo>
                    <a:lnTo>
                      <a:pt x="2311" y="2706"/>
                    </a:lnTo>
                    <a:lnTo>
                      <a:pt x="2432" y="2615"/>
                    </a:lnTo>
                    <a:lnTo>
                      <a:pt x="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7"/>
              <p:cNvSpPr/>
              <p:nvPr/>
            </p:nvSpPr>
            <p:spPr>
              <a:xfrm rot="1049798">
                <a:off x="136844" y="3063826"/>
                <a:ext cx="93514" cy="99215"/>
              </a:xfrm>
              <a:custGeom>
                <a:avLst/>
                <a:gdLst/>
                <a:ahLst/>
                <a:cxnLst/>
                <a:rect l="l" t="t" r="r" b="b"/>
                <a:pathLst>
                  <a:path w="2493" h="2645" extrusionOk="0">
                    <a:moveTo>
                      <a:pt x="122" y="0"/>
                    </a:moveTo>
                    <a:cubicBezTo>
                      <a:pt x="92" y="61"/>
                      <a:pt x="31" y="122"/>
                      <a:pt x="0" y="183"/>
                    </a:cubicBezTo>
                    <a:lnTo>
                      <a:pt x="2371" y="2645"/>
                    </a:lnTo>
                    <a:lnTo>
                      <a:pt x="2493" y="2523"/>
                    </a:lnTo>
                    <a:lnTo>
                      <a:pt x="1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7"/>
              <p:cNvSpPr/>
              <p:nvPr/>
            </p:nvSpPr>
            <p:spPr>
              <a:xfrm rot="1049798">
                <a:off x="199729" y="2813063"/>
                <a:ext cx="110318" cy="97790"/>
              </a:xfrm>
              <a:custGeom>
                <a:avLst/>
                <a:gdLst/>
                <a:ahLst/>
                <a:cxnLst/>
                <a:rect l="l" t="t" r="r" b="b"/>
                <a:pathLst>
                  <a:path w="2941" h="2607" extrusionOk="0">
                    <a:moveTo>
                      <a:pt x="511" y="1"/>
                    </a:moveTo>
                    <a:cubicBezTo>
                      <a:pt x="465" y="1"/>
                      <a:pt x="426" y="15"/>
                      <a:pt x="397" y="47"/>
                    </a:cubicBezTo>
                    <a:cubicBezTo>
                      <a:pt x="1" y="443"/>
                      <a:pt x="1503" y="2606"/>
                      <a:pt x="2276" y="2606"/>
                    </a:cubicBezTo>
                    <a:cubicBezTo>
                      <a:pt x="2333" y="2606"/>
                      <a:pt x="2386" y="2594"/>
                      <a:pt x="2433" y="2569"/>
                    </a:cubicBezTo>
                    <a:cubicBezTo>
                      <a:pt x="2940" y="2316"/>
                      <a:pt x="1099" y="1"/>
                      <a:pt x="5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1" name="Google Shape;571;p17"/>
            <p:cNvGrpSpPr/>
            <p:nvPr/>
          </p:nvGrpSpPr>
          <p:grpSpPr>
            <a:xfrm>
              <a:off x="8308025" y="4116106"/>
              <a:ext cx="1246898" cy="810834"/>
              <a:chOff x="8340025" y="2571750"/>
              <a:chExt cx="1159258" cy="753843"/>
            </a:xfrm>
          </p:grpSpPr>
          <p:sp>
            <p:nvSpPr>
              <p:cNvPr id="572" name="Google Shape;572;p17"/>
              <p:cNvSpPr/>
              <p:nvPr/>
            </p:nvSpPr>
            <p:spPr>
              <a:xfrm>
                <a:off x="8558386" y="2571750"/>
                <a:ext cx="760283" cy="753837"/>
              </a:xfrm>
              <a:custGeom>
                <a:avLst/>
                <a:gdLst/>
                <a:ahLst/>
                <a:cxnLst/>
                <a:rect l="l" t="t" r="r" b="b"/>
                <a:pathLst>
                  <a:path w="22646" h="22454" extrusionOk="0">
                    <a:moveTo>
                      <a:pt x="11268" y="0"/>
                    </a:moveTo>
                    <a:cubicBezTo>
                      <a:pt x="11110" y="0"/>
                      <a:pt x="10951" y="4"/>
                      <a:pt x="10791" y="10"/>
                    </a:cubicBezTo>
                    <a:cubicBezTo>
                      <a:pt x="5776" y="193"/>
                      <a:pt x="1521" y="3688"/>
                      <a:pt x="335" y="8551"/>
                    </a:cubicBezTo>
                    <a:cubicBezTo>
                      <a:pt x="92" y="9494"/>
                      <a:pt x="1" y="10436"/>
                      <a:pt x="1" y="11409"/>
                    </a:cubicBezTo>
                    <a:cubicBezTo>
                      <a:pt x="92" y="17062"/>
                      <a:pt x="4378" y="21774"/>
                      <a:pt x="9971" y="22381"/>
                    </a:cubicBezTo>
                    <a:cubicBezTo>
                      <a:pt x="10399" y="22430"/>
                      <a:pt x="10824" y="22454"/>
                      <a:pt x="11246" y="22454"/>
                    </a:cubicBezTo>
                    <a:cubicBezTo>
                      <a:pt x="16363" y="22454"/>
                      <a:pt x="20893" y="18956"/>
                      <a:pt x="22129" y="13901"/>
                    </a:cubicBezTo>
                    <a:cubicBezTo>
                      <a:pt x="22646" y="11834"/>
                      <a:pt x="22554" y="9706"/>
                      <a:pt x="21886" y="7700"/>
                    </a:cubicBezTo>
                    <a:cubicBezTo>
                      <a:pt x="20385" y="3109"/>
                      <a:pt x="16092" y="0"/>
                      <a:pt x="112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17"/>
              <p:cNvSpPr/>
              <p:nvPr/>
            </p:nvSpPr>
            <p:spPr>
              <a:xfrm>
                <a:off x="8770670" y="2630235"/>
                <a:ext cx="164304" cy="89840"/>
              </a:xfrm>
              <a:custGeom>
                <a:avLst/>
                <a:gdLst/>
                <a:ahLst/>
                <a:cxnLst/>
                <a:rect l="l" t="t" r="r" b="b"/>
                <a:pathLst>
                  <a:path w="4894" h="2676" extrusionOk="0">
                    <a:moveTo>
                      <a:pt x="2462" y="1"/>
                    </a:moveTo>
                    <a:cubicBezTo>
                      <a:pt x="1094" y="1"/>
                      <a:pt x="0" y="609"/>
                      <a:pt x="0" y="1338"/>
                    </a:cubicBezTo>
                    <a:cubicBezTo>
                      <a:pt x="0" y="2098"/>
                      <a:pt x="1094" y="2676"/>
                      <a:pt x="2462" y="2676"/>
                    </a:cubicBezTo>
                    <a:cubicBezTo>
                      <a:pt x="3800" y="2676"/>
                      <a:pt x="4894" y="2098"/>
                      <a:pt x="4894" y="1338"/>
                    </a:cubicBezTo>
                    <a:cubicBezTo>
                      <a:pt x="4894" y="609"/>
                      <a:pt x="3800" y="1"/>
                      <a:pt x="24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7"/>
              <p:cNvSpPr/>
              <p:nvPr/>
            </p:nvSpPr>
            <p:spPr>
              <a:xfrm>
                <a:off x="8688013" y="2707789"/>
                <a:ext cx="96957" cy="52105"/>
              </a:xfrm>
              <a:custGeom>
                <a:avLst/>
                <a:gdLst/>
                <a:ahLst/>
                <a:cxnLst/>
                <a:rect l="l" t="t" r="r" b="b"/>
                <a:pathLst>
                  <a:path w="2888" h="1552" extrusionOk="0">
                    <a:moveTo>
                      <a:pt x="1459" y="1"/>
                    </a:moveTo>
                    <a:cubicBezTo>
                      <a:pt x="669" y="1"/>
                      <a:pt x="0" y="335"/>
                      <a:pt x="0" y="791"/>
                    </a:cubicBezTo>
                    <a:cubicBezTo>
                      <a:pt x="0" y="1217"/>
                      <a:pt x="669" y="1551"/>
                      <a:pt x="1459" y="1551"/>
                    </a:cubicBezTo>
                    <a:cubicBezTo>
                      <a:pt x="2249" y="1551"/>
                      <a:pt x="2888" y="1217"/>
                      <a:pt x="2888" y="791"/>
                    </a:cubicBezTo>
                    <a:cubicBezTo>
                      <a:pt x="2888" y="366"/>
                      <a:pt x="2249" y="1"/>
                      <a:pt x="1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7"/>
              <p:cNvSpPr/>
              <p:nvPr/>
            </p:nvSpPr>
            <p:spPr>
              <a:xfrm>
                <a:off x="8836978" y="2761876"/>
                <a:ext cx="59222" cy="32700"/>
              </a:xfrm>
              <a:custGeom>
                <a:avLst/>
                <a:gdLst/>
                <a:ahLst/>
                <a:cxnLst/>
                <a:rect l="l" t="t" r="r" b="b"/>
                <a:pathLst>
                  <a:path w="1764" h="974" extrusionOk="0">
                    <a:moveTo>
                      <a:pt x="882" y="1"/>
                    </a:moveTo>
                    <a:cubicBezTo>
                      <a:pt x="396" y="1"/>
                      <a:pt x="1" y="214"/>
                      <a:pt x="1" y="487"/>
                    </a:cubicBezTo>
                    <a:cubicBezTo>
                      <a:pt x="1" y="761"/>
                      <a:pt x="396" y="974"/>
                      <a:pt x="882" y="974"/>
                    </a:cubicBezTo>
                    <a:cubicBezTo>
                      <a:pt x="1369" y="974"/>
                      <a:pt x="1764" y="761"/>
                      <a:pt x="1764" y="487"/>
                    </a:cubicBezTo>
                    <a:cubicBezTo>
                      <a:pt x="1764" y="214"/>
                      <a:pt x="1369" y="1"/>
                      <a:pt x="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7"/>
              <p:cNvSpPr/>
              <p:nvPr/>
            </p:nvSpPr>
            <p:spPr>
              <a:xfrm>
                <a:off x="8558386" y="2830265"/>
                <a:ext cx="760283" cy="495329"/>
              </a:xfrm>
              <a:custGeom>
                <a:avLst/>
                <a:gdLst/>
                <a:ahLst/>
                <a:cxnLst/>
                <a:rect l="l" t="t" r="r" b="b"/>
                <a:pathLst>
                  <a:path w="22646" h="14754" extrusionOk="0">
                    <a:moveTo>
                      <a:pt x="21886" y="0"/>
                    </a:moveTo>
                    <a:cubicBezTo>
                      <a:pt x="21886" y="0"/>
                      <a:pt x="16492" y="6477"/>
                      <a:pt x="8692" y="6477"/>
                    </a:cubicBezTo>
                    <a:cubicBezTo>
                      <a:pt x="6035" y="6477"/>
                      <a:pt x="3098" y="5725"/>
                      <a:pt x="1" y="3709"/>
                    </a:cubicBezTo>
                    <a:lnTo>
                      <a:pt x="1" y="3709"/>
                    </a:lnTo>
                    <a:cubicBezTo>
                      <a:pt x="92" y="9362"/>
                      <a:pt x="4378" y="14074"/>
                      <a:pt x="9971" y="14681"/>
                    </a:cubicBezTo>
                    <a:cubicBezTo>
                      <a:pt x="10399" y="14730"/>
                      <a:pt x="10824" y="14754"/>
                      <a:pt x="11246" y="14754"/>
                    </a:cubicBezTo>
                    <a:cubicBezTo>
                      <a:pt x="16363" y="14754"/>
                      <a:pt x="20893" y="11256"/>
                      <a:pt x="22129" y="6201"/>
                    </a:cubicBezTo>
                    <a:cubicBezTo>
                      <a:pt x="22646" y="4134"/>
                      <a:pt x="22554" y="2006"/>
                      <a:pt x="21886" y="0"/>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7"/>
              <p:cNvSpPr/>
              <p:nvPr/>
            </p:nvSpPr>
            <p:spPr>
              <a:xfrm>
                <a:off x="8340025" y="2830265"/>
                <a:ext cx="1159258" cy="341600"/>
              </a:xfrm>
              <a:custGeom>
                <a:avLst/>
                <a:gdLst/>
                <a:ahLst/>
                <a:cxnLst/>
                <a:rect l="l" t="t" r="r" b="b"/>
                <a:pathLst>
                  <a:path w="34530" h="10175" extrusionOk="0">
                    <a:moveTo>
                      <a:pt x="3906" y="0"/>
                    </a:moveTo>
                    <a:cubicBezTo>
                      <a:pt x="1825" y="0"/>
                      <a:pt x="533" y="311"/>
                      <a:pt x="365" y="943"/>
                    </a:cubicBezTo>
                    <a:cubicBezTo>
                      <a:pt x="0" y="2554"/>
                      <a:pt x="7265" y="5745"/>
                      <a:pt x="16627" y="8025"/>
                    </a:cubicBezTo>
                    <a:cubicBezTo>
                      <a:pt x="22332" y="9433"/>
                      <a:pt x="27507" y="10174"/>
                      <a:pt x="30768" y="10174"/>
                    </a:cubicBezTo>
                    <a:cubicBezTo>
                      <a:pt x="32858" y="10174"/>
                      <a:pt x="34163" y="9870"/>
                      <a:pt x="34317" y="9241"/>
                    </a:cubicBezTo>
                    <a:cubicBezTo>
                      <a:pt x="34530" y="8359"/>
                      <a:pt x="32341" y="6961"/>
                      <a:pt x="28724" y="5472"/>
                    </a:cubicBezTo>
                    <a:lnTo>
                      <a:pt x="28694" y="5593"/>
                    </a:lnTo>
                    <a:cubicBezTo>
                      <a:pt x="30153" y="6323"/>
                      <a:pt x="30943" y="6961"/>
                      <a:pt x="30821" y="7417"/>
                    </a:cubicBezTo>
                    <a:cubicBezTo>
                      <a:pt x="30722" y="7837"/>
                      <a:pt x="29840" y="8040"/>
                      <a:pt x="28406" y="8040"/>
                    </a:cubicBezTo>
                    <a:cubicBezTo>
                      <a:pt x="25901" y="8040"/>
                      <a:pt x="21710" y="7422"/>
                      <a:pt x="17052" y="6262"/>
                    </a:cubicBezTo>
                    <a:cubicBezTo>
                      <a:pt x="9757" y="4469"/>
                      <a:pt x="4043" y="2098"/>
                      <a:pt x="4316" y="912"/>
                    </a:cubicBezTo>
                    <a:cubicBezTo>
                      <a:pt x="4430" y="485"/>
                      <a:pt x="5319" y="271"/>
                      <a:pt x="6782" y="271"/>
                    </a:cubicBezTo>
                    <a:cubicBezTo>
                      <a:pt x="6880" y="271"/>
                      <a:pt x="6980" y="272"/>
                      <a:pt x="7082" y="274"/>
                    </a:cubicBezTo>
                    <a:cubicBezTo>
                      <a:pt x="7082" y="244"/>
                      <a:pt x="7082" y="213"/>
                      <a:pt x="7113" y="183"/>
                    </a:cubicBezTo>
                    <a:cubicBezTo>
                      <a:pt x="5908" y="61"/>
                      <a:pt x="4829" y="0"/>
                      <a:pt x="3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78" name="Google Shape;578;p17"/>
          <p:cNvGrpSpPr/>
          <p:nvPr/>
        </p:nvGrpSpPr>
        <p:grpSpPr>
          <a:xfrm>
            <a:off x="3771652" y="53884"/>
            <a:ext cx="5314076" cy="5690420"/>
            <a:chOff x="3771652" y="53884"/>
            <a:chExt cx="5314076" cy="5690420"/>
          </a:xfrm>
        </p:grpSpPr>
        <p:grpSp>
          <p:nvGrpSpPr>
            <p:cNvPr id="579" name="Google Shape;579;p17"/>
            <p:cNvGrpSpPr/>
            <p:nvPr/>
          </p:nvGrpSpPr>
          <p:grpSpPr>
            <a:xfrm rot="9394993" flipH="1">
              <a:off x="3887841" y="4394640"/>
              <a:ext cx="1985378" cy="996177"/>
              <a:chOff x="386493" y="282479"/>
              <a:chExt cx="1985461" cy="996218"/>
            </a:xfrm>
          </p:grpSpPr>
          <p:sp>
            <p:nvSpPr>
              <p:cNvPr id="580" name="Google Shape;580;p17"/>
              <p:cNvSpPr/>
              <p:nvPr/>
            </p:nvSpPr>
            <p:spPr>
              <a:xfrm>
                <a:off x="386493" y="1111169"/>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7"/>
              <p:cNvSpPr/>
              <p:nvPr/>
            </p:nvSpPr>
            <p:spPr>
              <a:xfrm>
                <a:off x="2295017" y="282479"/>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7"/>
              <p:cNvSpPr/>
              <p:nvPr/>
            </p:nvSpPr>
            <p:spPr>
              <a:xfrm>
                <a:off x="629435" y="116098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3" name="Google Shape;583;p17"/>
            <p:cNvGrpSpPr/>
            <p:nvPr/>
          </p:nvGrpSpPr>
          <p:grpSpPr>
            <a:xfrm rot="5400000">
              <a:off x="8063335" y="1373191"/>
              <a:ext cx="1736292" cy="308495"/>
              <a:chOff x="884340" y="164158"/>
              <a:chExt cx="1736292" cy="308495"/>
            </a:xfrm>
          </p:grpSpPr>
          <p:sp>
            <p:nvSpPr>
              <p:cNvPr id="584" name="Google Shape;584;p17"/>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7"/>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17"/>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7" name="Google Shape;587;p17"/>
            <p:cNvGrpSpPr/>
            <p:nvPr/>
          </p:nvGrpSpPr>
          <p:grpSpPr>
            <a:xfrm rot="5132281">
              <a:off x="5625405" y="-193905"/>
              <a:ext cx="384603" cy="953171"/>
              <a:chOff x="214131" y="2367108"/>
              <a:chExt cx="384592" cy="953142"/>
            </a:xfrm>
          </p:grpSpPr>
          <p:sp>
            <p:nvSpPr>
              <p:cNvPr id="588" name="Google Shape;588;p17"/>
              <p:cNvSpPr/>
              <p:nvPr/>
            </p:nvSpPr>
            <p:spPr>
              <a:xfrm>
                <a:off x="448093" y="23671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9" name="Google Shape;589;p17"/>
              <p:cNvGrpSpPr/>
              <p:nvPr/>
            </p:nvGrpSpPr>
            <p:grpSpPr>
              <a:xfrm>
                <a:off x="214131" y="2799658"/>
                <a:ext cx="254979" cy="520592"/>
                <a:chOff x="264806" y="1483558"/>
                <a:chExt cx="254979" cy="520592"/>
              </a:xfrm>
            </p:grpSpPr>
            <p:sp>
              <p:nvSpPr>
                <p:cNvPr id="590" name="Google Shape;590;p17"/>
                <p:cNvSpPr/>
                <p:nvPr/>
              </p:nvSpPr>
              <p:spPr>
                <a:xfrm>
                  <a:off x="441296" y="1944519"/>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7"/>
                <p:cNvSpPr/>
                <p:nvPr/>
              </p:nvSpPr>
              <p:spPr>
                <a:xfrm>
                  <a:off x="264806" y="14835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592" name="Google Shape;592;p17"/>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593" name="Google Shape;593;p17"/>
          <p:cNvSpPr txBox="1">
            <a:spLocks noGrp="1"/>
          </p:cNvSpPr>
          <p:nvPr>
            <p:ph type="subTitle" idx="1"/>
          </p:nvPr>
        </p:nvSpPr>
        <p:spPr>
          <a:xfrm>
            <a:off x="1110514" y="2611000"/>
            <a:ext cx="2055300" cy="43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4" name="Google Shape;594;p17"/>
          <p:cNvSpPr txBox="1">
            <a:spLocks noGrp="1"/>
          </p:cNvSpPr>
          <p:nvPr>
            <p:ph type="subTitle" idx="2"/>
          </p:nvPr>
        </p:nvSpPr>
        <p:spPr>
          <a:xfrm>
            <a:off x="1110514" y="2968250"/>
            <a:ext cx="2055300" cy="1125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5" name="Google Shape;595;p17"/>
          <p:cNvSpPr txBox="1">
            <a:spLocks noGrp="1"/>
          </p:cNvSpPr>
          <p:nvPr>
            <p:ph type="subTitle" idx="3"/>
          </p:nvPr>
        </p:nvSpPr>
        <p:spPr>
          <a:xfrm>
            <a:off x="3544350" y="2611000"/>
            <a:ext cx="2055300" cy="43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6" name="Google Shape;596;p17"/>
          <p:cNvSpPr txBox="1">
            <a:spLocks noGrp="1"/>
          </p:cNvSpPr>
          <p:nvPr>
            <p:ph type="subTitle" idx="4"/>
          </p:nvPr>
        </p:nvSpPr>
        <p:spPr>
          <a:xfrm>
            <a:off x="3544350" y="2968250"/>
            <a:ext cx="2055300" cy="1125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7" name="Google Shape;597;p17"/>
          <p:cNvSpPr txBox="1">
            <a:spLocks noGrp="1"/>
          </p:cNvSpPr>
          <p:nvPr>
            <p:ph type="subTitle" idx="5"/>
          </p:nvPr>
        </p:nvSpPr>
        <p:spPr>
          <a:xfrm>
            <a:off x="5978186" y="2611000"/>
            <a:ext cx="2055300" cy="43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8" name="Google Shape;598;p17"/>
          <p:cNvSpPr txBox="1">
            <a:spLocks noGrp="1"/>
          </p:cNvSpPr>
          <p:nvPr>
            <p:ph type="subTitle" idx="6"/>
          </p:nvPr>
        </p:nvSpPr>
        <p:spPr>
          <a:xfrm>
            <a:off x="5978186" y="2968250"/>
            <a:ext cx="2055300" cy="1125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p:cSld name="TITLE_AND_TWO_COLUMNS_1_2_1">
    <p:spTree>
      <p:nvGrpSpPr>
        <p:cNvPr id="1" name="Shape 599"/>
        <p:cNvGrpSpPr/>
        <p:nvPr/>
      </p:nvGrpSpPr>
      <p:grpSpPr>
        <a:xfrm>
          <a:off x="0" y="0"/>
          <a:ext cx="0" cy="0"/>
          <a:chOff x="0" y="0"/>
          <a:chExt cx="0" cy="0"/>
        </a:xfrm>
      </p:grpSpPr>
      <p:grpSp>
        <p:nvGrpSpPr>
          <p:cNvPr id="600" name="Google Shape;600;p18"/>
          <p:cNvGrpSpPr/>
          <p:nvPr/>
        </p:nvGrpSpPr>
        <p:grpSpPr>
          <a:xfrm flipH="1">
            <a:off x="-1500" y="2577600"/>
            <a:ext cx="6379027" cy="2565891"/>
            <a:chOff x="2764961" y="2577600"/>
            <a:chExt cx="6379027" cy="2565891"/>
          </a:xfrm>
        </p:grpSpPr>
        <p:sp>
          <p:nvSpPr>
            <p:cNvPr id="601" name="Google Shape;601;p18"/>
            <p:cNvSpPr/>
            <p:nvPr/>
          </p:nvSpPr>
          <p:spPr>
            <a:xfrm>
              <a:off x="7885875" y="2577600"/>
              <a:ext cx="1258113" cy="1901601"/>
            </a:xfrm>
            <a:custGeom>
              <a:avLst/>
              <a:gdLst/>
              <a:ahLst/>
              <a:cxnLst/>
              <a:rect l="l" t="t" r="r" b="b"/>
              <a:pathLst>
                <a:path w="21096" h="31886" extrusionOk="0">
                  <a:moveTo>
                    <a:pt x="21095" y="1"/>
                  </a:moveTo>
                  <a:cubicBezTo>
                    <a:pt x="1" y="16840"/>
                    <a:pt x="21095" y="31886"/>
                    <a:pt x="21095" y="31886"/>
                  </a:cubicBezTo>
                  <a:lnTo>
                    <a:pt x="210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8"/>
            <p:cNvSpPr/>
            <p:nvPr/>
          </p:nvSpPr>
          <p:spPr>
            <a:xfrm rot="5400000">
              <a:off x="3083723" y="3989814"/>
              <a:ext cx="834916" cy="1472439"/>
            </a:xfrm>
            <a:custGeom>
              <a:avLst/>
              <a:gdLst/>
              <a:ahLst/>
              <a:cxnLst/>
              <a:rect l="l" t="t" r="r" b="b"/>
              <a:pathLst>
                <a:path w="21855" h="38543" extrusionOk="0">
                  <a:moveTo>
                    <a:pt x="21855" y="1"/>
                  </a:moveTo>
                  <a:cubicBezTo>
                    <a:pt x="0" y="21825"/>
                    <a:pt x="21855" y="38543"/>
                    <a:pt x="21855" y="38543"/>
                  </a:cubicBezTo>
                  <a:lnTo>
                    <a:pt x="21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3" name="Google Shape;603;p18"/>
          <p:cNvGrpSpPr/>
          <p:nvPr/>
        </p:nvGrpSpPr>
        <p:grpSpPr>
          <a:xfrm>
            <a:off x="1268812" y="0"/>
            <a:ext cx="7885887" cy="4182530"/>
            <a:chOff x="1268812" y="0"/>
            <a:chExt cx="7885887" cy="4182530"/>
          </a:xfrm>
        </p:grpSpPr>
        <p:sp>
          <p:nvSpPr>
            <p:cNvPr id="604" name="Google Shape;604;p18"/>
            <p:cNvSpPr/>
            <p:nvPr/>
          </p:nvSpPr>
          <p:spPr>
            <a:xfrm flipH="1">
              <a:off x="8376800" y="2830777"/>
              <a:ext cx="777899" cy="1351753"/>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8"/>
            <p:cNvSpPr/>
            <p:nvPr/>
          </p:nvSpPr>
          <p:spPr>
            <a:xfrm flipH="1">
              <a:off x="1268812" y="0"/>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6" name="Google Shape;606;p18"/>
          <p:cNvGrpSpPr/>
          <p:nvPr/>
        </p:nvGrpSpPr>
        <p:grpSpPr>
          <a:xfrm>
            <a:off x="-330850" y="928064"/>
            <a:ext cx="9858632" cy="3810852"/>
            <a:chOff x="-330850" y="928064"/>
            <a:chExt cx="9858632" cy="3810852"/>
          </a:xfrm>
        </p:grpSpPr>
        <p:grpSp>
          <p:nvGrpSpPr>
            <p:cNvPr id="607" name="Google Shape;607;p18"/>
            <p:cNvGrpSpPr/>
            <p:nvPr/>
          </p:nvGrpSpPr>
          <p:grpSpPr>
            <a:xfrm>
              <a:off x="-330850" y="3608126"/>
              <a:ext cx="1024018" cy="1130791"/>
              <a:chOff x="-330850" y="3608126"/>
              <a:chExt cx="1024018" cy="1130791"/>
            </a:xfrm>
          </p:grpSpPr>
          <p:sp>
            <p:nvSpPr>
              <p:cNvPr id="608" name="Google Shape;608;p18"/>
              <p:cNvSpPr/>
              <p:nvPr/>
            </p:nvSpPr>
            <p:spPr>
              <a:xfrm>
                <a:off x="-330850" y="3639709"/>
                <a:ext cx="984846" cy="1097497"/>
              </a:xfrm>
              <a:custGeom>
                <a:avLst/>
                <a:gdLst/>
                <a:ahLst/>
                <a:cxnLst/>
                <a:rect l="l" t="t" r="r" b="b"/>
                <a:pathLst>
                  <a:path w="18429" h="20537" extrusionOk="0">
                    <a:moveTo>
                      <a:pt x="13191" y="1"/>
                    </a:moveTo>
                    <a:lnTo>
                      <a:pt x="10723" y="4737"/>
                    </a:lnTo>
                    <a:cubicBezTo>
                      <a:pt x="10401" y="4700"/>
                      <a:pt x="10083" y="4682"/>
                      <a:pt x="9771" y="4682"/>
                    </a:cubicBezTo>
                    <a:cubicBezTo>
                      <a:pt x="3943" y="4682"/>
                      <a:pt x="1" y="10995"/>
                      <a:pt x="2850" y="16346"/>
                    </a:cubicBezTo>
                    <a:cubicBezTo>
                      <a:pt x="4340" y="19144"/>
                      <a:pt x="7087" y="20536"/>
                      <a:pt x="9836" y="20536"/>
                    </a:cubicBezTo>
                    <a:cubicBezTo>
                      <a:pt x="12625" y="20536"/>
                      <a:pt x="15415" y="19102"/>
                      <a:pt x="16894" y="16246"/>
                    </a:cubicBezTo>
                    <a:cubicBezTo>
                      <a:pt x="18428" y="13244"/>
                      <a:pt x="17928" y="9608"/>
                      <a:pt x="15593" y="7173"/>
                    </a:cubicBezTo>
                    <a:lnTo>
                      <a:pt x="15993" y="6439"/>
                    </a:lnTo>
                    <a:cubicBezTo>
                      <a:pt x="16860" y="4737"/>
                      <a:pt x="18028" y="2502"/>
                      <a:pt x="18028" y="2502"/>
                    </a:cubicBezTo>
                    <a:lnTo>
                      <a:pt x="131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8"/>
              <p:cNvSpPr/>
              <p:nvPr/>
            </p:nvSpPr>
            <p:spPr>
              <a:xfrm>
                <a:off x="-34149" y="3947419"/>
                <a:ext cx="253145" cy="173894"/>
              </a:xfrm>
              <a:custGeom>
                <a:avLst/>
                <a:gdLst/>
                <a:ahLst/>
                <a:cxnLst/>
                <a:rect l="l" t="t" r="r" b="b"/>
                <a:pathLst>
                  <a:path w="4737" h="3254" extrusionOk="0">
                    <a:moveTo>
                      <a:pt x="3291" y="1"/>
                    </a:moveTo>
                    <a:cubicBezTo>
                      <a:pt x="2812" y="1"/>
                      <a:pt x="2244" y="151"/>
                      <a:pt x="1701" y="447"/>
                    </a:cubicBezTo>
                    <a:cubicBezTo>
                      <a:pt x="601" y="1081"/>
                      <a:pt x="0" y="2115"/>
                      <a:pt x="367" y="2749"/>
                    </a:cubicBezTo>
                    <a:cubicBezTo>
                      <a:pt x="553" y="3087"/>
                      <a:pt x="944" y="3253"/>
                      <a:pt x="1432" y="3253"/>
                    </a:cubicBezTo>
                    <a:cubicBezTo>
                      <a:pt x="1908" y="3253"/>
                      <a:pt x="2476" y="3095"/>
                      <a:pt x="3036" y="2782"/>
                    </a:cubicBezTo>
                    <a:cubicBezTo>
                      <a:pt x="4136" y="2148"/>
                      <a:pt x="4737" y="1114"/>
                      <a:pt x="4370" y="481"/>
                    </a:cubicBezTo>
                    <a:cubicBezTo>
                      <a:pt x="4184" y="159"/>
                      <a:pt x="3784" y="1"/>
                      <a:pt x="32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18"/>
              <p:cNvSpPr/>
              <p:nvPr/>
            </p:nvSpPr>
            <p:spPr>
              <a:xfrm>
                <a:off x="-169620" y="4406258"/>
                <a:ext cx="659610" cy="282003"/>
              </a:xfrm>
              <a:custGeom>
                <a:avLst/>
                <a:gdLst/>
                <a:ahLst/>
                <a:cxnLst/>
                <a:rect l="l" t="t" r="r" b="b"/>
                <a:pathLst>
                  <a:path w="12343" h="5277" extrusionOk="0">
                    <a:moveTo>
                      <a:pt x="0" y="0"/>
                    </a:moveTo>
                    <a:lnTo>
                      <a:pt x="0" y="0"/>
                    </a:lnTo>
                    <a:cubicBezTo>
                      <a:pt x="916" y="3358"/>
                      <a:pt x="3905" y="5276"/>
                      <a:pt x="6953" y="5276"/>
                    </a:cubicBezTo>
                    <a:cubicBezTo>
                      <a:pt x="8901" y="5276"/>
                      <a:pt x="10873" y="4493"/>
                      <a:pt x="12342" y="2802"/>
                    </a:cubicBez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8"/>
              <p:cNvSpPr/>
              <p:nvPr/>
            </p:nvSpPr>
            <p:spPr>
              <a:xfrm>
                <a:off x="-212426" y="3653978"/>
                <a:ext cx="905594" cy="1084939"/>
              </a:xfrm>
              <a:custGeom>
                <a:avLst/>
                <a:gdLst/>
                <a:ahLst/>
                <a:cxnLst/>
                <a:rect l="l" t="t" r="r" b="b"/>
                <a:pathLst>
                  <a:path w="16946" h="20302" extrusionOk="0">
                    <a:moveTo>
                      <a:pt x="11509" y="1"/>
                    </a:moveTo>
                    <a:lnTo>
                      <a:pt x="11275" y="201"/>
                    </a:lnTo>
                    <a:lnTo>
                      <a:pt x="14377" y="2402"/>
                    </a:lnTo>
                    <a:lnTo>
                      <a:pt x="12209" y="6572"/>
                    </a:lnTo>
                    <a:cubicBezTo>
                      <a:pt x="12209" y="6605"/>
                      <a:pt x="13277" y="11876"/>
                      <a:pt x="9507" y="15312"/>
                    </a:cubicBezTo>
                    <a:cubicBezTo>
                      <a:pt x="8276" y="16412"/>
                      <a:pt x="6886" y="16859"/>
                      <a:pt x="5518" y="16859"/>
                    </a:cubicBezTo>
                    <a:cubicBezTo>
                      <a:pt x="3401" y="16859"/>
                      <a:pt x="1338" y="15789"/>
                      <a:pt x="0" y="14411"/>
                    </a:cubicBezTo>
                    <a:lnTo>
                      <a:pt x="0" y="14411"/>
                    </a:lnTo>
                    <a:cubicBezTo>
                      <a:pt x="968" y="18041"/>
                      <a:pt x="4236" y="20301"/>
                      <a:pt x="7676" y="20301"/>
                    </a:cubicBezTo>
                    <a:cubicBezTo>
                      <a:pt x="8978" y="20301"/>
                      <a:pt x="10305" y="19977"/>
                      <a:pt x="11542" y="19281"/>
                    </a:cubicBezTo>
                    <a:cubicBezTo>
                      <a:pt x="16045" y="16746"/>
                      <a:pt x="16946" y="10642"/>
                      <a:pt x="13377" y="6906"/>
                    </a:cubicBezTo>
                    <a:cubicBezTo>
                      <a:pt x="14244" y="5238"/>
                      <a:pt x="15812" y="2235"/>
                      <a:pt x="15812" y="2235"/>
                    </a:cubicBezTo>
                    <a:lnTo>
                      <a:pt x="11509" y="1"/>
                    </a:ln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8"/>
              <p:cNvSpPr/>
              <p:nvPr/>
            </p:nvSpPr>
            <p:spPr>
              <a:xfrm>
                <a:off x="338865" y="3608126"/>
                <a:ext cx="345383" cy="189178"/>
              </a:xfrm>
              <a:custGeom>
                <a:avLst/>
                <a:gdLst/>
                <a:ahLst/>
                <a:cxnLst/>
                <a:rect l="l" t="t" r="r" b="b"/>
                <a:pathLst>
                  <a:path w="6463" h="3540" extrusionOk="0">
                    <a:moveTo>
                      <a:pt x="610" y="0"/>
                    </a:moveTo>
                    <a:cubicBezTo>
                      <a:pt x="226" y="0"/>
                      <a:pt x="0" y="565"/>
                      <a:pt x="425" y="792"/>
                    </a:cubicBezTo>
                    <a:lnTo>
                      <a:pt x="5663" y="3494"/>
                    </a:lnTo>
                    <a:cubicBezTo>
                      <a:pt x="5725" y="3525"/>
                      <a:pt x="5787" y="3539"/>
                      <a:pt x="5845" y="3539"/>
                    </a:cubicBezTo>
                    <a:cubicBezTo>
                      <a:pt x="6221" y="3539"/>
                      <a:pt x="6463" y="2962"/>
                      <a:pt x="6029" y="2760"/>
                    </a:cubicBezTo>
                    <a:lnTo>
                      <a:pt x="826" y="58"/>
                    </a:lnTo>
                    <a:cubicBezTo>
                      <a:pt x="751" y="18"/>
                      <a:pt x="678" y="0"/>
                      <a:pt x="6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18"/>
              <p:cNvSpPr/>
              <p:nvPr/>
            </p:nvSpPr>
            <p:spPr>
              <a:xfrm>
                <a:off x="270568" y="3693577"/>
                <a:ext cx="139211" cy="227120"/>
              </a:xfrm>
              <a:custGeom>
                <a:avLst/>
                <a:gdLst/>
                <a:ahLst/>
                <a:cxnLst/>
                <a:rect l="l" t="t" r="r" b="b"/>
                <a:pathLst>
                  <a:path w="2605" h="4250" extrusionOk="0">
                    <a:moveTo>
                      <a:pt x="2272" y="1"/>
                    </a:moveTo>
                    <a:cubicBezTo>
                      <a:pt x="2155" y="1"/>
                      <a:pt x="2052" y="63"/>
                      <a:pt x="2004" y="160"/>
                    </a:cubicBezTo>
                    <a:lnTo>
                      <a:pt x="136" y="3829"/>
                    </a:lnTo>
                    <a:cubicBezTo>
                      <a:pt x="0" y="4055"/>
                      <a:pt x="200" y="4250"/>
                      <a:pt x="406" y="4250"/>
                    </a:cubicBezTo>
                    <a:cubicBezTo>
                      <a:pt x="504" y="4250"/>
                      <a:pt x="604" y="4205"/>
                      <a:pt x="669" y="4096"/>
                    </a:cubicBezTo>
                    <a:lnTo>
                      <a:pt x="2537" y="427"/>
                    </a:lnTo>
                    <a:cubicBezTo>
                      <a:pt x="2604" y="294"/>
                      <a:pt x="2537" y="93"/>
                      <a:pt x="2404" y="27"/>
                    </a:cubicBezTo>
                    <a:cubicBezTo>
                      <a:pt x="2359" y="9"/>
                      <a:pt x="2315" y="1"/>
                      <a:pt x="2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4" name="Google Shape;614;p18"/>
            <p:cNvGrpSpPr/>
            <p:nvPr/>
          </p:nvGrpSpPr>
          <p:grpSpPr>
            <a:xfrm rot="2521077" flipH="1">
              <a:off x="8220617" y="1205951"/>
              <a:ext cx="1165151" cy="871711"/>
              <a:chOff x="2923063" y="846627"/>
              <a:chExt cx="1475425" cy="1103947"/>
            </a:xfrm>
          </p:grpSpPr>
          <p:sp>
            <p:nvSpPr>
              <p:cNvPr id="615" name="Google Shape;615;p18"/>
              <p:cNvSpPr/>
              <p:nvPr/>
            </p:nvSpPr>
            <p:spPr>
              <a:xfrm>
                <a:off x="3485903" y="1027540"/>
                <a:ext cx="428518" cy="763230"/>
              </a:xfrm>
              <a:custGeom>
                <a:avLst/>
                <a:gdLst/>
                <a:ahLst/>
                <a:cxnLst/>
                <a:rect l="l" t="t" r="r" b="b"/>
                <a:pathLst>
                  <a:path w="12343" h="21984" extrusionOk="0">
                    <a:moveTo>
                      <a:pt x="934" y="1"/>
                    </a:moveTo>
                    <a:lnTo>
                      <a:pt x="0" y="401"/>
                    </a:lnTo>
                    <a:lnTo>
                      <a:pt x="4570" y="11475"/>
                    </a:lnTo>
                    <a:lnTo>
                      <a:pt x="11508" y="21983"/>
                    </a:lnTo>
                    <a:lnTo>
                      <a:pt x="12342" y="21449"/>
                    </a:lnTo>
                    <a:lnTo>
                      <a:pt x="5437" y="11008"/>
                    </a:lnTo>
                    <a:lnTo>
                      <a:pt x="9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8"/>
              <p:cNvSpPr/>
              <p:nvPr/>
            </p:nvSpPr>
            <p:spPr>
              <a:xfrm>
                <a:off x="3172057" y="1137560"/>
                <a:ext cx="973965" cy="560549"/>
              </a:xfrm>
              <a:custGeom>
                <a:avLst/>
                <a:gdLst/>
                <a:ahLst/>
                <a:cxnLst/>
                <a:rect l="l" t="t" r="r" b="b"/>
                <a:pathLst>
                  <a:path w="28054" h="16146" extrusionOk="0">
                    <a:moveTo>
                      <a:pt x="27587" y="1"/>
                    </a:moveTo>
                    <a:lnTo>
                      <a:pt x="0" y="15245"/>
                    </a:lnTo>
                    <a:lnTo>
                      <a:pt x="501" y="16145"/>
                    </a:lnTo>
                    <a:lnTo>
                      <a:pt x="28054" y="868"/>
                    </a:lnTo>
                    <a:lnTo>
                      <a:pt x="27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8"/>
              <p:cNvSpPr/>
              <p:nvPr/>
            </p:nvSpPr>
            <p:spPr>
              <a:xfrm>
                <a:off x="3328389" y="846627"/>
                <a:ext cx="297807" cy="236704"/>
              </a:xfrm>
              <a:custGeom>
                <a:avLst/>
                <a:gdLst/>
                <a:ahLst/>
                <a:cxnLst/>
                <a:rect l="l" t="t" r="r" b="b"/>
                <a:pathLst>
                  <a:path w="8578" h="6818" extrusionOk="0">
                    <a:moveTo>
                      <a:pt x="4320" y="1"/>
                    </a:moveTo>
                    <a:cubicBezTo>
                      <a:pt x="3759" y="1"/>
                      <a:pt x="3192" y="143"/>
                      <a:pt x="2669" y="442"/>
                    </a:cubicBezTo>
                    <a:cubicBezTo>
                      <a:pt x="1" y="1909"/>
                      <a:pt x="468" y="5845"/>
                      <a:pt x="3370" y="6679"/>
                    </a:cubicBezTo>
                    <a:cubicBezTo>
                      <a:pt x="3698" y="6774"/>
                      <a:pt x="4020" y="6818"/>
                      <a:pt x="4333" y="6818"/>
                    </a:cubicBezTo>
                    <a:cubicBezTo>
                      <a:pt x="6780" y="6818"/>
                      <a:pt x="8578" y="4113"/>
                      <a:pt x="7306" y="1776"/>
                    </a:cubicBezTo>
                    <a:cubicBezTo>
                      <a:pt x="6671" y="642"/>
                      <a:pt x="5511" y="1"/>
                      <a:pt x="43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18"/>
              <p:cNvSpPr/>
              <p:nvPr/>
            </p:nvSpPr>
            <p:spPr>
              <a:xfrm>
                <a:off x="3786591" y="1714045"/>
                <a:ext cx="287634" cy="236530"/>
              </a:xfrm>
              <a:custGeom>
                <a:avLst/>
                <a:gdLst/>
                <a:ahLst/>
                <a:cxnLst/>
                <a:rect l="l" t="t" r="r" b="b"/>
                <a:pathLst>
                  <a:path w="8285" h="6813" extrusionOk="0">
                    <a:moveTo>
                      <a:pt x="4429" y="1"/>
                    </a:moveTo>
                    <a:cubicBezTo>
                      <a:pt x="2127" y="1"/>
                      <a:pt x="0" y="2487"/>
                      <a:pt x="1413" y="5044"/>
                    </a:cubicBezTo>
                    <a:cubicBezTo>
                      <a:pt x="1713" y="5578"/>
                      <a:pt x="2147" y="6045"/>
                      <a:pt x="2681" y="6345"/>
                    </a:cubicBezTo>
                    <a:cubicBezTo>
                      <a:pt x="3212" y="6654"/>
                      <a:pt x="3805" y="6813"/>
                      <a:pt x="4401" y="6813"/>
                    </a:cubicBezTo>
                    <a:cubicBezTo>
                      <a:pt x="4965" y="6813"/>
                      <a:pt x="5531" y="6671"/>
                      <a:pt x="6050" y="6379"/>
                    </a:cubicBezTo>
                    <a:cubicBezTo>
                      <a:pt x="7684" y="5478"/>
                      <a:pt x="8285" y="3410"/>
                      <a:pt x="7351" y="1775"/>
                    </a:cubicBezTo>
                    <a:cubicBezTo>
                      <a:pt x="7251" y="1542"/>
                      <a:pt x="7084" y="1308"/>
                      <a:pt x="6884" y="1142"/>
                    </a:cubicBezTo>
                    <a:cubicBezTo>
                      <a:pt x="6154" y="340"/>
                      <a:pt x="5280" y="1"/>
                      <a:pt x="44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8"/>
              <p:cNvSpPr/>
              <p:nvPr/>
            </p:nvSpPr>
            <p:spPr>
              <a:xfrm>
                <a:off x="3386298" y="1178388"/>
                <a:ext cx="550134" cy="484899"/>
              </a:xfrm>
              <a:custGeom>
                <a:avLst/>
                <a:gdLst/>
                <a:ahLst/>
                <a:cxnLst/>
                <a:rect l="l" t="t" r="r" b="b"/>
                <a:pathLst>
                  <a:path w="15846" h="13967" extrusionOk="0">
                    <a:moveTo>
                      <a:pt x="7938" y="1"/>
                    </a:moveTo>
                    <a:cubicBezTo>
                      <a:pt x="5703" y="1"/>
                      <a:pt x="3517" y="1068"/>
                      <a:pt x="2169" y="3028"/>
                    </a:cubicBezTo>
                    <a:cubicBezTo>
                      <a:pt x="0" y="6163"/>
                      <a:pt x="734" y="10400"/>
                      <a:pt x="3803" y="12668"/>
                    </a:cubicBezTo>
                    <a:cubicBezTo>
                      <a:pt x="4993" y="13528"/>
                      <a:pt x="6414" y="13967"/>
                      <a:pt x="7840" y="13967"/>
                    </a:cubicBezTo>
                    <a:cubicBezTo>
                      <a:pt x="9012" y="13967"/>
                      <a:pt x="10188" y="13670"/>
                      <a:pt x="11242" y="13068"/>
                    </a:cubicBezTo>
                    <a:cubicBezTo>
                      <a:pt x="14611" y="11200"/>
                      <a:pt x="15845" y="6964"/>
                      <a:pt x="13977" y="3595"/>
                    </a:cubicBezTo>
                    <a:cubicBezTo>
                      <a:pt x="13443" y="2594"/>
                      <a:pt x="12676" y="1760"/>
                      <a:pt x="11742" y="1126"/>
                    </a:cubicBezTo>
                    <a:cubicBezTo>
                      <a:pt x="10562" y="364"/>
                      <a:pt x="9242" y="1"/>
                      <a:pt x="79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8"/>
              <p:cNvSpPr/>
              <p:nvPr/>
            </p:nvSpPr>
            <p:spPr>
              <a:xfrm>
                <a:off x="4049403" y="939219"/>
                <a:ext cx="349084" cy="320581"/>
              </a:xfrm>
              <a:custGeom>
                <a:avLst/>
                <a:gdLst/>
                <a:ahLst/>
                <a:cxnLst/>
                <a:rect l="l" t="t" r="r" b="b"/>
                <a:pathLst>
                  <a:path w="10055" h="9234" extrusionOk="0">
                    <a:moveTo>
                      <a:pt x="4779" y="0"/>
                    </a:moveTo>
                    <a:cubicBezTo>
                      <a:pt x="2488" y="0"/>
                      <a:pt x="347" y="1726"/>
                      <a:pt x="181" y="4313"/>
                    </a:cubicBezTo>
                    <a:cubicBezTo>
                      <a:pt x="0" y="7122"/>
                      <a:pt x="2269" y="9234"/>
                      <a:pt x="4787" y="9234"/>
                    </a:cubicBezTo>
                    <a:cubicBezTo>
                      <a:pt x="5528" y="9234"/>
                      <a:pt x="6291" y="9051"/>
                      <a:pt x="7019" y="8649"/>
                    </a:cubicBezTo>
                    <a:cubicBezTo>
                      <a:pt x="9221" y="7415"/>
                      <a:pt x="10055" y="4613"/>
                      <a:pt x="8820" y="2378"/>
                    </a:cubicBezTo>
                    <a:cubicBezTo>
                      <a:pt x="8487" y="1811"/>
                      <a:pt x="8053" y="1310"/>
                      <a:pt x="7519" y="910"/>
                    </a:cubicBezTo>
                    <a:cubicBezTo>
                      <a:pt x="6663" y="284"/>
                      <a:pt x="5709" y="0"/>
                      <a:pt x="4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18"/>
              <p:cNvSpPr/>
              <p:nvPr/>
            </p:nvSpPr>
            <p:spPr>
              <a:xfrm>
                <a:off x="2923063" y="1574168"/>
                <a:ext cx="319679" cy="319644"/>
              </a:xfrm>
              <a:custGeom>
                <a:avLst/>
                <a:gdLst/>
                <a:ahLst/>
                <a:cxnLst/>
                <a:rect l="l" t="t" r="r" b="b"/>
                <a:pathLst>
                  <a:path w="9208" h="9207" extrusionOk="0">
                    <a:moveTo>
                      <a:pt x="4604" y="0"/>
                    </a:moveTo>
                    <a:cubicBezTo>
                      <a:pt x="2069" y="0"/>
                      <a:pt x="1" y="2068"/>
                      <a:pt x="1" y="4604"/>
                    </a:cubicBezTo>
                    <a:cubicBezTo>
                      <a:pt x="1" y="7139"/>
                      <a:pt x="2069" y="9207"/>
                      <a:pt x="4604" y="9207"/>
                    </a:cubicBezTo>
                    <a:cubicBezTo>
                      <a:pt x="7139" y="9207"/>
                      <a:pt x="9207" y="7139"/>
                      <a:pt x="9207" y="4604"/>
                    </a:cubicBezTo>
                    <a:cubicBezTo>
                      <a:pt x="9207" y="2068"/>
                      <a:pt x="7139" y="0"/>
                      <a:pt x="46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18"/>
              <p:cNvSpPr/>
              <p:nvPr/>
            </p:nvSpPr>
            <p:spPr>
              <a:xfrm>
                <a:off x="3518329" y="1217480"/>
                <a:ext cx="416922" cy="445807"/>
              </a:xfrm>
              <a:custGeom>
                <a:avLst/>
                <a:gdLst/>
                <a:ahLst/>
                <a:cxnLst/>
                <a:rect l="l" t="t" r="r" b="b"/>
                <a:pathLst>
                  <a:path w="12009" h="12841" extrusionOk="0">
                    <a:moveTo>
                      <a:pt x="7906" y="0"/>
                    </a:moveTo>
                    <a:cubicBezTo>
                      <a:pt x="7906" y="1"/>
                      <a:pt x="10374" y="11275"/>
                      <a:pt x="0" y="11542"/>
                    </a:cubicBezTo>
                    <a:cubicBezTo>
                      <a:pt x="1190" y="12402"/>
                      <a:pt x="2611" y="12841"/>
                      <a:pt x="4037" y="12841"/>
                    </a:cubicBezTo>
                    <a:cubicBezTo>
                      <a:pt x="5209" y="12841"/>
                      <a:pt x="6385" y="12544"/>
                      <a:pt x="7439" y="11942"/>
                    </a:cubicBezTo>
                    <a:cubicBezTo>
                      <a:pt x="10808" y="10074"/>
                      <a:pt x="12009" y="5838"/>
                      <a:pt x="10174" y="2469"/>
                    </a:cubicBezTo>
                    <a:cubicBezTo>
                      <a:pt x="9607" y="1468"/>
                      <a:pt x="8840" y="634"/>
                      <a:pt x="7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18"/>
              <p:cNvSpPr/>
              <p:nvPr/>
            </p:nvSpPr>
            <p:spPr>
              <a:xfrm>
                <a:off x="4145987" y="970812"/>
                <a:ext cx="251355" cy="288884"/>
              </a:xfrm>
              <a:custGeom>
                <a:avLst/>
                <a:gdLst/>
                <a:ahLst/>
                <a:cxnLst/>
                <a:rect l="l" t="t" r="r" b="b"/>
                <a:pathLst>
                  <a:path w="7240" h="8321" extrusionOk="0">
                    <a:moveTo>
                      <a:pt x="4704" y="0"/>
                    </a:moveTo>
                    <a:lnTo>
                      <a:pt x="4704" y="0"/>
                    </a:lnTo>
                    <a:cubicBezTo>
                      <a:pt x="4771" y="267"/>
                      <a:pt x="6138" y="6738"/>
                      <a:pt x="1" y="7872"/>
                    </a:cubicBezTo>
                    <a:cubicBezTo>
                      <a:pt x="627" y="8170"/>
                      <a:pt x="1305" y="8320"/>
                      <a:pt x="1986" y="8320"/>
                    </a:cubicBezTo>
                    <a:cubicBezTo>
                      <a:pt x="2756" y="8320"/>
                      <a:pt x="3529" y="8128"/>
                      <a:pt x="4237" y="7739"/>
                    </a:cubicBezTo>
                    <a:cubicBezTo>
                      <a:pt x="6439" y="6505"/>
                      <a:pt x="7239" y="3703"/>
                      <a:pt x="6005" y="1468"/>
                    </a:cubicBezTo>
                    <a:cubicBezTo>
                      <a:pt x="5705" y="901"/>
                      <a:pt x="5271" y="400"/>
                      <a:pt x="47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8"/>
              <p:cNvSpPr/>
              <p:nvPr/>
            </p:nvSpPr>
            <p:spPr>
              <a:xfrm>
                <a:off x="3013397" y="1605413"/>
                <a:ext cx="251320" cy="288502"/>
              </a:xfrm>
              <a:custGeom>
                <a:avLst/>
                <a:gdLst/>
                <a:ahLst/>
                <a:cxnLst/>
                <a:rect l="l" t="t" r="r" b="b"/>
                <a:pathLst>
                  <a:path w="7239" h="8310" extrusionOk="0">
                    <a:moveTo>
                      <a:pt x="4704" y="1"/>
                    </a:moveTo>
                    <a:cubicBezTo>
                      <a:pt x="4771" y="268"/>
                      <a:pt x="6138" y="6739"/>
                      <a:pt x="0" y="7873"/>
                    </a:cubicBezTo>
                    <a:cubicBezTo>
                      <a:pt x="618" y="8166"/>
                      <a:pt x="1292" y="8310"/>
                      <a:pt x="1967" y="8310"/>
                    </a:cubicBezTo>
                    <a:cubicBezTo>
                      <a:pt x="2752" y="8310"/>
                      <a:pt x="3538" y="8116"/>
                      <a:pt x="4237" y="7740"/>
                    </a:cubicBezTo>
                    <a:cubicBezTo>
                      <a:pt x="6438" y="6506"/>
                      <a:pt x="7239" y="3704"/>
                      <a:pt x="6005" y="1469"/>
                    </a:cubicBezTo>
                    <a:cubicBezTo>
                      <a:pt x="5705" y="868"/>
                      <a:pt x="5238" y="368"/>
                      <a:pt x="4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18"/>
              <p:cNvSpPr/>
              <p:nvPr/>
            </p:nvSpPr>
            <p:spPr>
              <a:xfrm>
                <a:off x="3879634" y="1753657"/>
                <a:ext cx="194592" cy="196918"/>
              </a:xfrm>
              <a:custGeom>
                <a:avLst/>
                <a:gdLst/>
                <a:ahLst/>
                <a:cxnLst/>
                <a:rect l="l" t="t" r="r" b="b"/>
                <a:pathLst>
                  <a:path w="5605" h="5672" extrusionOk="0">
                    <a:moveTo>
                      <a:pt x="4204" y="1"/>
                    </a:moveTo>
                    <a:cubicBezTo>
                      <a:pt x="4204" y="1"/>
                      <a:pt x="4470" y="4804"/>
                      <a:pt x="1" y="5204"/>
                    </a:cubicBezTo>
                    <a:cubicBezTo>
                      <a:pt x="532" y="5513"/>
                      <a:pt x="1125" y="5672"/>
                      <a:pt x="1721" y="5672"/>
                    </a:cubicBezTo>
                    <a:cubicBezTo>
                      <a:pt x="2285" y="5672"/>
                      <a:pt x="2851" y="5530"/>
                      <a:pt x="3370" y="5238"/>
                    </a:cubicBezTo>
                    <a:cubicBezTo>
                      <a:pt x="5004" y="4337"/>
                      <a:pt x="5605" y="2269"/>
                      <a:pt x="4671" y="634"/>
                    </a:cubicBezTo>
                    <a:cubicBezTo>
                      <a:pt x="4571" y="401"/>
                      <a:pt x="4404" y="167"/>
                      <a:pt x="42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8"/>
              <p:cNvSpPr/>
              <p:nvPr/>
            </p:nvSpPr>
            <p:spPr>
              <a:xfrm>
                <a:off x="3418724" y="885094"/>
                <a:ext cx="194592" cy="197647"/>
              </a:xfrm>
              <a:custGeom>
                <a:avLst/>
                <a:gdLst/>
                <a:ahLst/>
                <a:cxnLst/>
                <a:rect l="l" t="t" r="r" b="b"/>
                <a:pathLst>
                  <a:path w="5605" h="5693" extrusionOk="0">
                    <a:moveTo>
                      <a:pt x="4237" y="1"/>
                    </a:moveTo>
                    <a:cubicBezTo>
                      <a:pt x="4237" y="1"/>
                      <a:pt x="4504" y="4837"/>
                      <a:pt x="0" y="5238"/>
                    </a:cubicBezTo>
                    <a:cubicBezTo>
                      <a:pt x="525" y="5542"/>
                      <a:pt x="1118" y="5692"/>
                      <a:pt x="1714" y="5692"/>
                    </a:cubicBezTo>
                    <a:cubicBezTo>
                      <a:pt x="2294" y="5692"/>
                      <a:pt x="2877" y="5551"/>
                      <a:pt x="3403" y="5271"/>
                    </a:cubicBezTo>
                    <a:cubicBezTo>
                      <a:pt x="5004" y="4337"/>
                      <a:pt x="5604" y="2269"/>
                      <a:pt x="4670" y="634"/>
                    </a:cubicBezTo>
                    <a:cubicBezTo>
                      <a:pt x="4570" y="401"/>
                      <a:pt x="4404" y="201"/>
                      <a:pt x="42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27" name="Google Shape;627;p18"/>
          <p:cNvGrpSpPr/>
          <p:nvPr/>
        </p:nvGrpSpPr>
        <p:grpSpPr>
          <a:xfrm>
            <a:off x="875568" y="70483"/>
            <a:ext cx="8737831" cy="5648283"/>
            <a:chOff x="875568" y="70483"/>
            <a:chExt cx="8737831" cy="5648283"/>
          </a:xfrm>
        </p:grpSpPr>
        <p:grpSp>
          <p:nvGrpSpPr>
            <p:cNvPr id="628" name="Google Shape;628;p18"/>
            <p:cNvGrpSpPr/>
            <p:nvPr/>
          </p:nvGrpSpPr>
          <p:grpSpPr>
            <a:xfrm rot="3994993" flipH="1">
              <a:off x="8082889" y="3156265"/>
              <a:ext cx="1635758" cy="844761"/>
              <a:chOff x="596274" y="343048"/>
              <a:chExt cx="1635826" cy="844796"/>
            </a:xfrm>
          </p:grpSpPr>
          <p:sp>
            <p:nvSpPr>
              <p:cNvPr id="629" name="Google Shape;629;p18"/>
              <p:cNvSpPr/>
              <p:nvPr/>
            </p:nvSpPr>
            <p:spPr>
              <a:xfrm>
                <a:off x="596274" y="1020316"/>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18"/>
              <p:cNvSpPr/>
              <p:nvPr/>
            </p:nvSpPr>
            <p:spPr>
              <a:xfrm>
                <a:off x="2155163" y="343048"/>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8"/>
              <p:cNvSpPr/>
              <p:nvPr/>
            </p:nvSpPr>
            <p:spPr>
              <a:xfrm>
                <a:off x="839216" y="1070134"/>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2" name="Google Shape;632;p18"/>
            <p:cNvGrpSpPr/>
            <p:nvPr/>
          </p:nvGrpSpPr>
          <p:grpSpPr>
            <a:xfrm flipH="1">
              <a:off x="875568" y="70483"/>
              <a:ext cx="1736292" cy="308495"/>
              <a:chOff x="884340" y="164158"/>
              <a:chExt cx="1736292" cy="308495"/>
            </a:xfrm>
          </p:grpSpPr>
          <p:sp>
            <p:nvSpPr>
              <p:cNvPr id="633" name="Google Shape;633;p18"/>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8"/>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8"/>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6" name="Google Shape;636;p18"/>
            <p:cNvGrpSpPr/>
            <p:nvPr/>
          </p:nvGrpSpPr>
          <p:grpSpPr>
            <a:xfrm rot="-3994993">
              <a:off x="5132662" y="3945783"/>
              <a:ext cx="915074" cy="1936614"/>
              <a:chOff x="757054" y="1199812"/>
              <a:chExt cx="915112" cy="1936695"/>
            </a:xfrm>
          </p:grpSpPr>
          <p:sp>
            <p:nvSpPr>
              <p:cNvPr id="637" name="Google Shape;637;p18"/>
              <p:cNvSpPr/>
              <p:nvPr/>
            </p:nvSpPr>
            <p:spPr>
              <a:xfrm>
                <a:off x="757054" y="1199812"/>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8"/>
              <p:cNvSpPr/>
              <p:nvPr/>
            </p:nvSpPr>
            <p:spPr>
              <a:xfrm>
                <a:off x="1595229" y="3076829"/>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18"/>
              <p:cNvSpPr/>
              <p:nvPr/>
            </p:nvSpPr>
            <p:spPr>
              <a:xfrm>
                <a:off x="1020923" y="1489696"/>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40" name="Google Shape;640;p18"/>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641" name="Google Shape;641;p18"/>
          <p:cNvSpPr txBox="1">
            <a:spLocks noGrp="1"/>
          </p:cNvSpPr>
          <p:nvPr>
            <p:ph type="subTitle" idx="1"/>
          </p:nvPr>
        </p:nvSpPr>
        <p:spPr>
          <a:xfrm flipH="1">
            <a:off x="2748362" y="2604505"/>
            <a:ext cx="1704600" cy="43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2" name="Google Shape;642;p18"/>
          <p:cNvSpPr txBox="1">
            <a:spLocks noGrp="1"/>
          </p:cNvSpPr>
          <p:nvPr>
            <p:ph type="subTitle" idx="2"/>
          </p:nvPr>
        </p:nvSpPr>
        <p:spPr>
          <a:xfrm flipH="1">
            <a:off x="2748362" y="2961755"/>
            <a:ext cx="17046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3" name="Google Shape;643;p18"/>
          <p:cNvSpPr txBox="1">
            <a:spLocks noGrp="1"/>
          </p:cNvSpPr>
          <p:nvPr>
            <p:ph type="subTitle" idx="3"/>
          </p:nvPr>
        </p:nvSpPr>
        <p:spPr>
          <a:xfrm flipH="1">
            <a:off x="805685" y="2604505"/>
            <a:ext cx="1704600" cy="43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4" name="Google Shape;644;p18"/>
          <p:cNvSpPr txBox="1">
            <a:spLocks noGrp="1"/>
          </p:cNvSpPr>
          <p:nvPr>
            <p:ph type="subTitle" idx="4"/>
          </p:nvPr>
        </p:nvSpPr>
        <p:spPr>
          <a:xfrm flipH="1">
            <a:off x="805685" y="2961755"/>
            <a:ext cx="17046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5" name="Google Shape;645;p18"/>
          <p:cNvSpPr txBox="1">
            <a:spLocks noGrp="1"/>
          </p:cNvSpPr>
          <p:nvPr>
            <p:ph type="subTitle" idx="5"/>
          </p:nvPr>
        </p:nvSpPr>
        <p:spPr>
          <a:xfrm>
            <a:off x="4691039" y="2604505"/>
            <a:ext cx="1704600" cy="43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6" name="Google Shape;646;p18"/>
          <p:cNvSpPr txBox="1">
            <a:spLocks noGrp="1"/>
          </p:cNvSpPr>
          <p:nvPr>
            <p:ph type="subTitle" idx="6"/>
          </p:nvPr>
        </p:nvSpPr>
        <p:spPr>
          <a:xfrm>
            <a:off x="4691039" y="2961755"/>
            <a:ext cx="17046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7" name="Google Shape;647;p18"/>
          <p:cNvSpPr txBox="1">
            <a:spLocks noGrp="1"/>
          </p:cNvSpPr>
          <p:nvPr>
            <p:ph type="subTitle" idx="7"/>
          </p:nvPr>
        </p:nvSpPr>
        <p:spPr>
          <a:xfrm>
            <a:off x="6633715" y="2604505"/>
            <a:ext cx="1704600" cy="43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8" name="Google Shape;648;p18"/>
          <p:cNvSpPr txBox="1">
            <a:spLocks noGrp="1"/>
          </p:cNvSpPr>
          <p:nvPr>
            <p:ph type="subTitle" idx="8"/>
          </p:nvPr>
        </p:nvSpPr>
        <p:spPr>
          <a:xfrm>
            <a:off x="6633715" y="2961755"/>
            <a:ext cx="17046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six columns">
  <p:cSld name="TITLE_AND_TWO_COLUMNS_1_2_1_1">
    <p:spTree>
      <p:nvGrpSpPr>
        <p:cNvPr id="1" name="Shape 649"/>
        <p:cNvGrpSpPr/>
        <p:nvPr/>
      </p:nvGrpSpPr>
      <p:grpSpPr>
        <a:xfrm>
          <a:off x="0" y="0"/>
          <a:ext cx="0" cy="0"/>
          <a:chOff x="0" y="0"/>
          <a:chExt cx="0" cy="0"/>
        </a:xfrm>
      </p:grpSpPr>
      <p:grpSp>
        <p:nvGrpSpPr>
          <p:cNvPr id="650" name="Google Shape;650;p19"/>
          <p:cNvGrpSpPr/>
          <p:nvPr/>
        </p:nvGrpSpPr>
        <p:grpSpPr>
          <a:xfrm>
            <a:off x="-18" y="0"/>
            <a:ext cx="5937217" cy="3309325"/>
            <a:chOff x="-18" y="0"/>
            <a:chExt cx="5937217" cy="3309325"/>
          </a:xfrm>
        </p:grpSpPr>
        <p:sp>
          <p:nvSpPr>
            <p:cNvPr id="651" name="Google Shape;651;p19"/>
            <p:cNvSpPr/>
            <p:nvPr/>
          </p:nvSpPr>
          <p:spPr>
            <a:xfrm rot="-5400000">
              <a:off x="4802987" y="-230987"/>
              <a:ext cx="903225" cy="1365199"/>
            </a:xfrm>
            <a:custGeom>
              <a:avLst/>
              <a:gdLst/>
              <a:ahLst/>
              <a:cxnLst/>
              <a:rect l="l" t="t" r="r" b="b"/>
              <a:pathLst>
                <a:path w="21096" h="31886" extrusionOk="0">
                  <a:moveTo>
                    <a:pt x="21095" y="1"/>
                  </a:moveTo>
                  <a:cubicBezTo>
                    <a:pt x="1" y="16840"/>
                    <a:pt x="21095" y="31886"/>
                    <a:pt x="21095" y="31886"/>
                  </a:cubicBezTo>
                  <a:lnTo>
                    <a:pt x="210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9"/>
            <p:cNvSpPr/>
            <p:nvPr/>
          </p:nvSpPr>
          <p:spPr>
            <a:xfrm rot="10800000">
              <a:off x="-18" y="1609964"/>
              <a:ext cx="963642" cy="1699361"/>
            </a:xfrm>
            <a:custGeom>
              <a:avLst/>
              <a:gdLst/>
              <a:ahLst/>
              <a:cxnLst/>
              <a:rect l="l" t="t" r="r" b="b"/>
              <a:pathLst>
                <a:path w="21855" h="38543" extrusionOk="0">
                  <a:moveTo>
                    <a:pt x="21855" y="1"/>
                  </a:moveTo>
                  <a:cubicBezTo>
                    <a:pt x="0" y="21825"/>
                    <a:pt x="21855" y="38543"/>
                    <a:pt x="21855" y="38543"/>
                  </a:cubicBezTo>
                  <a:lnTo>
                    <a:pt x="21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3" name="Google Shape;653;p19"/>
          <p:cNvGrpSpPr/>
          <p:nvPr/>
        </p:nvGrpSpPr>
        <p:grpSpPr>
          <a:xfrm>
            <a:off x="-319301" y="1022830"/>
            <a:ext cx="9608609" cy="3686483"/>
            <a:chOff x="-319301" y="1022830"/>
            <a:chExt cx="9608609" cy="3686483"/>
          </a:xfrm>
        </p:grpSpPr>
        <p:grpSp>
          <p:nvGrpSpPr>
            <p:cNvPr id="654" name="Google Shape;654;p19"/>
            <p:cNvGrpSpPr/>
            <p:nvPr/>
          </p:nvGrpSpPr>
          <p:grpSpPr>
            <a:xfrm rot="-671328">
              <a:off x="8416934" y="3486999"/>
              <a:ext cx="767229" cy="1158890"/>
              <a:chOff x="7754225" y="1474150"/>
              <a:chExt cx="641150" cy="968450"/>
            </a:xfrm>
          </p:grpSpPr>
          <p:sp>
            <p:nvSpPr>
              <p:cNvPr id="655" name="Google Shape;655;p19"/>
              <p:cNvSpPr/>
              <p:nvPr/>
            </p:nvSpPr>
            <p:spPr>
              <a:xfrm>
                <a:off x="8162025" y="1959225"/>
                <a:ext cx="45875" cy="122625"/>
              </a:xfrm>
              <a:custGeom>
                <a:avLst/>
                <a:gdLst/>
                <a:ahLst/>
                <a:cxnLst/>
                <a:rect l="l" t="t" r="r" b="b"/>
                <a:pathLst>
                  <a:path w="1835" h="4905" extrusionOk="0">
                    <a:moveTo>
                      <a:pt x="0" y="1"/>
                    </a:moveTo>
                    <a:lnTo>
                      <a:pt x="1835" y="4904"/>
                    </a:lnTo>
                  </a:path>
                </a:pathLst>
              </a:custGeom>
              <a:solidFill>
                <a:srgbClr val="6D6E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9"/>
              <p:cNvSpPr/>
              <p:nvPr/>
            </p:nvSpPr>
            <p:spPr>
              <a:xfrm>
                <a:off x="8138675" y="1950900"/>
                <a:ext cx="92575" cy="139275"/>
              </a:xfrm>
              <a:custGeom>
                <a:avLst/>
                <a:gdLst/>
                <a:ahLst/>
                <a:cxnLst/>
                <a:rect l="l" t="t" r="r" b="b"/>
                <a:pathLst>
                  <a:path w="3703" h="5571" extrusionOk="0">
                    <a:moveTo>
                      <a:pt x="1835" y="0"/>
                    </a:moveTo>
                    <a:lnTo>
                      <a:pt x="1068" y="300"/>
                    </a:lnTo>
                    <a:lnTo>
                      <a:pt x="0" y="701"/>
                    </a:lnTo>
                    <a:lnTo>
                      <a:pt x="1301" y="4070"/>
                    </a:lnTo>
                    <a:lnTo>
                      <a:pt x="1868" y="5571"/>
                    </a:lnTo>
                    <a:lnTo>
                      <a:pt x="2769" y="5237"/>
                    </a:lnTo>
                    <a:lnTo>
                      <a:pt x="3703" y="4870"/>
                    </a:lnTo>
                    <a:lnTo>
                      <a:pt x="3136" y="3369"/>
                    </a:lnTo>
                    <a:lnTo>
                      <a:pt x="18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9"/>
              <p:cNvSpPr/>
              <p:nvPr/>
            </p:nvSpPr>
            <p:spPr>
              <a:xfrm>
                <a:off x="8142825" y="2033775"/>
                <a:ext cx="248550" cy="408825"/>
              </a:xfrm>
              <a:custGeom>
                <a:avLst/>
                <a:gdLst/>
                <a:ahLst/>
                <a:cxnLst/>
                <a:rect l="l" t="t" r="r" b="b"/>
                <a:pathLst>
                  <a:path w="9942" h="16353" extrusionOk="0">
                    <a:moveTo>
                      <a:pt x="3492" y="1"/>
                    </a:moveTo>
                    <a:cubicBezTo>
                      <a:pt x="3330" y="1"/>
                      <a:pt x="3165" y="29"/>
                      <a:pt x="3003" y="87"/>
                    </a:cubicBezTo>
                    <a:lnTo>
                      <a:pt x="2970" y="87"/>
                    </a:lnTo>
                    <a:lnTo>
                      <a:pt x="2369" y="321"/>
                    </a:lnTo>
                    <a:lnTo>
                      <a:pt x="2036" y="421"/>
                    </a:lnTo>
                    <a:lnTo>
                      <a:pt x="1135" y="788"/>
                    </a:lnTo>
                    <a:lnTo>
                      <a:pt x="1102" y="788"/>
                    </a:lnTo>
                    <a:cubicBezTo>
                      <a:pt x="368" y="1055"/>
                      <a:pt x="1" y="1889"/>
                      <a:pt x="301" y="2623"/>
                    </a:cubicBezTo>
                    <a:lnTo>
                      <a:pt x="5138" y="15432"/>
                    </a:lnTo>
                    <a:cubicBezTo>
                      <a:pt x="5346" y="16004"/>
                      <a:pt x="5898" y="16353"/>
                      <a:pt x="6479" y="16353"/>
                    </a:cubicBezTo>
                    <a:cubicBezTo>
                      <a:pt x="6644" y="16353"/>
                      <a:pt x="6811" y="16325"/>
                      <a:pt x="6973" y="16266"/>
                    </a:cubicBezTo>
                    <a:lnTo>
                      <a:pt x="7940" y="15899"/>
                    </a:lnTo>
                    <a:lnTo>
                      <a:pt x="8207" y="15799"/>
                    </a:lnTo>
                    <a:lnTo>
                      <a:pt x="8874" y="15565"/>
                    </a:lnTo>
                    <a:cubicBezTo>
                      <a:pt x="9608" y="15265"/>
                      <a:pt x="9941" y="14431"/>
                      <a:pt x="9674" y="13731"/>
                    </a:cubicBezTo>
                    <a:lnTo>
                      <a:pt x="4804" y="921"/>
                    </a:lnTo>
                    <a:cubicBezTo>
                      <a:pt x="4596" y="350"/>
                      <a:pt x="4064" y="1"/>
                      <a:pt x="34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9"/>
              <p:cNvSpPr/>
              <p:nvPr/>
            </p:nvSpPr>
            <p:spPr>
              <a:xfrm>
                <a:off x="7831925" y="1523875"/>
                <a:ext cx="475225" cy="430650"/>
              </a:xfrm>
              <a:custGeom>
                <a:avLst/>
                <a:gdLst/>
                <a:ahLst/>
                <a:cxnLst/>
                <a:rect l="l" t="t" r="r" b="b"/>
                <a:pathLst>
                  <a:path w="19009" h="17226" extrusionOk="0">
                    <a:moveTo>
                      <a:pt x="9815" y="0"/>
                    </a:moveTo>
                    <a:cubicBezTo>
                      <a:pt x="4198" y="0"/>
                      <a:pt x="0" y="5397"/>
                      <a:pt x="1562" y="10977"/>
                    </a:cubicBezTo>
                    <a:cubicBezTo>
                      <a:pt x="1629" y="11210"/>
                      <a:pt x="1696" y="11444"/>
                      <a:pt x="1796" y="11677"/>
                    </a:cubicBezTo>
                    <a:cubicBezTo>
                      <a:pt x="2296" y="13011"/>
                      <a:pt x="3130" y="14179"/>
                      <a:pt x="4231" y="15113"/>
                    </a:cubicBezTo>
                    <a:cubicBezTo>
                      <a:pt x="4331" y="15213"/>
                      <a:pt x="4431" y="15313"/>
                      <a:pt x="4565" y="15413"/>
                    </a:cubicBezTo>
                    <a:cubicBezTo>
                      <a:pt x="5165" y="15880"/>
                      <a:pt x="5832" y="16280"/>
                      <a:pt x="6533" y="16547"/>
                    </a:cubicBezTo>
                    <a:cubicBezTo>
                      <a:pt x="7540" y="16992"/>
                      <a:pt x="8626" y="17226"/>
                      <a:pt x="9721" y="17226"/>
                    </a:cubicBezTo>
                    <a:cubicBezTo>
                      <a:pt x="9859" y="17226"/>
                      <a:pt x="9997" y="17222"/>
                      <a:pt x="10135" y="17214"/>
                    </a:cubicBezTo>
                    <a:cubicBezTo>
                      <a:pt x="11103" y="17214"/>
                      <a:pt x="12037" y="17014"/>
                      <a:pt x="12904" y="16681"/>
                    </a:cubicBezTo>
                    <a:cubicBezTo>
                      <a:pt x="16740" y="15213"/>
                      <a:pt x="19008" y="11310"/>
                      <a:pt x="18374" y="7274"/>
                    </a:cubicBezTo>
                    <a:cubicBezTo>
                      <a:pt x="18341" y="6974"/>
                      <a:pt x="18274" y="6640"/>
                      <a:pt x="18174" y="6373"/>
                    </a:cubicBezTo>
                    <a:cubicBezTo>
                      <a:pt x="18108" y="6073"/>
                      <a:pt x="18008" y="5806"/>
                      <a:pt x="17907" y="5539"/>
                    </a:cubicBezTo>
                    <a:cubicBezTo>
                      <a:pt x="17707" y="5006"/>
                      <a:pt x="17440" y="4472"/>
                      <a:pt x="17107" y="3972"/>
                    </a:cubicBezTo>
                    <a:lnTo>
                      <a:pt x="17040" y="3838"/>
                    </a:lnTo>
                    <a:cubicBezTo>
                      <a:pt x="16540" y="3071"/>
                      <a:pt x="15906" y="2404"/>
                      <a:pt x="15206" y="1837"/>
                    </a:cubicBezTo>
                    <a:lnTo>
                      <a:pt x="15139" y="1803"/>
                    </a:lnTo>
                    <a:cubicBezTo>
                      <a:pt x="13838" y="769"/>
                      <a:pt x="12270" y="169"/>
                      <a:pt x="10602" y="35"/>
                    </a:cubicBezTo>
                    <a:cubicBezTo>
                      <a:pt x="10337" y="12"/>
                      <a:pt x="10074" y="0"/>
                      <a:pt x="98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9"/>
              <p:cNvSpPr/>
              <p:nvPr/>
            </p:nvSpPr>
            <p:spPr>
              <a:xfrm>
                <a:off x="8165350" y="1950900"/>
                <a:ext cx="226025" cy="480350"/>
              </a:xfrm>
              <a:custGeom>
                <a:avLst/>
                <a:gdLst/>
                <a:ahLst/>
                <a:cxnLst/>
                <a:rect l="l" t="t" r="r" b="b"/>
                <a:pathLst>
                  <a:path w="9041" h="19214" extrusionOk="0">
                    <a:moveTo>
                      <a:pt x="768" y="0"/>
                    </a:moveTo>
                    <a:lnTo>
                      <a:pt x="1" y="267"/>
                    </a:lnTo>
                    <a:lnTo>
                      <a:pt x="67" y="934"/>
                    </a:lnTo>
                    <a:lnTo>
                      <a:pt x="1135" y="3736"/>
                    </a:lnTo>
                    <a:lnTo>
                      <a:pt x="1702" y="5237"/>
                    </a:lnTo>
                    <a:lnTo>
                      <a:pt x="7039" y="19214"/>
                    </a:lnTo>
                    <a:lnTo>
                      <a:pt x="7306" y="19114"/>
                    </a:lnTo>
                    <a:lnTo>
                      <a:pt x="7973" y="18880"/>
                    </a:lnTo>
                    <a:cubicBezTo>
                      <a:pt x="8707" y="18580"/>
                      <a:pt x="9040" y="17746"/>
                      <a:pt x="8773" y="17046"/>
                    </a:cubicBezTo>
                    <a:lnTo>
                      <a:pt x="3903" y="4236"/>
                    </a:lnTo>
                    <a:cubicBezTo>
                      <a:pt x="3693" y="3657"/>
                      <a:pt x="3150" y="3286"/>
                      <a:pt x="2570" y="3286"/>
                    </a:cubicBezTo>
                    <a:cubicBezTo>
                      <a:pt x="2415" y="3286"/>
                      <a:pt x="2257" y="3313"/>
                      <a:pt x="2102" y="3369"/>
                    </a:cubicBezTo>
                    <a:lnTo>
                      <a:pt x="2069" y="3369"/>
                    </a:lnTo>
                    <a:lnTo>
                      <a:pt x="768" y="0"/>
                    </a:lnTo>
                    <a:close/>
                  </a:path>
                </a:pathLst>
              </a:custGeom>
              <a:solidFill>
                <a:srgbClr val="002F57">
                  <a:alpha val="13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9"/>
              <p:cNvSpPr/>
              <p:nvPr/>
            </p:nvSpPr>
            <p:spPr>
              <a:xfrm>
                <a:off x="7754225" y="1474150"/>
                <a:ext cx="641150" cy="530375"/>
              </a:xfrm>
              <a:custGeom>
                <a:avLst/>
                <a:gdLst/>
                <a:ahLst/>
                <a:cxnLst/>
                <a:rect l="l" t="t" r="r" b="b"/>
                <a:pathLst>
                  <a:path w="25646" h="21215" extrusionOk="0">
                    <a:moveTo>
                      <a:pt x="12930" y="1934"/>
                    </a:moveTo>
                    <a:cubicBezTo>
                      <a:pt x="14099" y="1934"/>
                      <a:pt x="15310" y="2181"/>
                      <a:pt x="16512" y="2725"/>
                    </a:cubicBezTo>
                    <a:cubicBezTo>
                      <a:pt x="23517" y="5861"/>
                      <a:pt x="23217" y="15934"/>
                      <a:pt x="16012" y="18670"/>
                    </a:cubicBezTo>
                    <a:cubicBezTo>
                      <a:pt x="15015" y="19044"/>
                      <a:pt x="13991" y="19222"/>
                      <a:pt x="12984" y="19222"/>
                    </a:cubicBezTo>
                    <a:cubicBezTo>
                      <a:pt x="9507" y="19222"/>
                      <a:pt x="6223" y="17106"/>
                      <a:pt x="4904" y="13666"/>
                    </a:cubicBezTo>
                    <a:cubicBezTo>
                      <a:pt x="2638" y="7697"/>
                      <a:pt x="7286" y="1934"/>
                      <a:pt x="12930" y="1934"/>
                    </a:cubicBezTo>
                    <a:close/>
                    <a:moveTo>
                      <a:pt x="12965" y="1"/>
                    </a:moveTo>
                    <a:cubicBezTo>
                      <a:pt x="11715" y="1"/>
                      <a:pt x="10444" y="223"/>
                      <a:pt x="9207" y="690"/>
                    </a:cubicBezTo>
                    <a:cubicBezTo>
                      <a:pt x="401" y="4026"/>
                      <a:pt x="0" y="16368"/>
                      <a:pt x="8607" y="20238"/>
                    </a:cubicBezTo>
                    <a:cubicBezTo>
                      <a:pt x="10088" y="20909"/>
                      <a:pt x="11581" y="21214"/>
                      <a:pt x="13020" y="21214"/>
                    </a:cubicBezTo>
                    <a:cubicBezTo>
                      <a:pt x="19947" y="21214"/>
                      <a:pt x="25645" y="14152"/>
                      <a:pt x="22883" y="6861"/>
                    </a:cubicBezTo>
                    <a:cubicBezTo>
                      <a:pt x="21283" y="2602"/>
                      <a:pt x="17245" y="1"/>
                      <a:pt x="129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1" name="Google Shape;661;p19"/>
            <p:cNvGrpSpPr/>
            <p:nvPr/>
          </p:nvGrpSpPr>
          <p:grpSpPr>
            <a:xfrm rot="5650587">
              <a:off x="-233029" y="1007511"/>
              <a:ext cx="958328" cy="1063903"/>
              <a:chOff x="7346251" y="563301"/>
              <a:chExt cx="1165163" cy="1293524"/>
            </a:xfrm>
          </p:grpSpPr>
          <p:sp>
            <p:nvSpPr>
              <p:cNvPr id="662" name="Google Shape;662;p19"/>
              <p:cNvSpPr/>
              <p:nvPr/>
            </p:nvSpPr>
            <p:spPr>
              <a:xfrm rot="1693449">
                <a:off x="7551679" y="1144858"/>
                <a:ext cx="928371" cy="366040"/>
              </a:xfrm>
              <a:custGeom>
                <a:avLst/>
                <a:gdLst/>
                <a:ahLst/>
                <a:cxnLst/>
                <a:rect l="l" t="t" r="r" b="b"/>
                <a:pathLst>
                  <a:path w="22281" h="8785" extrusionOk="0">
                    <a:moveTo>
                      <a:pt x="11156" y="1"/>
                    </a:moveTo>
                    <a:lnTo>
                      <a:pt x="0" y="8147"/>
                    </a:lnTo>
                    <a:lnTo>
                      <a:pt x="456" y="8785"/>
                    </a:lnTo>
                    <a:lnTo>
                      <a:pt x="11156" y="943"/>
                    </a:lnTo>
                    <a:lnTo>
                      <a:pt x="21824" y="8785"/>
                    </a:lnTo>
                    <a:lnTo>
                      <a:pt x="22280" y="8147"/>
                    </a:lnTo>
                    <a:lnTo>
                      <a:pt x="111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9"/>
              <p:cNvSpPr/>
              <p:nvPr/>
            </p:nvSpPr>
            <p:spPr>
              <a:xfrm rot="1693449">
                <a:off x="8193466" y="722377"/>
                <a:ext cx="31708" cy="490164"/>
              </a:xfrm>
              <a:custGeom>
                <a:avLst/>
                <a:gdLst/>
                <a:ahLst/>
                <a:cxnLst/>
                <a:rect l="l" t="t" r="r" b="b"/>
                <a:pathLst>
                  <a:path w="761" h="11764" extrusionOk="0">
                    <a:moveTo>
                      <a:pt x="0" y="1"/>
                    </a:moveTo>
                    <a:lnTo>
                      <a:pt x="0" y="11764"/>
                    </a:lnTo>
                    <a:lnTo>
                      <a:pt x="760" y="11764"/>
                    </a:lnTo>
                    <a:lnTo>
                      <a:pt x="7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9"/>
              <p:cNvSpPr/>
              <p:nvPr/>
            </p:nvSpPr>
            <p:spPr>
              <a:xfrm rot="1693449">
                <a:off x="7387886" y="1133150"/>
                <a:ext cx="271332" cy="244291"/>
              </a:xfrm>
              <a:custGeom>
                <a:avLst/>
                <a:gdLst/>
                <a:ahLst/>
                <a:cxnLst/>
                <a:rect l="l" t="t" r="r" b="b"/>
                <a:pathLst>
                  <a:path w="6512" h="5863" extrusionOk="0">
                    <a:moveTo>
                      <a:pt x="3613" y="0"/>
                    </a:moveTo>
                    <a:cubicBezTo>
                      <a:pt x="1736" y="0"/>
                      <a:pt x="1" y="1909"/>
                      <a:pt x="888" y="4061"/>
                    </a:cubicBezTo>
                    <a:cubicBezTo>
                      <a:pt x="1399" y="5299"/>
                      <a:pt x="2472" y="5862"/>
                      <a:pt x="3545" y="5862"/>
                    </a:cubicBezTo>
                    <a:cubicBezTo>
                      <a:pt x="5028" y="5862"/>
                      <a:pt x="6511" y="4788"/>
                      <a:pt x="6511" y="2937"/>
                    </a:cubicBezTo>
                    <a:cubicBezTo>
                      <a:pt x="6511" y="2177"/>
                      <a:pt x="6208" y="1417"/>
                      <a:pt x="5630" y="870"/>
                    </a:cubicBezTo>
                    <a:cubicBezTo>
                      <a:pt x="5022" y="262"/>
                      <a:pt x="4308" y="0"/>
                      <a:pt x="3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19"/>
              <p:cNvSpPr/>
              <p:nvPr/>
            </p:nvSpPr>
            <p:spPr>
              <a:xfrm rot="1693449">
                <a:off x="7389301" y="1127882"/>
                <a:ext cx="256582" cy="217124"/>
              </a:xfrm>
              <a:custGeom>
                <a:avLst/>
                <a:gdLst/>
                <a:ahLst/>
                <a:cxnLst/>
                <a:rect l="l" t="t" r="r" b="b"/>
                <a:pathLst>
                  <a:path w="6158" h="5211" extrusionOk="0">
                    <a:moveTo>
                      <a:pt x="3793" y="0"/>
                    </a:moveTo>
                    <a:cubicBezTo>
                      <a:pt x="1804" y="0"/>
                      <a:pt x="1" y="2153"/>
                      <a:pt x="1173" y="4340"/>
                    </a:cubicBezTo>
                    <a:cubicBezTo>
                      <a:pt x="1775" y="4942"/>
                      <a:pt x="2512" y="5211"/>
                      <a:pt x="3232" y="5211"/>
                    </a:cubicBezTo>
                    <a:cubicBezTo>
                      <a:pt x="4730" y="5211"/>
                      <a:pt x="6158" y="4048"/>
                      <a:pt x="6158" y="2303"/>
                    </a:cubicBezTo>
                    <a:cubicBezTo>
                      <a:pt x="6158" y="1787"/>
                      <a:pt x="6036" y="1331"/>
                      <a:pt x="5823" y="875"/>
                    </a:cubicBezTo>
                    <a:cubicBezTo>
                      <a:pt x="5203" y="262"/>
                      <a:pt x="4487" y="0"/>
                      <a:pt x="37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19"/>
              <p:cNvSpPr/>
              <p:nvPr/>
            </p:nvSpPr>
            <p:spPr>
              <a:xfrm rot="1693449">
                <a:off x="8170413" y="620910"/>
                <a:ext cx="279374" cy="243749"/>
              </a:xfrm>
              <a:custGeom>
                <a:avLst/>
                <a:gdLst/>
                <a:ahLst/>
                <a:cxnLst/>
                <a:rect l="l" t="t" r="r" b="b"/>
                <a:pathLst>
                  <a:path w="6705" h="5850" extrusionOk="0">
                    <a:moveTo>
                      <a:pt x="3764" y="1"/>
                    </a:moveTo>
                    <a:cubicBezTo>
                      <a:pt x="1641" y="1"/>
                      <a:pt x="0" y="2426"/>
                      <a:pt x="1325" y="4489"/>
                    </a:cubicBezTo>
                    <a:cubicBezTo>
                      <a:pt x="1916" y="5428"/>
                      <a:pt x="2835" y="5850"/>
                      <a:pt x="3748" y="5850"/>
                    </a:cubicBezTo>
                    <a:cubicBezTo>
                      <a:pt x="5226" y="5850"/>
                      <a:pt x="6686" y="4743"/>
                      <a:pt x="6705" y="2939"/>
                    </a:cubicBezTo>
                    <a:cubicBezTo>
                      <a:pt x="6705" y="1814"/>
                      <a:pt x="6036" y="780"/>
                      <a:pt x="5033" y="294"/>
                    </a:cubicBezTo>
                    <a:cubicBezTo>
                      <a:pt x="4604" y="92"/>
                      <a:pt x="4175" y="1"/>
                      <a:pt x="37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19"/>
              <p:cNvSpPr/>
              <p:nvPr/>
            </p:nvSpPr>
            <p:spPr>
              <a:xfrm rot="1693449">
                <a:off x="8165574" y="611565"/>
                <a:ext cx="260165" cy="222957"/>
              </a:xfrm>
              <a:custGeom>
                <a:avLst/>
                <a:gdLst/>
                <a:ahLst/>
                <a:cxnLst/>
                <a:rect l="l" t="t" r="r" b="b"/>
                <a:pathLst>
                  <a:path w="6244" h="5351" extrusionOk="0">
                    <a:moveTo>
                      <a:pt x="4023" y="1"/>
                    </a:moveTo>
                    <a:cubicBezTo>
                      <a:pt x="1646" y="1"/>
                      <a:pt x="1" y="3100"/>
                      <a:pt x="2049" y="5070"/>
                    </a:cubicBezTo>
                    <a:cubicBezTo>
                      <a:pt x="2458" y="5262"/>
                      <a:pt x="2881" y="5350"/>
                      <a:pt x="3293" y="5350"/>
                    </a:cubicBezTo>
                    <a:cubicBezTo>
                      <a:pt x="4841" y="5350"/>
                      <a:pt x="6244" y="4106"/>
                      <a:pt x="6244" y="2426"/>
                    </a:cubicBezTo>
                    <a:cubicBezTo>
                      <a:pt x="6244" y="1605"/>
                      <a:pt x="5909" y="845"/>
                      <a:pt x="5301" y="298"/>
                    </a:cubicBezTo>
                    <a:cubicBezTo>
                      <a:pt x="4864" y="93"/>
                      <a:pt x="4433" y="1"/>
                      <a:pt x="40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19"/>
              <p:cNvSpPr/>
              <p:nvPr/>
            </p:nvSpPr>
            <p:spPr>
              <a:xfrm rot="1693449">
                <a:off x="7894832" y="992986"/>
                <a:ext cx="393915" cy="386790"/>
              </a:xfrm>
              <a:custGeom>
                <a:avLst/>
                <a:gdLst/>
                <a:ahLst/>
                <a:cxnLst/>
                <a:rect l="l" t="t" r="r" b="b"/>
                <a:pathLst>
                  <a:path w="9454" h="9283" extrusionOk="0">
                    <a:moveTo>
                      <a:pt x="4743" y="0"/>
                    </a:moveTo>
                    <a:cubicBezTo>
                      <a:pt x="2189" y="0"/>
                      <a:pt x="92" y="2006"/>
                      <a:pt x="31" y="4560"/>
                    </a:cubicBezTo>
                    <a:cubicBezTo>
                      <a:pt x="1" y="5228"/>
                      <a:pt x="153" y="5897"/>
                      <a:pt x="426" y="6505"/>
                    </a:cubicBezTo>
                    <a:cubicBezTo>
                      <a:pt x="1200" y="8233"/>
                      <a:pt x="2915" y="9282"/>
                      <a:pt x="4735" y="9282"/>
                    </a:cubicBezTo>
                    <a:cubicBezTo>
                      <a:pt x="5060" y="9282"/>
                      <a:pt x="5388" y="9249"/>
                      <a:pt x="5715" y="9180"/>
                    </a:cubicBezTo>
                    <a:cubicBezTo>
                      <a:pt x="7904" y="8724"/>
                      <a:pt x="9454" y="6778"/>
                      <a:pt x="9454" y="4560"/>
                    </a:cubicBezTo>
                    <a:cubicBezTo>
                      <a:pt x="9363" y="2006"/>
                      <a:pt x="7296" y="0"/>
                      <a:pt x="47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19"/>
              <p:cNvSpPr/>
              <p:nvPr/>
            </p:nvSpPr>
            <p:spPr>
              <a:xfrm rot="1693449">
                <a:off x="7909513" y="982757"/>
                <a:ext cx="362248" cy="344582"/>
              </a:xfrm>
              <a:custGeom>
                <a:avLst/>
                <a:gdLst/>
                <a:ahLst/>
                <a:cxnLst/>
                <a:rect l="l" t="t" r="r" b="b"/>
                <a:pathLst>
                  <a:path w="8694" h="8270" extrusionOk="0">
                    <a:moveTo>
                      <a:pt x="4764" y="1"/>
                    </a:moveTo>
                    <a:cubicBezTo>
                      <a:pt x="2345" y="1"/>
                      <a:pt x="11" y="1856"/>
                      <a:pt x="31" y="4703"/>
                    </a:cubicBezTo>
                    <a:cubicBezTo>
                      <a:pt x="1" y="5371"/>
                      <a:pt x="153" y="6040"/>
                      <a:pt x="426" y="6648"/>
                    </a:cubicBezTo>
                    <a:cubicBezTo>
                      <a:pt x="1413" y="7769"/>
                      <a:pt x="2690" y="8270"/>
                      <a:pt x="3944" y="8270"/>
                    </a:cubicBezTo>
                    <a:cubicBezTo>
                      <a:pt x="6362" y="8270"/>
                      <a:pt x="8694" y="6409"/>
                      <a:pt x="8694" y="3548"/>
                    </a:cubicBezTo>
                    <a:cubicBezTo>
                      <a:pt x="8694" y="2879"/>
                      <a:pt x="8542" y="2210"/>
                      <a:pt x="8268" y="1602"/>
                    </a:cubicBezTo>
                    <a:cubicBezTo>
                      <a:pt x="7285" y="495"/>
                      <a:pt x="6013" y="1"/>
                      <a:pt x="47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19"/>
              <p:cNvSpPr/>
              <p:nvPr/>
            </p:nvSpPr>
            <p:spPr>
              <a:xfrm rot="1693449">
                <a:off x="8173447" y="1561299"/>
                <a:ext cx="287540" cy="241916"/>
              </a:xfrm>
              <a:custGeom>
                <a:avLst/>
                <a:gdLst/>
                <a:ahLst/>
                <a:cxnLst/>
                <a:rect l="l" t="t" r="r" b="b"/>
                <a:pathLst>
                  <a:path w="6901" h="5806" extrusionOk="0">
                    <a:moveTo>
                      <a:pt x="3983" y="0"/>
                    </a:moveTo>
                    <a:cubicBezTo>
                      <a:pt x="1186" y="0"/>
                      <a:pt x="1" y="3526"/>
                      <a:pt x="2220" y="5228"/>
                    </a:cubicBezTo>
                    <a:cubicBezTo>
                      <a:pt x="2706" y="5623"/>
                      <a:pt x="3344" y="5806"/>
                      <a:pt x="3983" y="5806"/>
                    </a:cubicBezTo>
                    <a:cubicBezTo>
                      <a:pt x="5594" y="5806"/>
                      <a:pt x="6901" y="4499"/>
                      <a:pt x="6901" y="2888"/>
                    </a:cubicBezTo>
                    <a:cubicBezTo>
                      <a:pt x="6870" y="1733"/>
                      <a:pt x="6202" y="669"/>
                      <a:pt x="5107" y="213"/>
                    </a:cubicBezTo>
                    <a:cubicBezTo>
                      <a:pt x="4743" y="61"/>
                      <a:pt x="4378" y="0"/>
                      <a:pt x="39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19"/>
              <p:cNvSpPr/>
              <p:nvPr/>
            </p:nvSpPr>
            <p:spPr>
              <a:xfrm rot="1693449">
                <a:off x="8178624" y="1555917"/>
                <a:ext cx="260957" cy="226707"/>
              </a:xfrm>
              <a:custGeom>
                <a:avLst/>
                <a:gdLst/>
                <a:ahLst/>
                <a:cxnLst/>
                <a:rect l="l" t="t" r="r" b="b"/>
                <a:pathLst>
                  <a:path w="6263" h="5441" extrusionOk="0">
                    <a:moveTo>
                      <a:pt x="3983" y="0"/>
                    </a:moveTo>
                    <a:cubicBezTo>
                      <a:pt x="1186" y="0"/>
                      <a:pt x="1" y="3526"/>
                      <a:pt x="2220" y="5228"/>
                    </a:cubicBezTo>
                    <a:cubicBezTo>
                      <a:pt x="2584" y="5380"/>
                      <a:pt x="2949" y="5441"/>
                      <a:pt x="3344" y="5441"/>
                    </a:cubicBezTo>
                    <a:cubicBezTo>
                      <a:pt x="4955" y="5441"/>
                      <a:pt x="6262" y="4134"/>
                      <a:pt x="6262" y="2553"/>
                    </a:cubicBezTo>
                    <a:cubicBezTo>
                      <a:pt x="6262" y="1611"/>
                      <a:pt x="5837" y="760"/>
                      <a:pt x="5107" y="213"/>
                    </a:cubicBezTo>
                    <a:cubicBezTo>
                      <a:pt x="4743" y="61"/>
                      <a:pt x="4378" y="0"/>
                      <a:pt x="39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72" name="Google Shape;672;p19"/>
          <p:cNvGrpSpPr/>
          <p:nvPr/>
        </p:nvGrpSpPr>
        <p:grpSpPr>
          <a:xfrm>
            <a:off x="87719" y="659293"/>
            <a:ext cx="8998010" cy="4946067"/>
            <a:chOff x="87719" y="659293"/>
            <a:chExt cx="8998010" cy="4946067"/>
          </a:xfrm>
        </p:grpSpPr>
        <p:grpSp>
          <p:nvGrpSpPr>
            <p:cNvPr id="673" name="Google Shape;673;p19"/>
            <p:cNvGrpSpPr/>
            <p:nvPr/>
          </p:nvGrpSpPr>
          <p:grpSpPr>
            <a:xfrm rot="9394993" flipH="1">
              <a:off x="3262551" y="4470348"/>
              <a:ext cx="1635758" cy="844761"/>
              <a:chOff x="596274" y="343048"/>
              <a:chExt cx="1635826" cy="844796"/>
            </a:xfrm>
          </p:grpSpPr>
          <p:sp>
            <p:nvSpPr>
              <p:cNvPr id="674" name="Google Shape;674;p19"/>
              <p:cNvSpPr/>
              <p:nvPr/>
            </p:nvSpPr>
            <p:spPr>
              <a:xfrm>
                <a:off x="596274" y="1020316"/>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19"/>
              <p:cNvSpPr/>
              <p:nvPr/>
            </p:nvSpPr>
            <p:spPr>
              <a:xfrm>
                <a:off x="2155163" y="343048"/>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19"/>
              <p:cNvSpPr/>
              <p:nvPr/>
            </p:nvSpPr>
            <p:spPr>
              <a:xfrm>
                <a:off x="839216" y="1070134"/>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7" name="Google Shape;677;p19"/>
            <p:cNvGrpSpPr/>
            <p:nvPr/>
          </p:nvGrpSpPr>
          <p:grpSpPr>
            <a:xfrm rot="5400000">
              <a:off x="8063335" y="1373191"/>
              <a:ext cx="1736292" cy="308495"/>
              <a:chOff x="884340" y="164158"/>
              <a:chExt cx="1736292" cy="308495"/>
            </a:xfrm>
          </p:grpSpPr>
          <p:sp>
            <p:nvSpPr>
              <p:cNvPr id="678" name="Google Shape;678;p19"/>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9"/>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9"/>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1" name="Google Shape;681;p19"/>
            <p:cNvGrpSpPr/>
            <p:nvPr/>
          </p:nvGrpSpPr>
          <p:grpSpPr>
            <a:xfrm rot="5705005" flipH="1">
              <a:off x="-372558" y="2716378"/>
              <a:ext cx="1428180" cy="382586"/>
              <a:chOff x="1515612" y="941908"/>
              <a:chExt cx="1428276" cy="382612"/>
            </a:xfrm>
          </p:grpSpPr>
          <p:sp>
            <p:nvSpPr>
              <p:cNvPr id="682" name="Google Shape;682;p19"/>
              <p:cNvSpPr/>
              <p:nvPr/>
            </p:nvSpPr>
            <p:spPr>
              <a:xfrm>
                <a:off x="1824264" y="976541"/>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9"/>
              <p:cNvSpPr/>
              <p:nvPr/>
            </p:nvSpPr>
            <p:spPr>
              <a:xfrm>
                <a:off x="2866951" y="941908"/>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19"/>
              <p:cNvSpPr/>
              <p:nvPr/>
            </p:nvSpPr>
            <p:spPr>
              <a:xfrm>
                <a:off x="1515612" y="1206810"/>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85" name="Google Shape;685;p19"/>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686" name="Google Shape;686;p19"/>
          <p:cNvSpPr txBox="1">
            <a:spLocks noGrp="1"/>
          </p:cNvSpPr>
          <p:nvPr>
            <p:ph type="subTitle" idx="1"/>
          </p:nvPr>
        </p:nvSpPr>
        <p:spPr>
          <a:xfrm>
            <a:off x="880062" y="1375275"/>
            <a:ext cx="3605400" cy="43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87" name="Google Shape;687;p19"/>
          <p:cNvSpPr txBox="1">
            <a:spLocks noGrp="1"/>
          </p:cNvSpPr>
          <p:nvPr>
            <p:ph type="subTitle" idx="2"/>
          </p:nvPr>
        </p:nvSpPr>
        <p:spPr>
          <a:xfrm>
            <a:off x="880073" y="1732525"/>
            <a:ext cx="3605400" cy="433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88" name="Google Shape;688;p19"/>
          <p:cNvSpPr txBox="1">
            <a:spLocks noGrp="1"/>
          </p:cNvSpPr>
          <p:nvPr>
            <p:ph type="subTitle" idx="3"/>
          </p:nvPr>
        </p:nvSpPr>
        <p:spPr>
          <a:xfrm>
            <a:off x="4658538" y="1375275"/>
            <a:ext cx="3605400" cy="43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89" name="Google Shape;689;p19"/>
          <p:cNvSpPr txBox="1">
            <a:spLocks noGrp="1"/>
          </p:cNvSpPr>
          <p:nvPr>
            <p:ph type="subTitle" idx="4"/>
          </p:nvPr>
        </p:nvSpPr>
        <p:spPr>
          <a:xfrm>
            <a:off x="4658549" y="1732525"/>
            <a:ext cx="3605400" cy="433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0" name="Google Shape;690;p19"/>
          <p:cNvSpPr txBox="1">
            <a:spLocks noGrp="1"/>
          </p:cNvSpPr>
          <p:nvPr>
            <p:ph type="subTitle" idx="5"/>
          </p:nvPr>
        </p:nvSpPr>
        <p:spPr>
          <a:xfrm>
            <a:off x="880075" y="2516874"/>
            <a:ext cx="3605400" cy="43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1" name="Google Shape;691;p19"/>
          <p:cNvSpPr txBox="1">
            <a:spLocks noGrp="1"/>
          </p:cNvSpPr>
          <p:nvPr>
            <p:ph type="subTitle" idx="6"/>
          </p:nvPr>
        </p:nvSpPr>
        <p:spPr>
          <a:xfrm>
            <a:off x="880073" y="2874125"/>
            <a:ext cx="3605400" cy="43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2" name="Google Shape;692;p19"/>
          <p:cNvSpPr txBox="1">
            <a:spLocks noGrp="1"/>
          </p:cNvSpPr>
          <p:nvPr>
            <p:ph type="subTitle" idx="7"/>
          </p:nvPr>
        </p:nvSpPr>
        <p:spPr>
          <a:xfrm>
            <a:off x="4658552" y="2516874"/>
            <a:ext cx="3605400" cy="43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3" name="Google Shape;693;p19"/>
          <p:cNvSpPr txBox="1">
            <a:spLocks noGrp="1"/>
          </p:cNvSpPr>
          <p:nvPr>
            <p:ph type="subTitle" idx="8"/>
          </p:nvPr>
        </p:nvSpPr>
        <p:spPr>
          <a:xfrm>
            <a:off x="4658548" y="2874125"/>
            <a:ext cx="3605400" cy="43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4" name="Google Shape;694;p19"/>
          <p:cNvSpPr txBox="1">
            <a:spLocks noGrp="1"/>
          </p:cNvSpPr>
          <p:nvPr>
            <p:ph type="subTitle" idx="9"/>
          </p:nvPr>
        </p:nvSpPr>
        <p:spPr>
          <a:xfrm>
            <a:off x="880048" y="3658474"/>
            <a:ext cx="3605400" cy="43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5" name="Google Shape;695;p19"/>
          <p:cNvSpPr txBox="1">
            <a:spLocks noGrp="1"/>
          </p:cNvSpPr>
          <p:nvPr>
            <p:ph type="subTitle" idx="13"/>
          </p:nvPr>
        </p:nvSpPr>
        <p:spPr>
          <a:xfrm>
            <a:off x="880048" y="4015725"/>
            <a:ext cx="3605400" cy="433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6" name="Google Shape;696;p19"/>
          <p:cNvSpPr txBox="1">
            <a:spLocks noGrp="1"/>
          </p:cNvSpPr>
          <p:nvPr>
            <p:ph type="subTitle" idx="14"/>
          </p:nvPr>
        </p:nvSpPr>
        <p:spPr>
          <a:xfrm>
            <a:off x="4658525" y="3658474"/>
            <a:ext cx="3605400" cy="43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7" name="Google Shape;697;p19"/>
          <p:cNvSpPr txBox="1">
            <a:spLocks noGrp="1"/>
          </p:cNvSpPr>
          <p:nvPr>
            <p:ph type="subTitle" idx="15"/>
          </p:nvPr>
        </p:nvSpPr>
        <p:spPr>
          <a:xfrm>
            <a:off x="4658523" y="4015725"/>
            <a:ext cx="3605400" cy="433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CUSTOM_1">
    <p:spTree>
      <p:nvGrpSpPr>
        <p:cNvPr id="1" name="Shape 698"/>
        <p:cNvGrpSpPr/>
        <p:nvPr/>
      </p:nvGrpSpPr>
      <p:grpSpPr>
        <a:xfrm>
          <a:off x="0" y="0"/>
          <a:ext cx="0" cy="0"/>
          <a:chOff x="0" y="0"/>
          <a:chExt cx="0" cy="0"/>
        </a:xfrm>
      </p:grpSpPr>
      <p:grpSp>
        <p:nvGrpSpPr>
          <p:cNvPr id="699" name="Google Shape;699;p20"/>
          <p:cNvGrpSpPr/>
          <p:nvPr/>
        </p:nvGrpSpPr>
        <p:grpSpPr>
          <a:xfrm>
            <a:off x="0" y="369262"/>
            <a:ext cx="9447367" cy="5523553"/>
            <a:chOff x="0" y="369262"/>
            <a:chExt cx="9447367" cy="5523553"/>
          </a:xfrm>
        </p:grpSpPr>
        <p:grpSp>
          <p:nvGrpSpPr>
            <p:cNvPr id="700" name="Google Shape;700;p20"/>
            <p:cNvGrpSpPr/>
            <p:nvPr/>
          </p:nvGrpSpPr>
          <p:grpSpPr>
            <a:xfrm rot="10800000">
              <a:off x="5331657" y="2413669"/>
              <a:ext cx="4115710" cy="3479146"/>
              <a:chOff x="0" y="3879600"/>
              <a:chExt cx="4115710" cy="3479146"/>
            </a:xfrm>
          </p:grpSpPr>
          <p:sp>
            <p:nvSpPr>
              <p:cNvPr id="701" name="Google Shape;701;p20"/>
              <p:cNvSpPr/>
              <p:nvPr/>
            </p:nvSpPr>
            <p:spPr>
              <a:xfrm flipH="1">
                <a:off x="0" y="3879605"/>
                <a:ext cx="4115710" cy="3479140"/>
              </a:xfrm>
              <a:custGeom>
                <a:avLst/>
                <a:gdLst/>
                <a:ahLst/>
                <a:cxnLst/>
                <a:rect l="l" t="t" r="r" b="b"/>
                <a:pathLst>
                  <a:path w="84594" h="71510" extrusionOk="0">
                    <a:moveTo>
                      <a:pt x="23458" y="1"/>
                    </a:moveTo>
                    <a:cubicBezTo>
                      <a:pt x="20912" y="1"/>
                      <a:pt x="18397" y="632"/>
                      <a:pt x="15912" y="2164"/>
                    </a:cubicBezTo>
                    <a:cubicBezTo>
                      <a:pt x="0" y="11937"/>
                      <a:pt x="20448" y="43326"/>
                      <a:pt x="28487" y="52733"/>
                    </a:cubicBezTo>
                    <a:cubicBezTo>
                      <a:pt x="40102" y="66299"/>
                      <a:pt x="51571" y="71510"/>
                      <a:pt x="62024" y="71510"/>
                    </a:cubicBezTo>
                    <a:cubicBezTo>
                      <a:pt x="70336" y="71510"/>
                      <a:pt x="78005" y="68216"/>
                      <a:pt x="84594" y="63207"/>
                    </a:cubicBezTo>
                    <a:lnTo>
                      <a:pt x="84594" y="6967"/>
                    </a:lnTo>
                    <a:cubicBezTo>
                      <a:pt x="79724" y="8168"/>
                      <a:pt x="74187" y="10336"/>
                      <a:pt x="67815" y="12638"/>
                    </a:cubicBezTo>
                    <a:cubicBezTo>
                      <a:pt x="65657" y="13420"/>
                      <a:pt x="63521" y="13758"/>
                      <a:pt x="61408" y="13758"/>
                    </a:cubicBezTo>
                    <a:cubicBezTo>
                      <a:pt x="47925" y="13758"/>
                      <a:pt x="35349" y="1"/>
                      <a:pt x="2345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0"/>
              <p:cNvSpPr/>
              <p:nvPr/>
            </p:nvSpPr>
            <p:spPr>
              <a:xfrm>
                <a:off x="622325" y="3879600"/>
                <a:ext cx="958424" cy="377422"/>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3" name="Google Shape;703;p20"/>
            <p:cNvGrpSpPr/>
            <p:nvPr/>
          </p:nvGrpSpPr>
          <p:grpSpPr>
            <a:xfrm>
              <a:off x="0" y="369262"/>
              <a:ext cx="4115710" cy="3479146"/>
              <a:chOff x="0" y="3879600"/>
              <a:chExt cx="4115710" cy="3479146"/>
            </a:xfrm>
          </p:grpSpPr>
          <p:sp>
            <p:nvSpPr>
              <p:cNvPr id="704" name="Google Shape;704;p20"/>
              <p:cNvSpPr/>
              <p:nvPr/>
            </p:nvSpPr>
            <p:spPr>
              <a:xfrm flipH="1">
                <a:off x="0" y="3879605"/>
                <a:ext cx="4115710" cy="3479140"/>
              </a:xfrm>
              <a:custGeom>
                <a:avLst/>
                <a:gdLst/>
                <a:ahLst/>
                <a:cxnLst/>
                <a:rect l="l" t="t" r="r" b="b"/>
                <a:pathLst>
                  <a:path w="84594" h="71510" extrusionOk="0">
                    <a:moveTo>
                      <a:pt x="23458" y="1"/>
                    </a:moveTo>
                    <a:cubicBezTo>
                      <a:pt x="20912" y="1"/>
                      <a:pt x="18397" y="632"/>
                      <a:pt x="15912" y="2164"/>
                    </a:cubicBezTo>
                    <a:cubicBezTo>
                      <a:pt x="0" y="11937"/>
                      <a:pt x="20448" y="43326"/>
                      <a:pt x="28487" y="52733"/>
                    </a:cubicBezTo>
                    <a:cubicBezTo>
                      <a:pt x="40102" y="66299"/>
                      <a:pt x="51571" y="71510"/>
                      <a:pt x="62024" y="71510"/>
                    </a:cubicBezTo>
                    <a:cubicBezTo>
                      <a:pt x="70336" y="71510"/>
                      <a:pt x="78005" y="68216"/>
                      <a:pt x="84594" y="63207"/>
                    </a:cubicBezTo>
                    <a:lnTo>
                      <a:pt x="84594" y="6967"/>
                    </a:lnTo>
                    <a:cubicBezTo>
                      <a:pt x="79724" y="8168"/>
                      <a:pt x="74187" y="10336"/>
                      <a:pt x="67815" y="12638"/>
                    </a:cubicBezTo>
                    <a:cubicBezTo>
                      <a:pt x="65657" y="13420"/>
                      <a:pt x="63521" y="13758"/>
                      <a:pt x="61408" y="13758"/>
                    </a:cubicBezTo>
                    <a:cubicBezTo>
                      <a:pt x="47925" y="13758"/>
                      <a:pt x="35349" y="1"/>
                      <a:pt x="2345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0"/>
              <p:cNvSpPr/>
              <p:nvPr/>
            </p:nvSpPr>
            <p:spPr>
              <a:xfrm>
                <a:off x="622325" y="3879600"/>
                <a:ext cx="958424" cy="377422"/>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06" name="Google Shape;706;p20"/>
          <p:cNvGrpSpPr/>
          <p:nvPr/>
        </p:nvGrpSpPr>
        <p:grpSpPr>
          <a:xfrm>
            <a:off x="208613" y="-12"/>
            <a:ext cx="8268378" cy="5138220"/>
            <a:chOff x="208613" y="-12"/>
            <a:chExt cx="8268378" cy="5138220"/>
          </a:xfrm>
        </p:grpSpPr>
        <p:sp>
          <p:nvSpPr>
            <p:cNvPr id="707" name="Google Shape;707;p20"/>
            <p:cNvSpPr/>
            <p:nvPr/>
          </p:nvSpPr>
          <p:spPr>
            <a:xfrm rot="-5400000">
              <a:off x="495540" y="4073381"/>
              <a:ext cx="777899" cy="1351753"/>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0"/>
            <p:cNvSpPr/>
            <p:nvPr/>
          </p:nvSpPr>
          <p:spPr>
            <a:xfrm>
              <a:off x="7398234" y="-12"/>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9" name="Google Shape;709;p20"/>
          <p:cNvGrpSpPr/>
          <p:nvPr/>
        </p:nvGrpSpPr>
        <p:grpSpPr>
          <a:xfrm>
            <a:off x="38103" y="70470"/>
            <a:ext cx="8832132" cy="5526437"/>
            <a:chOff x="38103" y="70470"/>
            <a:chExt cx="8832132" cy="5526437"/>
          </a:xfrm>
        </p:grpSpPr>
        <p:grpSp>
          <p:nvGrpSpPr>
            <p:cNvPr id="710" name="Google Shape;710;p20"/>
            <p:cNvGrpSpPr/>
            <p:nvPr/>
          </p:nvGrpSpPr>
          <p:grpSpPr>
            <a:xfrm rot="-9394993">
              <a:off x="138602" y="4461895"/>
              <a:ext cx="1635758" cy="844761"/>
              <a:chOff x="596274" y="343048"/>
              <a:chExt cx="1635826" cy="844796"/>
            </a:xfrm>
          </p:grpSpPr>
          <p:sp>
            <p:nvSpPr>
              <p:cNvPr id="711" name="Google Shape;711;p20"/>
              <p:cNvSpPr/>
              <p:nvPr/>
            </p:nvSpPr>
            <p:spPr>
              <a:xfrm>
                <a:off x="596274" y="1020316"/>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0"/>
              <p:cNvSpPr/>
              <p:nvPr/>
            </p:nvSpPr>
            <p:spPr>
              <a:xfrm>
                <a:off x="2155163" y="343048"/>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0"/>
              <p:cNvSpPr/>
              <p:nvPr/>
            </p:nvSpPr>
            <p:spPr>
              <a:xfrm>
                <a:off x="839216" y="1070134"/>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4" name="Google Shape;714;p20"/>
            <p:cNvSpPr/>
            <p:nvPr/>
          </p:nvSpPr>
          <p:spPr>
            <a:xfrm>
              <a:off x="465877" y="21392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5" name="Google Shape;715;p20"/>
            <p:cNvGrpSpPr/>
            <p:nvPr/>
          </p:nvGrpSpPr>
          <p:grpSpPr>
            <a:xfrm>
              <a:off x="231915" y="2571758"/>
              <a:ext cx="430624" cy="228581"/>
              <a:chOff x="282590" y="1255658"/>
              <a:chExt cx="430624" cy="228581"/>
            </a:xfrm>
          </p:grpSpPr>
          <p:sp>
            <p:nvSpPr>
              <p:cNvPr id="716" name="Google Shape;716;p20"/>
              <p:cNvSpPr/>
              <p:nvPr/>
            </p:nvSpPr>
            <p:spPr>
              <a:xfrm>
                <a:off x="634725" y="1424608"/>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0"/>
              <p:cNvSpPr/>
              <p:nvPr/>
            </p:nvSpPr>
            <p:spPr>
              <a:xfrm>
                <a:off x="282590" y="12556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 name="Google Shape;718;p20"/>
            <p:cNvGrpSpPr/>
            <p:nvPr/>
          </p:nvGrpSpPr>
          <p:grpSpPr>
            <a:xfrm rot="1708616">
              <a:off x="8411152" y="3043800"/>
              <a:ext cx="430619" cy="228578"/>
              <a:chOff x="282590" y="1255658"/>
              <a:chExt cx="430624" cy="228581"/>
            </a:xfrm>
          </p:grpSpPr>
          <p:sp>
            <p:nvSpPr>
              <p:cNvPr id="719" name="Google Shape;719;p20"/>
              <p:cNvSpPr/>
              <p:nvPr/>
            </p:nvSpPr>
            <p:spPr>
              <a:xfrm>
                <a:off x="634725" y="1424608"/>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0"/>
              <p:cNvSpPr/>
              <p:nvPr/>
            </p:nvSpPr>
            <p:spPr>
              <a:xfrm>
                <a:off x="282590" y="12556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1" name="Google Shape;721;p20"/>
            <p:cNvGrpSpPr/>
            <p:nvPr/>
          </p:nvGrpSpPr>
          <p:grpSpPr>
            <a:xfrm rot="9355270">
              <a:off x="7972248" y="4682528"/>
              <a:ext cx="430631" cy="228585"/>
              <a:chOff x="282590" y="1255658"/>
              <a:chExt cx="430624" cy="228581"/>
            </a:xfrm>
          </p:grpSpPr>
          <p:sp>
            <p:nvSpPr>
              <p:cNvPr id="722" name="Google Shape;722;p20"/>
              <p:cNvSpPr/>
              <p:nvPr/>
            </p:nvSpPr>
            <p:spPr>
              <a:xfrm>
                <a:off x="634725" y="1424608"/>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0"/>
              <p:cNvSpPr/>
              <p:nvPr/>
            </p:nvSpPr>
            <p:spPr>
              <a:xfrm>
                <a:off x="282590" y="12556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4" name="Google Shape;724;p20"/>
            <p:cNvGrpSpPr/>
            <p:nvPr/>
          </p:nvGrpSpPr>
          <p:grpSpPr>
            <a:xfrm>
              <a:off x="7133944" y="70470"/>
              <a:ext cx="1736292" cy="308495"/>
              <a:chOff x="884340" y="164158"/>
              <a:chExt cx="1736292" cy="308495"/>
            </a:xfrm>
          </p:grpSpPr>
          <p:sp>
            <p:nvSpPr>
              <p:cNvPr id="725" name="Google Shape;725;p20"/>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0"/>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0"/>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8" name="Google Shape;728;p20"/>
            <p:cNvSpPr/>
            <p:nvPr/>
          </p:nvSpPr>
          <p:spPr>
            <a:xfrm>
              <a:off x="3747602" y="4825420"/>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0"/>
            <p:cNvSpPr/>
            <p:nvPr/>
          </p:nvSpPr>
          <p:spPr>
            <a:xfrm>
              <a:off x="8551152" y="725595"/>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0" name="Google Shape;730;p20"/>
          <p:cNvSpPr txBox="1">
            <a:spLocks noGrp="1"/>
          </p:cNvSpPr>
          <p:nvPr>
            <p:ph type="subTitle" idx="1"/>
          </p:nvPr>
        </p:nvSpPr>
        <p:spPr>
          <a:xfrm>
            <a:off x="1441301" y="3170616"/>
            <a:ext cx="6023700" cy="5106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1" name="Google Shape;731;p20"/>
          <p:cNvSpPr txBox="1">
            <a:spLocks noGrp="1"/>
          </p:cNvSpPr>
          <p:nvPr>
            <p:ph type="subTitle" idx="2"/>
          </p:nvPr>
        </p:nvSpPr>
        <p:spPr>
          <a:xfrm>
            <a:off x="1441301" y="1649641"/>
            <a:ext cx="6023700" cy="1478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sz="2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CUSTOM_2">
    <p:spTree>
      <p:nvGrpSpPr>
        <p:cNvPr id="1" name="Shape 732"/>
        <p:cNvGrpSpPr/>
        <p:nvPr/>
      </p:nvGrpSpPr>
      <p:grpSpPr>
        <a:xfrm>
          <a:off x="0" y="0"/>
          <a:ext cx="0" cy="0"/>
          <a:chOff x="0" y="0"/>
          <a:chExt cx="0" cy="0"/>
        </a:xfrm>
      </p:grpSpPr>
      <p:grpSp>
        <p:nvGrpSpPr>
          <p:cNvPr id="733" name="Google Shape;733;p21"/>
          <p:cNvGrpSpPr/>
          <p:nvPr/>
        </p:nvGrpSpPr>
        <p:grpSpPr>
          <a:xfrm>
            <a:off x="3657600" y="0"/>
            <a:ext cx="2138488" cy="5146649"/>
            <a:chOff x="3657600" y="0"/>
            <a:chExt cx="2138488" cy="5146649"/>
          </a:xfrm>
        </p:grpSpPr>
        <p:sp>
          <p:nvSpPr>
            <p:cNvPr id="734" name="Google Shape;734;p21"/>
            <p:cNvSpPr/>
            <p:nvPr/>
          </p:nvSpPr>
          <p:spPr>
            <a:xfrm rot="-5400000">
              <a:off x="4575773" y="3926334"/>
              <a:ext cx="891490" cy="1549139"/>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1"/>
            <p:cNvSpPr/>
            <p:nvPr/>
          </p:nvSpPr>
          <p:spPr>
            <a:xfrm rot="-5400000">
              <a:off x="3888587" y="-230987"/>
              <a:ext cx="903225" cy="1365199"/>
            </a:xfrm>
            <a:custGeom>
              <a:avLst/>
              <a:gdLst/>
              <a:ahLst/>
              <a:cxnLst/>
              <a:rect l="l" t="t" r="r" b="b"/>
              <a:pathLst>
                <a:path w="21096" h="31886" extrusionOk="0">
                  <a:moveTo>
                    <a:pt x="21095" y="1"/>
                  </a:moveTo>
                  <a:cubicBezTo>
                    <a:pt x="1" y="16840"/>
                    <a:pt x="21095" y="31886"/>
                    <a:pt x="21095" y="31886"/>
                  </a:cubicBezTo>
                  <a:lnTo>
                    <a:pt x="210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 name="Google Shape;736;p21"/>
          <p:cNvGrpSpPr/>
          <p:nvPr/>
        </p:nvGrpSpPr>
        <p:grpSpPr>
          <a:xfrm>
            <a:off x="-18" y="923584"/>
            <a:ext cx="9156229" cy="2385741"/>
            <a:chOff x="-18" y="923584"/>
            <a:chExt cx="9156229" cy="2385741"/>
          </a:xfrm>
        </p:grpSpPr>
        <p:sp>
          <p:nvSpPr>
            <p:cNvPr id="737" name="Google Shape;737;p21"/>
            <p:cNvSpPr/>
            <p:nvPr/>
          </p:nvSpPr>
          <p:spPr>
            <a:xfrm rot="5400000">
              <a:off x="8488607" y="1334736"/>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1"/>
            <p:cNvSpPr/>
            <p:nvPr/>
          </p:nvSpPr>
          <p:spPr>
            <a:xfrm rot="10800000">
              <a:off x="-18" y="1609964"/>
              <a:ext cx="963642" cy="1699361"/>
            </a:xfrm>
            <a:custGeom>
              <a:avLst/>
              <a:gdLst/>
              <a:ahLst/>
              <a:cxnLst/>
              <a:rect l="l" t="t" r="r" b="b"/>
              <a:pathLst>
                <a:path w="21855" h="38543" extrusionOk="0">
                  <a:moveTo>
                    <a:pt x="21855" y="1"/>
                  </a:moveTo>
                  <a:cubicBezTo>
                    <a:pt x="0" y="21825"/>
                    <a:pt x="21855" y="38543"/>
                    <a:pt x="21855" y="38543"/>
                  </a:cubicBezTo>
                  <a:lnTo>
                    <a:pt x="218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9" name="Google Shape;739;p21"/>
          <p:cNvGrpSpPr/>
          <p:nvPr/>
        </p:nvGrpSpPr>
        <p:grpSpPr>
          <a:xfrm>
            <a:off x="40186" y="2902127"/>
            <a:ext cx="9514738" cy="2024813"/>
            <a:chOff x="40186" y="2902127"/>
            <a:chExt cx="9514738" cy="2024813"/>
          </a:xfrm>
        </p:grpSpPr>
        <p:grpSp>
          <p:nvGrpSpPr>
            <p:cNvPr id="740" name="Google Shape;740;p21"/>
            <p:cNvGrpSpPr/>
            <p:nvPr/>
          </p:nvGrpSpPr>
          <p:grpSpPr>
            <a:xfrm>
              <a:off x="40186" y="2902127"/>
              <a:ext cx="770789" cy="1301543"/>
              <a:chOff x="40186" y="2749727"/>
              <a:chExt cx="770789" cy="1301543"/>
            </a:xfrm>
          </p:grpSpPr>
          <p:sp>
            <p:nvSpPr>
              <p:cNvPr id="741" name="Google Shape;741;p21"/>
              <p:cNvSpPr/>
              <p:nvPr/>
            </p:nvSpPr>
            <p:spPr>
              <a:xfrm rot="1049798">
                <a:off x="79219" y="2791253"/>
                <a:ext cx="323865" cy="309499"/>
              </a:xfrm>
              <a:custGeom>
                <a:avLst/>
                <a:gdLst/>
                <a:ahLst/>
                <a:cxnLst/>
                <a:rect l="l" t="t" r="r" b="b"/>
                <a:pathLst>
                  <a:path w="8634" h="8251" extrusionOk="0">
                    <a:moveTo>
                      <a:pt x="2642" y="1"/>
                    </a:moveTo>
                    <a:cubicBezTo>
                      <a:pt x="2369" y="1"/>
                      <a:pt x="2095" y="88"/>
                      <a:pt x="1825" y="287"/>
                    </a:cubicBezTo>
                    <a:lnTo>
                      <a:pt x="1703" y="409"/>
                    </a:lnTo>
                    <a:cubicBezTo>
                      <a:pt x="1" y="1929"/>
                      <a:pt x="3557" y="5211"/>
                      <a:pt x="3922" y="5850"/>
                    </a:cubicBezTo>
                    <a:cubicBezTo>
                      <a:pt x="4287" y="6518"/>
                      <a:pt x="4074" y="7582"/>
                      <a:pt x="4074" y="7582"/>
                    </a:cubicBezTo>
                    <a:lnTo>
                      <a:pt x="4591" y="8251"/>
                    </a:lnTo>
                    <a:lnTo>
                      <a:pt x="8633" y="5272"/>
                    </a:lnTo>
                    <a:lnTo>
                      <a:pt x="8117" y="4603"/>
                    </a:lnTo>
                    <a:cubicBezTo>
                      <a:pt x="7934" y="4573"/>
                      <a:pt x="7752" y="4543"/>
                      <a:pt x="7569" y="4482"/>
                    </a:cubicBezTo>
                    <a:lnTo>
                      <a:pt x="7478" y="4482"/>
                    </a:lnTo>
                    <a:cubicBezTo>
                      <a:pt x="7114" y="4391"/>
                      <a:pt x="6779" y="4208"/>
                      <a:pt x="6506" y="3965"/>
                    </a:cubicBezTo>
                    <a:cubicBezTo>
                      <a:pt x="6060" y="3466"/>
                      <a:pt x="4368" y="1"/>
                      <a:pt x="26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1"/>
              <p:cNvSpPr/>
              <p:nvPr/>
            </p:nvSpPr>
            <p:spPr>
              <a:xfrm rot="1049798">
                <a:off x="78626" y="2800325"/>
                <a:ext cx="285079" cy="281666"/>
              </a:xfrm>
              <a:custGeom>
                <a:avLst/>
                <a:gdLst/>
                <a:ahLst/>
                <a:cxnLst/>
                <a:rect l="l" t="t" r="r" b="b"/>
                <a:pathLst>
                  <a:path w="7600" h="7509" extrusionOk="0">
                    <a:moveTo>
                      <a:pt x="1703" y="1"/>
                    </a:moveTo>
                    <a:lnTo>
                      <a:pt x="1703" y="1"/>
                    </a:lnTo>
                    <a:cubicBezTo>
                      <a:pt x="1" y="1521"/>
                      <a:pt x="3587" y="4773"/>
                      <a:pt x="3952" y="5442"/>
                    </a:cubicBezTo>
                    <a:cubicBezTo>
                      <a:pt x="4317" y="6110"/>
                      <a:pt x="4104" y="7174"/>
                      <a:pt x="4104" y="7174"/>
                    </a:cubicBezTo>
                    <a:lnTo>
                      <a:pt x="4347" y="7508"/>
                    </a:lnTo>
                    <a:cubicBezTo>
                      <a:pt x="5715" y="6232"/>
                      <a:pt x="7599" y="4347"/>
                      <a:pt x="7599" y="4074"/>
                    </a:cubicBezTo>
                    <a:cubicBezTo>
                      <a:pt x="7599" y="4059"/>
                      <a:pt x="7592" y="4051"/>
                      <a:pt x="7577" y="4051"/>
                    </a:cubicBezTo>
                    <a:cubicBezTo>
                      <a:pt x="7561" y="4051"/>
                      <a:pt x="7539" y="4059"/>
                      <a:pt x="7508" y="4074"/>
                    </a:cubicBezTo>
                    <a:cubicBezTo>
                      <a:pt x="7387" y="4104"/>
                      <a:pt x="7265" y="4165"/>
                      <a:pt x="7144" y="4256"/>
                    </a:cubicBezTo>
                    <a:cubicBezTo>
                      <a:pt x="6594" y="4589"/>
                      <a:pt x="6109" y="4729"/>
                      <a:pt x="5673" y="4729"/>
                    </a:cubicBezTo>
                    <a:cubicBezTo>
                      <a:pt x="4399" y="4729"/>
                      <a:pt x="3544" y="3535"/>
                      <a:pt x="2706" y="2493"/>
                    </a:cubicBezTo>
                    <a:cubicBezTo>
                      <a:pt x="1672" y="1186"/>
                      <a:pt x="1703" y="122"/>
                      <a:pt x="1703" y="1"/>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1"/>
              <p:cNvSpPr/>
              <p:nvPr/>
            </p:nvSpPr>
            <p:spPr>
              <a:xfrm rot="1049798">
                <a:off x="139969" y="3118487"/>
                <a:ext cx="575260" cy="725452"/>
              </a:xfrm>
              <a:custGeom>
                <a:avLst/>
                <a:gdLst/>
                <a:ahLst/>
                <a:cxnLst/>
                <a:rect l="l" t="t" r="r" b="b"/>
                <a:pathLst>
                  <a:path w="15336" h="19340" extrusionOk="0">
                    <a:moveTo>
                      <a:pt x="1754" y="0"/>
                    </a:moveTo>
                    <a:cubicBezTo>
                      <a:pt x="848" y="0"/>
                      <a:pt x="1" y="1009"/>
                      <a:pt x="644" y="1986"/>
                    </a:cubicBezTo>
                    <a:lnTo>
                      <a:pt x="644" y="2016"/>
                    </a:lnTo>
                    <a:lnTo>
                      <a:pt x="7240" y="10922"/>
                    </a:lnTo>
                    <a:lnTo>
                      <a:pt x="12012" y="17366"/>
                    </a:lnTo>
                    <a:cubicBezTo>
                      <a:pt x="12134" y="17548"/>
                      <a:pt x="12347" y="17700"/>
                      <a:pt x="12559" y="17791"/>
                    </a:cubicBezTo>
                    <a:cubicBezTo>
                      <a:pt x="12651" y="17822"/>
                      <a:pt x="12772" y="17852"/>
                      <a:pt x="12863" y="17852"/>
                    </a:cubicBezTo>
                    <a:cubicBezTo>
                      <a:pt x="13380" y="18065"/>
                      <a:pt x="13806" y="18399"/>
                      <a:pt x="14140" y="18825"/>
                    </a:cubicBezTo>
                    <a:lnTo>
                      <a:pt x="14383" y="19190"/>
                    </a:lnTo>
                    <a:cubicBezTo>
                      <a:pt x="14480" y="19295"/>
                      <a:pt x="14599" y="19340"/>
                      <a:pt x="14715" y="19340"/>
                    </a:cubicBezTo>
                    <a:cubicBezTo>
                      <a:pt x="15035" y="19340"/>
                      <a:pt x="15336" y="18999"/>
                      <a:pt x="15113" y="18643"/>
                    </a:cubicBezTo>
                    <a:lnTo>
                      <a:pt x="14930" y="18399"/>
                    </a:lnTo>
                    <a:cubicBezTo>
                      <a:pt x="14566" y="17913"/>
                      <a:pt x="14353" y="17336"/>
                      <a:pt x="14322" y="16728"/>
                    </a:cubicBezTo>
                    <a:cubicBezTo>
                      <a:pt x="14322" y="16667"/>
                      <a:pt x="14322" y="16576"/>
                      <a:pt x="14322" y="16484"/>
                    </a:cubicBezTo>
                    <a:cubicBezTo>
                      <a:pt x="14292" y="16241"/>
                      <a:pt x="14201" y="15998"/>
                      <a:pt x="14079" y="15816"/>
                    </a:cubicBezTo>
                    <a:lnTo>
                      <a:pt x="10401" y="10892"/>
                    </a:lnTo>
                    <a:lnTo>
                      <a:pt x="2711" y="466"/>
                    </a:lnTo>
                    <a:cubicBezTo>
                      <a:pt x="2432" y="138"/>
                      <a:pt x="2089" y="0"/>
                      <a:pt x="175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1"/>
              <p:cNvSpPr/>
              <p:nvPr/>
            </p:nvSpPr>
            <p:spPr>
              <a:xfrm>
                <a:off x="497215" y="3909857"/>
                <a:ext cx="161931" cy="141413"/>
              </a:xfrm>
              <a:custGeom>
                <a:avLst/>
                <a:gdLst/>
                <a:ahLst/>
                <a:cxnLst/>
                <a:rect l="l" t="t" r="r" b="b"/>
                <a:pathLst>
                  <a:path w="4317" h="3770" extrusionOk="0">
                    <a:moveTo>
                      <a:pt x="2158" y="1"/>
                    </a:moveTo>
                    <a:cubicBezTo>
                      <a:pt x="0" y="3557"/>
                      <a:pt x="2158" y="3770"/>
                      <a:pt x="2158" y="3770"/>
                    </a:cubicBezTo>
                    <a:cubicBezTo>
                      <a:pt x="2158" y="3770"/>
                      <a:pt x="4317" y="3557"/>
                      <a:pt x="21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1"/>
              <p:cNvSpPr/>
              <p:nvPr/>
            </p:nvSpPr>
            <p:spPr>
              <a:xfrm rot="1049798">
                <a:off x="344374" y="3555077"/>
                <a:ext cx="303684" cy="320339"/>
              </a:xfrm>
              <a:custGeom>
                <a:avLst/>
                <a:gdLst/>
                <a:ahLst/>
                <a:cxnLst/>
                <a:rect l="l" t="t" r="r" b="b"/>
                <a:pathLst>
                  <a:path w="8096" h="8540" extrusionOk="0">
                    <a:moveTo>
                      <a:pt x="2253" y="0"/>
                    </a:moveTo>
                    <a:cubicBezTo>
                      <a:pt x="1953" y="0"/>
                      <a:pt x="1657" y="31"/>
                      <a:pt x="1368" y="92"/>
                    </a:cubicBezTo>
                    <a:cubicBezTo>
                      <a:pt x="1086" y="129"/>
                      <a:pt x="804" y="155"/>
                      <a:pt x="523" y="155"/>
                    </a:cubicBezTo>
                    <a:cubicBezTo>
                      <a:pt x="348" y="155"/>
                      <a:pt x="174" y="145"/>
                      <a:pt x="0" y="122"/>
                    </a:cubicBezTo>
                    <a:lnTo>
                      <a:pt x="0" y="122"/>
                    </a:lnTo>
                    <a:lnTo>
                      <a:pt x="4772" y="6566"/>
                    </a:lnTo>
                    <a:cubicBezTo>
                      <a:pt x="4894" y="6748"/>
                      <a:pt x="5107" y="6900"/>
                      <a:pt x="5319" y="6991"/>
                    </a:cubicBezTo>
                    <a:cubicBezTo>
                      <a:pt x="5411" y="7022"/>
                      <a:pt x="5532" y="7052"/>
                      <a:pt x="5623" y="7052"/>
                    </a:cubicBezTo>
                    <a:cubicBezTo>
                      <a:pt x="6140" y="7265"/>
                      <a:pt x="6566" y="7599"/>
                      <a:pt x="6900" y="8025"/>
                    </a:cubicBezTo>
                    <a:lnTo>
                      <a:pt x="7143" y="8390"/>
                    </a:lnTo>
                    <a:cubicBezTo>
                      <a:pt x="7240" y="8495"/>
                      <a:pt x="7359" y="8540"/>
                      <a:pt x="7475" y="8540"/>
                    </a:cubicBezTo>
                    <a:cubicBezTo>
                      <a:pt x="7795" y="8540"/>
                      <a:pt x="8096" y="8199"/>
                      <a:pt x="7873" y="7843"/>
                    </a:cubicBezTo>
                    <a:lnTo>
                      <a:pt x="7690" y="7599"/>
                    </a:lnTo>
                    <a:cubicBezTo>
                      <a:pt x="7326" y="7113"/>
                      <a:pt x="7113" y="6536"/>
                      <a:pt x="7082" y="5928"/>
                    </a:cubicBezTo>
                    <a:cubicBezTo>
                      <a:pt x="7082" y="5867"/>
                      <a:pt x="7082" y="5776"/>
                      <a:pt x="7082" y="5684"/>
                    </a:cubicBezTo>
                    <a:cubicBezTo>
                      <a:pt x="7052" y="5441"/>
                      <a:pt x="6961" y="5198"/>
                      <a:pt x="6839" y="5016"/>
                    </a:cubicBezTo>
                    <a:lnTo>
                      <a:pt x="3161" y="92"/>
                    </a:lnTo>
                    <a:cubicBezTo>
                      <a:pt x="2857" y="31"/>
                      <a:pt x="2553" y="0"/>
                      <a:pt x="22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1"/>
              <p:cNvSpPr/>
              <p:nvPr/>
            </p:nvSpPr>
            <p:spPr>
              <a:xfrm rot="1049798">
                <a:off x="230994" y="3153913"/>
                <a:ext cx="440147" cy="588576"/>
              </a:xfrm>
              <a:custGeom>
                <a:avLst/>
                <a:gdLst/>
                <a:ahLst/>
                <a:cxnLst/>
                <a:rect l="l" t="t" r="r" b="b"/>
                <a:pathLst>
                  <a:path w="11734" h="15691" extrusionOk="0">
                    <a:moveTo>
                      <a:pt x="253" y="1"/>
                    </a:moveTo>
                    <a:cubicBezTo>
                      <a:pt x="229" y="1"/>
                      <a:pt x="206" y="10"/>
                      <a:pt x="183" y="34"/>
                    </a:cubicBezTo>
                    <a:lnTo>
                      <a:pt x="61" y="125"/>
                    </a:lnTo>
                    <a:cubicBezTo>
                      <a:pt x="1" y="155"/>
                      <a:pt x="1" y="246"/>
                      <a:pt x="31" y="277"/>
                    </a:cubicBezTo>
                    <a:lnTo>
                      <a:pt x="11369" y="15627"/>
                    </a:lnTo>
                    <a:cubicBezTo>
                      <a:pt x="11387" y="15664"/>
                      <a:pt x="11429" y="15690"/>
                      <a:pt x="11466" y="15690"/>
                    </a:cubicBezTo>
                    <a:cubicBezTo>
                      <a:pt x="11489" y="15690"/>
                      <a:pt x="11509" y="15680"/>
                      <a:pt x="11521" y="15657"/>
                    </a:cubicBezTo>
                    <a:lnTo>
                      <a:pt x="11673" y="15566"/>
                    </a:lnTo>
                    <a:cubicBezTo>
                      <a:pt x="11733" y="15535"/>
                      <a:pt x="11733" y="15444"/>
                      <a:pt x="11703" y="15414"/>
                    </a:cubicBezTo>
                    <a:lnTo>
                      <a:pt x="365" y="64"/>
                    </a:lnTo>
                    <a:cubicBezTo>
                      <a:pt x="328" y="27"/>
                      <a:pt x="290" y="1"/>
                      <a:pt x="2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1"/>
              <p:cNvSpPr/>
              <p:nvPr/>
            </p:nvSpPr>
            <p:spPr>
              <a:xfrm rot="1049798">
                <a:off x="150022" y="2946896"/>
                <a:ext cx="288493" cy="256759"/>
              </a:xfrm>
              <a:custGeom>
                <a:avLst/>
                <a:gdLst/>
                <a:ahLst/>
                <a:cxnLst/>
                <a:rect l="l" t="t" r="r" b="b"/>
                <a:pathLst>
                  <a:path w="7691" h="6845" extrusionOk="0">
                    <a:moveTo>
                      <a:pt x="5775" y="0"/>
                    </a:moveTo>
                    <a:cubicBezTo>
                      <a:pt x="5745" y="0"/>
                      <a:pt x="5715" y="2"/>
                      <a:pt x="5684" y="6"/>
                    </a:cubicBezTo>
                    <a:cubicBezTo>
                      <a:pt x="5623" y="6"/>
                      <a:pt x="5563" y="36"/>
                      <a:pt x="5502" y="67"/>
                    </a:cubicBezTo>
                    <a:lnTo>
                      <a:pt x="5411" y="127"/>
                    </a:lnTo>
                    <a:lnTo>
                      <a:pt x="304" y="3897"/>
                    </a:lnTo>
                    <a:lnTo>
                      <a:pt x="213" y="3988"/>
                    </a:lnTo>
                    <a:cubicBezTo>
                      <a:pt x="183" y="4018"/>
                      <a:pt x="122" y="4079"/>
                      <a:pt x="91" y="4140"/>
                    </a:cubicBezTo>
                    <a:cubicBezTo>
                      <a:pt x="0" y="4352"/>
                      <a:pt x="31" y="4596"/>
                      <a:pt x="183" y="4778"/>
                    </a:cubicBezTo>
                    <a:lnTo>
                      <a:pt x="2128" y="6845"/>
                    </a:lnTo>
                    <a:lnTo>
                      <a:pt x="7690" y="2741"/>
                    </a:lnTo>
                    <a:lnTo>
                      <a:pt x="6262" y="249"/>
                    </a:lnTo>
                    <a:cubicBezTo>
                      <a:pt x="6156" y="90"/>
                      <a:pt x="5980" y="0"/>
                      <a:pt x="57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1"/>
              <p:cNvSpPr/>
              <p:nvPr/>
            </p:nvSpPr>
            <p:spPr>
              <a:xfrm rot="1049798">
                <a:off x="373120" y="2979482"/>
                <a:ext cx="69582" cy="115195"/>
              </a:xfrm>
              <a:custGeom>
                <a:avLst/>
                <a:gdLst/>
                <a:ahLst/>
                <a:cxnLst/>
                <a:rect l="l" t="t" r="r" b="b"/>
                <a:pathLst>
                  <a:path w="1855" h="3071" extrusionOk="0">
                    <a:moveTo>
                      <a:pt x="214" y="1"/>
                    </a:moveTo>
                    <a:cubicBezTo>
                      <a:pt x="122" y="1"/>
                      <a:pt x="62" y="31"/>
                      <a:pt x="1" y="31"/>
                    </a:cubicBezTo>
                    <a:lnTo>
                      <a:pt x="1733" y="3071"/>
                    </a:lnTo>
                    <a:lnTo>
                      <a:pt x="1855" y="2949"/>
                    </a:lnTo>
                    <a:lnTo>
                      <a:pt x="2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1"/>
              <p:cNvSpPr/>
              <p:nvPr/>
            </p:nvSpPr>
            <p:spPr>
              <a:xfrm rot="1049798">
                <a:off x="340357" y="2988853"/>
                <a:ext cx="73033" cy="115195"/>
              </a:xfrm>
              <a:custGeom>
                <a:avLst/>
                <a:gdLst/>
                <a:ahLst/>
                <a:cxnLst/>
                <a:rect l="l" t="t" r="r" b="b"/>
                <a:pathLst>
                  <a:path w="1947" h="3071" extrusionOk="0">
                    <a:moveTo>
                      <a:pt x="153" y="0"/>
                    </a:moveTo>
                    <a:lnTo>
                      <a:pt x="1" y="122"/>
                    </a:lnTo>
                    <a:lnTo>
                      <a:pt x="1794" y="3070"/>
                    </a:lnTo>
                    <a:lnTo>
                      <a:pt x="1946" y="2979"/>
                    </a:lnTo>
                    <a:lnTo>
                      <a:pt x="1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1"/>
              <p:cNvSpPr/>
              <p:nvPr/>
            </p:nvSpPr>
            <p:spPr>
              <a:xfrm rot="1049798">
                <a:off x="305851" y="3001153"/>
                <a:ext cx="76446" cy="112906"/>
              </a:xfrm>
              <a:custGeom>
                <a:avLst/>
                <a:gdLst/>
                <a:ahLst/>
                <a:cxnLst/>
                <a:rect l="l" t="t" r="r" b="b"/>
                <a:pathLst>
                  <a:path w="2038" h="3010" extrusionOk="0">
                    <a:moveTo>
                      <a:pt x="153" y="1"/>
                    </a:moveTo>
                    <a:lnTo>
                      <a:pt x="1" y="122"/>
                    </a:lnTo>
                    <a:lnTo>
                      <a:pt x="1916" y="3010"/>
                    </a:lnTo>
                    <a:lnTo>
                      <a:pt x="2037" y="2919"/>
                    </a:lnTo>
                    <a:lnTo>
                      <a:pt x="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1"/>
              <p:cNvSpPr/>
              <p:nvPr/>
            </p:nvSpPr>
            <p:spPr>
              <a:xfrm rot="1049798">
                <a:off x="271477" y="3013684"/>
                <a:ext cx="80985" cy="109493"/>
              </a:xfrm>
              <a:custGeom>
                <a:avLst/>
                <a:gdLst/>
                <a:ahLst/>
                <a:cxnLst/>
                <a:rect l="l" t="t" r="r" b="b"/>
                <a:pathLst>
                  <a:path w="2159" h="2919" extrusionOk="0">
                    <a:moveTo>
                      <a:pt x="152" y="0"/>
                    </a:moveTo>
                    <a:lnTo>
                      <a:pt x="0" y="122"/>
                    </a:lnTo>
                    <a:lnTo>
                      <a:pt x="2006" y="2918"/>
                    </a:lnTo>
                    <a:lnTo>
                      <a:pt x="2158" y="2827"/>
                    </a:lnTo>
                    <a:lnTo>
                      <a:pt x="1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21"/>
              <p:cNvSpPr/>
              <p:nvPr/>
            </p:nvSpPr>
            <p:spPr>
              <a:xfrm rot="1049798">
                <a:off x="238070" y="3026153"/>
                <a:ext cx="83273" cy="107205"/>
              </a:xfrm>
              <a:custGeom>
                <a:avLst/>
                <a:gdLst/>
                <a:ahLst/>
                <a:cxnLst/>
                <a:rect l="l" t="t" r="r" b="b"/>
                <a:pathLst>
                  <a:path w="2220" h="2858" extrusionOk="0">
                    <a:moveTo>
                      <a:pt x="152" y="1"/>
                    </a:moveTo>
                    <a:lnTo>
                      <a:pt x="0" y="122"/>
                    </a:lnTo>
                    <a:lnTo>
                      <a:pt x="2098" y="2858"/>
                    </a:lnTo>
                    <a:lnTo>
                      <a:pt x="2219" y="2767"/>
                    </a:lnTo>
                    <a:lnTo>
                      <a:pt x="1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21"/>
              <p:cNvSpPr/>
              <p:nvPr/>
            </p:nvSpPr>
            <p:spPr>
              <a:xfrm rot="1049798">
                <a:off x="203526" y="3038657"/>
                <a:ext cx="87812" cy="104917"/>
              </a:xfrm>
              <a:custGeom>
                <a:avLst/>
                <a:gdLst/>
                <a:ahLst/>
                <a:cxnLst/>
                <a:rect l="l" t="t" r="r" b="b"/>
                <a:pathLst>
                  <a:path w="2341" h="2797" extrusionOk="0">
                    <a:moveTo>
                      <a:pt x="152" y="0"/>
                    </a:moveTo>
                    <a:lnTo>
                      <a:pt x="0" y="122"/>
                    </a:lnTo>
                    <a:lnTo>
                      <a:pt x="2189" y="2797"/>
                    </a:lnTo>
                    <a:lnTo>
                      <a:pt x="2341" y="2675"/>
                    </a:lnTo>
                    <a:lnTo>
                      <a:pt x="1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1"/>
              <p:cNvSpPr/>
              <p:nvPr/>
            </p:nvSpPr>
            <p:spPr>
              <a:xfrm rot="1049798">
                <a:off x="169152" y="3050978"/>
                <a:ext cx="91263" cy="101503"/>
              </a:xfrm>
              <a:custGeom>
                <a:avLst/>
                <a:gdLst/>
                <a:ahLst/>
                <a:cxnLst/>
                <a:rect l="l" t="t" r="r" b="b"/>
                <a:pathLst>
                  <a:path w="2433" h="2706" extrusionOk="0">
                    <a:moveTo>
                      <a:pt x="153" y="1"/>
                    </a:moveTo>
                    <a:lnTo>
                      <a:pt x="1" y="122"/>
                    </a:lnTo>
                    <a:lnTo>
                      <a:pt x="2311" y="2706"/>
                    </a:lnTo>
                    <a:lnTo>
                      <a:pt x="2432" y="2615"/>
                    </a:lnTo>
                    <a:lnTo>
                      <a:pt x="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1"/>
              <p:cNvSpPr/>
              <p:nvPr/>
            </p:nvSpPr>
            <p:spPr>
              <a:xfrm rot="1049798">
                <a:off x="136844" y="3063826"/>
                <a:ext cx="93514" cy="99215"/>
              </a:xfrm>
              <a:custGeom>
                <a:avLst/>
                <a:gdLst/>
                <a:ahLst/>
                <a:cxnLst/>
                <a:rect l="l" t="t" r="r" b="b"/>
                <a:pathLst>
                  <a:path w="2493" h="2645" extrusionOk="0">
                    <a:moveTo>
                      <a:pt x="122" y="0"/>
                    </a:moveTo>
                    <a:cubicBezTo>
                      <a:pt x="92" y="61"/>
                      <a:pt x="31" y="122"/>
                      <a:pt x="0" y="183"/>
                    </a:cubicBezTo>
                    <a:lnTo>
                      <a:pt x="2371" y="2645"/>
                    </a:lnTo>
                    <a:lnTo>
                      <a:pt x="2493" y="2523"/>
                    </a:lnTo>
                    <a:lnTo>
                      <a:pt x="1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1"/>
              <p:cNvSpPr/>
              <p:nvPr/>
            </p:nvSpPr>
            <p:spPr>
              <a:xfrm rot="1049798">
                <a:off x="199729" y="2813063"/>
                <a:ext cx="110318" cy="97790"/>
              </a:xfrm>
              <a:custGeom>
                <a:avLst/>
                <a:gdLst/>
                <a:ahLst/>
                <a:cxnLst/>
                <a:rect l="l" t="t" r="r" b="b"/>
                <a:pathLst>
                  <a:path w="2941" h="2607" extrusionOk="0">
                    <a:moveTo>
                      <a:pt x="511" y="1"/>
                    </a:moveTo>
                    <a:cubicBezTo>
                      <a:pt x="465" y="1"/>
                      <a:pt x="426" y="15"/>
                      <a:pt x="397" y="47"/>
                    </a:cubicBezTo>
                    <a:cubicBezTo>
                      <a:pt x="1" y="443"/>
                      <a:pt x="1503" y="2606"/>
                      <a:pt x="2276" y="2606"/>
                    </a:cubicBezTo>
                    <a:cubicBezTo>
                      <a:pt x="2333" y="2606"/>
                      <a:pt x="2386" y="2594"/>
                      <a:pt x="2433" y="2569"/>
                    </a:cubicBezTo>
                    <a:cubicBezTo>
                      <a:pt x="2940" y="2316"/>
                      <a:pt x="1099" y="1"/>
                      <a:pt x="5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7" name="Google Shape;757;p21"/>
            <p:cNvGrpSpPr/>
            <p:nvPr/>
          </p:nvGrpSpPr>
          <p:grpSpPr>
            <a:xfrm>
              <a:off x="8308025" y="4116106"/>
              <a:ext cx="1246898" cy="810834"/>
              <a:chOff x="8340025" y="2571750"/>
              <a:chExt cx="1159258" cy="753843"/>
            </a:xfrm>
          </p:grpSpPr>
          <p:sp>
            <p:nvSpPr>
              <p:cNvPr id="758" name="Google Shape;758;p21"/>
              <p:cNvSpPr/>
              <p:nvPr/>
            </p:nvSpPr>
            <p:spPr>
              <a:xfrm>
                <a:off x="8558386" y="2571750"/>
                <a:ext cx="760283" cy="753837"/>
              </a:xfrm>
              <a:custGeom>
                <a:avLst/>
                <a:gdLst/>
                <a:ahLst/>
                <a:cxnLst/>
                <a:rect l="l" t="t" r="r" b="b"/>
                <a:pathLst>
                  <a:path w="22646" h="22454" extrusionOk="0">
                    <a:moveTo>
                      <a:pt x="11268" y="0"/>
                    </a:moveTo>
                    <a:cubicBezTo>
                      <a:pt x="11110" y="0"/>
                      <a:pt x="10951" y="4"/>
                      <a:pt x="10791" y="10"/>
                    </a:cubicBezTo>
                    <a:cubicBezTo>
                      <a:pt x="5776" y="193"/>
                      <a:pt x="1521" y="3688"/>
                      <a:pt x="335" y="8551"/>
                    </a:cubicBezTo>
                    <a:cubicBezTo>
                      <a:pt x="92" y="9494"/>
                      <a:pt x="1" y="10436"/>
                      <a:pt x="1" y="11409"/>
                    </a:cubicBezTo>
                    <a:cubicBezTo>
                      <a:pt x="92" y="17062"/>
                      <a:pt x="4378" y="21774"/>
                      <a:pt x="9971" y="22381"/>
                    </a:cubicBezTo>
                    <a:cubicBezTo>
                      <a:pt x="10399" y="22430"/>
                      <a:pt x="10824" y="22454"/>
                      <a:pt x="11246" y="22454"/>
                    </a:cubicBezTo>
                    <a:cubicBezTo>
                      <a:pt x="16363" y="22454"/>
                      <a:pt x="20893" y="18956"/>
                      <a:pt x="22129" y="13901"/>
                    </a:cubicBezTo>
                    <a:cubicBezTo>
                      <a:pt x="22646" y="11834"/>
                      <a:pt x="22554" y="9706"/>
                      <a:pt x="21886" y="7700"/>
                    </a:cubicBezTo>
                    <a:cubicBezTo>
                      <a:pt x="20385" y="3109"/>
                      <a:pt x="16092" y="0"/>
                      <a:pt x="112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1"/>
              <p:cNvSpPr/>
              <p:nvPr/>
            </p:nvSpPr>
            <p:spPr>
              <a:xfrm>
                <a:off x="8770670" y="2630235"/>
                <a:ext cx="164304" cy="89840"/>
              </a:xfrm>
              <a:custGeom>
                <a:avLst/>
                <a:gdLst/>
                <a:ahLst/>
                <a:cxnLst/>
                <a:rect l="l" t="t" r="r" b="b"/>
                <a:pathLst>
                  <a:path w="4894" h="2676" extrusionOk="0">
                    <a:moveTo>
                      <a:pt x="2462" y="1"/>
                    </a:moveTo>
                    <a:cubicBezTo>
                      <a:pt x="1094" y="1"/>
                      <a:pt x="0" y="609"/>
                      <a:pt x="0" y="1338"/>
                    </a:cubicBezTo>
                    <a:cubicBezTo>
                      <a:pt x="0" y="2098"/>
                      <a:pt x="1094" y="2676"/>
                      <a:pt x="2462" y="2676"/>
                    </a:cubicBezTo>
                    <a:cubicBezTo>
                      <a:pt x="3800" y="2676"/>
                      <a:pt x="4894" y="2098"/>
                      <a:pt x="4894" y="1338"/>
                    </a:cubicBezTo>
                    <a:cubicBezTo>
                      <a:pt x="4894" y="609"/>
                      <a:pt x="3800" y="1"/>
                      <a:pt x="24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1"/>
              <p:cNvSpPr/>
              <p:nvPr/>
            </p:nvSpPr>
            <p:spPr>
              <a:xfrm>
                <a:off x="8688013" y="2707789"/>
                <a:ext cx="96957" cy="52105"/>
              </a:xfrm>
              <a:custGeom>
                <a:avLst/>
                <a:gdLst/>
                <a:ahLst/>
                <a:cxnLst/>
                <a:rect l="l" t="t" r="r" b="b"/>
                <a:pathLst>
                  <a:path w="2888" h="1552" extrusionOk="0">
                    <a:moveTo>
                      <a:pt x="1459" y="1"/>
                    </a:moveTo>
                    <a:cubicBezTo>
                      <a:pt x="669" y="1"/>
                      <a:pt x="0" y="335"/>
                      <a:pt x="0" y="791"/>
                    </a:cubicBezTo>
                    <a:cubicBezTo>
                      <a:pt x="0" y="1217"/>
                      <a:pt x="669" y="1551"/>
                      <a:pt x="1459" y="1551"/>
                    </a:cubicBezTo>
                    <a:cubicBezTo>
                      <a:pt x="2249" y="1551"/>
                      <a:pt x="2888" y="1217"/>
                      <a:pt x="2888" y="791"/>
                    </a:cubicBezTo>
                    <a:cubicBezTo>
                      <a:pt x="2888" y="366"/>
                      <a:pt x="2249" y="1"/>
                      <a:pt x="1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1"/>
              <p:cNvSpPr/>
              <p:nvPr/>
            </p:nvSpPr>
            <p:spPr>
              <a:xfrm>
                <a:off x="8836978" y="2761876"/>
                <a:ext cx="59222" cy="32700"/>
              </a:xfrm>
              <a:custGeom>
                <a:avLst/>
                <a:gdLst/>
                <a:ahLst/>
                <a:cxnLst/>
                <a:rect l="l" t="t" r="r" b="b"/>
                <a:pathLst>
                  <a:path w="1764" h="974" extrusionOk="0">
                    <a:moveTo>
                      <a:pt x="882" y="1"/>
                    </a:moveTo>
                    <a:cubicBezTo>
                      <a:pt x="396" y="1"/>
                      <a:pt x="1" y="214"/>
                      <a:pt x="1" y="487"/>
                    </a:cubicBezTo>
                    <a:cubicBezTo>
                      <a:pt x="1" y="761"/>
                      <a:pt x="396" y="974"/>
                      <a:pt x="882" y="974"/>
                    </a:cubicBezTo>
                    <a:cubicBezTo>
                      <a:pt x="1369" y="974"/>
                      <a:pt x="1764" y="761"/>
                      <a:pt x="1764" y="487"/>
                    </a:cubicBezTo>
                    <a:cubicBezTo>
                      <a:pt x="1764" y="214"/>
                      <a:pt x="1369" y="1"/>
                      <a:pt x="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1"/>
              <p:cNvSpPr/>
              <p:nvPr/>
            </p:nvSpPr>
            <p:spPr>
              <a:xfrm>
                <a:off x="8558386" y="2830265"/>
                <a:ext cx="760283" cy="495329"/>
              </a:xfrm>
              <a:custGeom>
                <a:avLst/>
                <a:gdLst/>
                <a:ahLst/>
                <a:cxnLst/>
                <a:rect l="l" t="t" r="r" b="b"/>
                <a:pathLst>
                  <a:path w="22646" h="14754" extrusionOk="0">
                    <a:moveTo>
                      <a:pt x="21886" y="0"/>
                    </a:moveTo>
                    <a:cubicBezTo>
                      <a:pt x="21886" y="0"/>
                      <a:pt x="16492" y="6477"/>
                      <a:pt x="8692" y="6477"/>
                    </a:cubicBezTo>
                    <a:cubicBezTo>
                      <a:pt x="6035" y="6477"/>
                      <a:pt x="3098" y="5725"/>
                      <a:pt x="1" y="3709"/>
                    </a:cubicBezTo>
                    <a:lnTo>
                      <a:pt x="1" y="3709"/>
                    </a:lnTo>
                    <a:cubicBezTo>
                      <a:pt x="92" y="9362"/>
                      <a:pt x="4378" y="14074"/>
                      <a:pt x="9971" y="14681"/>
                    </a:cubicBezTo>
                    <a:cubicBezTo>
                      <a:pt x="10399" y="14730"/>
                      <a:pt x="10824" y="14754"/>
                      <a:pt x="11246" y="14754"/>
                    </a:cubicBezTo>
                    <a:cubicBezTo>
                      <a:pt x="16363" y="14754"/>
                      <a:pt x="20893" y="11256"/>
                      <a:pt x="22129" y="6201"/>
                    </a:cubicBezTo>
                    <a:cubicBezTo>
                      <a:pt x="22646" y="4134"/>
                      <a:pt x="22554" y="2006"/>
                      <a:pt x="21886" y="0"/>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1"/>
              <p:cNvSpPr/>
              <p:nvPr/>
            </p:nvSpPr>
            <p:spPr>
              <a:xfrm>
                <a:off x="8340025" y="2830265"/>
                <a:ext cx="1159258" cy="341600"/>
              </a:xfrm>
              <a:custGeom>
                <a:avLst/>
                <a:gdLst/>
                <a:ahLst/>
                <a:cxnLst/>
                <a:rect l="l" t="t" r="r" b="b"/>
                <a:pathLst>
                  <a:path w="34530" h="10175" extrusionOk="0">
                    <a:moveTo>
                      <a:pt x="3906" y="0"/>
                    </a:moveTo>
                    <a:cubicBezTo>
                      <a:pt x="1825" y="0"/>
                      <a:pt x="533" y="311"/>
                      <a:pt x="365" y="943"/>
                    </a:cubicBezTo>
                    <a:cubicBezTo>
                      <a:pt x="0" y="2554"/>
                      <a:pt x="7265" y="5745"/>
                      <a:pt x="16627" y="8025"/>
                    </a:cubicBezTo>
                    <a:cubicBezTo>
                      <a:pt x="22332" y="9433"/>
                      <a:pt x="27507" y="10174"/>
                      <a:pt x="30768" y="10174"/>
                    </a:cubicBezTo>
                    <a:cubicBezTo>
                      <a:pt x="32858" y="10174"/>
                      <a:pt x="34163" y="9870"/>
                      <a:pt x="34317" y="9241"/>
                    </a:cubicBezTo>
                    <a:cubicBezTo>
                      <a:pt x="34530" y="8359"/>
                      <a:pt x="32341" y="6961"/>
                      <a:pt x="28724" y="5472"/>
                    </a:cubicBezTo>
                    <a:lnTo>
                      <a:pt x="28694" y="5593"/>
                    </a:lnTo>
                    <a:cubicBezTo>
                      <a:pt x="30153" y="6323"/>
                      <a:pt x="30943" y="6961"/>
                      <a:pt x="30821" y="7417"/>
                    </a:cubicBezTo>
                    <a:cubicBezTo>
                      <a:pt x="30722" y="7837"/>
                      <a:pt x="29840" y="8040"/>
                      <a:pt x="28406" y="8040"/>
                    </a:cubicBezTo>
                    <a:cubicBezTo>
                      <a:pt x="25901" y="8040"/>
                      <a:pt x="21710" y="7422"/>
                      <a:pt x="17052" y="6262"/>
                    </a:cubicBezTo>
                    <a:cubicBezTo>
                      <a:pt x="9757" y="4469"/>
                      <a:pt x="4043" y="2098"/>
                      <a:pt x="4316" y="912"/>
                    </a:cubicBezTo>
                    <a:cubicBezTo>
                      <a:pt x="4430" y="485"/>
                      <a:pt x="5319" y="271"/>
                      <a:pt x="6782" y="271"/>
                    </a:cubicBezTo>
                    <a:cubicBezTo>
                      <a:pt x="6880" y="271"/>
                      <a:pt x="6980" y="272"/>
                      <a:pt x="7082" y="274"/>
                    </a:cubicBezTo>
                    <a:cubicBezTo>
                      <a:pt x="7082" y="244"/>
                      <a:pt x="7082" y="213"/>
                      <a:pt x="7113" y="183"/>
                    </a:cubicBezTo>
                    <a:cubicBezTo>
                      <a:pt x="5908" y="61"/>
                      <a:pt x="4829" y="0"/>
                      <a:pt x="3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64" name="Google Shape;764;p21"/>
          <p:cNvGrpSpPr/>
          <p:nvPr/>
        </p:nvGrpSpPr>
        <p:grpSpPr>
          <a:xfrm>
            <a:off x="3771652" y="53884"/>
            <a:ext cx="5314076" cy="5690420"/>
            <a:chOff x="3771652" y="53884"/>
            <a:chExt cx="5314076" cy="5690420"/>
          </a:xfrm>
        </p:grpSpPr>
        <p:grpSp>
          <p:nvGrpSpPr>
            <p:cNvPr id="765" name="Google Shape;765;p21"/>
            <p:cNvGrpSpPr/>
            <p:nvPr/>
          </p:nvGrpSpPr>
          <p:grpSpPr>
            <a:xfrm rot="9394993" flipH="1">
              <a:off x="3887841" y="4394640"/>
              <a:ext cx="1985378" cy="996177"/>
              <a:chOff x="386493" y="282479"/>
              <a:chExt cx="1985461" cy="996218"/>
            </a:xfrm>
          </p:grpSpPr>
          <p:sp>
            <p:nvSpPr>
              <p:cNvPr id="766" name="Google Shape;766;p21"/>
              <p:cNvSpPr/>
              <p:nvPr/>
            </p:nvSpPr>
            <p:spPr>
              <a:xfrm>
                <a:off x="386493" y="1111169"/>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1"/>
              <p:cNvSpPr/>
              <p:nvPr/>
            </p:nvSpPr>
            <p:spPr>
              <a:xfrm>
                <a:off x="2295017" y="282479"/>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1"/>
              <p:cNvSpPr/>
              <p:nvPr/>
            </p:nvSpPr>
            <p:spPr>
              <a:xfrm>
                <a:off x="629435" y="116098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9" name="Google Shape;769;p21"/>
            <p:cNvGrpSpPr/>
            <p:nvPr/>
          </p:nvGrpSpPr>
          <p:grpSpPr>
            <a:xfrm rot="5400000">
              <a:off x="8063335" y="1373191"/>
              <a:ext cx="1736292" cy="308495"/>
              <a:chOff x="884340" y="164158"/>
              <a:chExt cx="1736292" cy="308495"/>
            </a:xfrm>
          </p:grpSpPr>
          <p:sp>
            <p:nvSpPr>
              <p:cNvPr id="770" name="Google Shape;770;p21"/>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1"/>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1"/>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3" name="Google Shape;773;p21"/>
            <p:cNvGrpSpPr/>
            <p:nvPr/>
          </p:nvGrpSpPr>
          <p:grpSpPr>
            <a:xfrm rot="5132281">
              <a:off x="5625405" y="-193905"/>
              <a:ext cx="384603" cy="953171"/>
              <a:chOff x="214131" y="2367108"/>
              <a:chExt cx="384592" cy="953142"/>
            </a:xfrm>
          </p:grpSpPr>
          <p:sp>
            <p:nvSpPr>
              <p:cNvPr id="774" name="Google Shape;774;p21"/>
              <p:cNvSpPr/>
              <p:nvPr/>
            </p:nvSpPr>
            <p:spPr>
              <a:xfrm>
                <a:off x="448093" y="23671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5" name="Google Shape;775;p21"/>
              <p:cNvGrpSpPr/>
              <p:nvPr/>
            </p:nvGrpSpPr>
            <p:grpSpPr>
              <a:xfrm>
                <a:off x="214131" y="2799658"/>
                <a:ext cx="254979" cy="520592"/>
                <a:chOff x="264806" y="1483558"/>
                <a:chExt cx="254979" cy="520592"/>
              </a:xfrm>
            </p:grpSpPr>
            <p:sp>
              <p:nvSpPr>
                <p:cNvPr id="776" name="Google Shape;776;p21"/>
                <p:cNvSpPr/>
                <p:nvPr/>
              </p:nvSpPr>
              <p:spPr>
                <a:xfrm>
                  <a:off x="441296" y="1944519"/>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1"/>
                <p:cNvSpPr/>
                <p:nvPr/>
              </p:nvSpPr>
              <p:spPr>
                <a:xfrm>
                  <a:off x="264806" y="14835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778" name="Google Shape;778;p21"/>
          <p:cNvSpPr txBox="1">
            <a:spLocks noGrp="1"/>
          </p:cNvSpPr>
          <p:nvPr>
            <p:ph type="title"/>
          </p:nvPr>
        </p:nvSpPr>
        <p:spPr>
          <a:xfrm>
            <a:off x="1164358" y="890075"/>
            <a:ext cx="3283500" cy="21408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779" name="Google Shape;779;p21"/>
          <p:cNvSpPr txBox="1">
            <a:spLocks noGrp="1"/>
          </p:cNvSpPr>
          <p:nvPr>
            <p:ph type="subTitle" idx="1"/>
          </p:nvPr>
        </p:nvSpPr>
        <p:spPr>
          <a:xfrm flipH="1">
            <a:off x="1164283" y="3030625"/>
            <a:ext cx="3283500" cy="1222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0" name="Google Shape;780;p21"/>
          <p:cNvSpPr>
            <a:spLocks noGrp="1"/>
          </p:cNvSpPr>
          <p:nvPr>
            <p:ph type="pic" idx="2"/>
          </p:nvPr>
        </p:nvSpPr>
        <p:spPr>
          <a:xfrm>
            <a:off x="4600500" y="714900"/>
            <a:ext cx="3539400" cy="3713700"/>
          </a:xfrm>
          <a:prstGeom prst="teardrop">
            <a:avLst>
              <a:gd name="adj" fmla="val 100000"/>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1">
  <p:cSld name="CUSTOM_2_1">
    <p:spTree>
      <p:nvGrpSpPr>
        <p:cNvPr id="1" name="Shape 781"/>
        <p:cNvGrpSpPr/>
        <p:nvPr/>
      </p:nvGrpSpPr>
      <p:grpSpPr>
        <a:xfrm>
          <a:off x="0" y="0"/>
          <a:ext cx="0" cy="0"/>
          <a:chOff x="0" y="0"/>
          <a:chExt cx="0" cy="0"/>
        </a:xfrm>
      </p:grpSpPr>
      <p:grpSp>
        <p:nvGrpSpPr>
          <p:cNvPr id="782" name="Google Shape;782;p22"/>
          <p:cNvGrpSpPr/>
          <p:nvPr/>
        </p:nvGrpSpPr>
        <p:grpSpPr>
          <a:xfrm flipH="1">
            <a:off x="-1500" y="2577600"/>
            <a:ext cx="6379027" cy="2565891"/>
            <a:chOff x="2764961" y="2577600"/>
            <a:chExt cx="6379027" cy="2565891"/>
          </a:xfrm>
        </p:grpSpPr>
        <p:sp>
          <p:nvSpPr>
            <p:cNvPr id="783" name="Google Shape;783;p22"/>
            <p:cNvSpPr/>
            <p:nvPr/>
          </p:nvSpPr>
          <p:spPr>
            <a:xfrm>
              <a:off x="7885875" y="2577600"/>
              <a:ext cx="1258113" cy="1901601"/>
            </a:xfrm>
            <a:custGeom>
              <a:avLst/>
              <a:gdLst/>
              <a:ahLst/>
              <a:cxnLst/>
              <a:rect l="l" t="t" r="r" b="b"/>
              <a:pathLst>
                <a:path w="21096" h="31886" extrusionOk="0">
                  <a:moveTo>
                    <a:pt x="21095" y="1"/>
                  </a:moveTo>
                  <a:cubicBezTo>
                    <a:pt x="1" y="16840"/>
                    <a:pt x="21095" y="31886"/>
                    <a:pt x="21095" y="31886"/>
                  </a:cubicBezTo>
                  <a:lnTo>
                    <a:pt x="210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22"/>
            <p:cNvSpPr/>
            <p:nvPr/>
          </p:nvSpPr>
          <p:spPr>
            <a:xfrm rot="5400000">
              <a:off x="3083723" y="3989814"/>
              <a:ext cx="834916" cy="1472439"/>
            </a:xfrm>
            <a:custGeom>
              <a:avLst/>
              <a:gdLst/>
              <a:ahLst/>
              <a:cxnLst/>
              <a:rect l="l" t="t" r="r" b="b"/>
              <a:pathLst>
                <a:path w="21855" h="38543" extrusionOk="0">
                  <a:moveTo>
                    <a:pt x="21855" y="1"/>
                  </a:moveTo>
                  <a:cubicBezTo>
                    <a:pt x="0" y="21825"/>
                    <a:pt x="21855" y="38543"/>
                    <a:pt x="21855" y="38543"/>
                  </a:cubicBezTo>
                  <a:lnTo>
                    <a:pt x="21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5" name="Google Shape;785;p22"/>
          <p:cNvGrpSpPr/>
          <p:nvPr/>
        </p:nvGrpSpPr>
        <p:grpSpPr>
          <a:xfrm>
            <a:off x="1268812" y="0"/>
            <a:ext cx="7885887" cy="4182530"/>
            <a:chOff x="1268812" y="0"/>
            <a:chExt cx="7885887" cy="4182530"/>
          </a:xfrm>
        </p:grpSpPr>
        <p:sp>
          <p:nvSpPr>
            <p:cNvPr id="786" name="Google Shape;786;p22"/>
            <p:cNvSpPr/>
            <p:nvPr/>
          </p:nvSpPr>
          <p:spPr>
            <a:xfrm flipH="1">
              <a:off x="8376800" y="2830777"/>
              <a:ext cx="777899" cy="1351753"/>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2"/>
            <p:cNvSpPr/>
            <p:nvPr/>
          </p:nvSpPr>
          <p:spPr>
            <a:xfrm flipH="1">
              <a:off x="1268812" y="0"/>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8" name="Google Shape;788;p22"/>
          <p:cNvGrpSpPr/>
          <p:nvPr/>
        </p:nvGrpSpPr>
        <p:grpSpPr>
          <a:xfrm>
            <a:off x="-330850" y="928064"/>
            <a:ext cx="9858632" cy="3810852"/>
            <a:chOff x="-330850" y="928064"/>
            <a:chExt cx="9858632" cy="3810852"/>
          </a:xfrm>
        </p:grpSpPr>
        <p:grpSp>
          <p:nvGrpSpPr>
            <p:cNvPr id="789" name="Google Shape;789;p22"/>
            <p:cNvGrpSpPr/>
            <p:nvPr/>
          </p:nvGrpSpPr>
          <p:grpSpPr>
            <a:xfrm>
              <a:off x="-330850" y="3608126"/>
              <a:ext cx="1024018" cy="1130791"/>
              <a:chOff x="-330850" y="3608126"/>
              <a:chExt cx="1024018" cy="1130791"/>
            </a:xfrm>
          </p:grpSpPr>
          <p:sp>
            <p:nvSpPr>
              <p:cNvPr id="790" name="Google Shape;790;p22"/>
              <p:cNvSpPr/>
              <p:nvPr/>
            </p:nvSpPr>
            <p:spPr>
              <a:xfrm>
                <a:off x="-330850" y="3639709"/>
                <a:ext cx="984846" cy="1097497"/>
              </a:xfrm>
              <a:custGeom>
                <a:avLst/>
                <a:gdLst/>
                <a:ahLst/>
                <a:cxnLst/>
                <a:rect l="l" t="t" r="r" b="b"/>
                <a:pathLst>
                  <a:path w="18429" h="20537" extrusionOk="0">
                    <a:moveTo>
                      <a:pt x="13191" y="1"/>
                    </a:moveTo>
                    <a:lnTo>
                      <a:pt x="10723" y="4737"/>
                    </a:lnTo>
                    <a:cubicBezTo>
                      <a:pt x="10401" y="4700"/>
                      <a:pt x="10083" y="4682"/>
                      <a:pt x="9771" y="4682"/>
                    </a:cubicBezTo>
                    <a:cubicBezTo>
                      <a:pt x="3943" y="4682"/>
                      <a:pt x="1" y="10995"/>
                      <a:pt x="2850" y="16346"/>
                    </a:cubicBezTo>
                    <a:cubicBezTo>
                      <a:pt x="4340" y="19144"/>
                      <a:pt x="7087" y="20536"/>
                      <a:pt x="9836" y="20536"/>
                    </a:cubicBezTo>
                    <a:cubicBezTo>
                      <a:pt x="12625" y="20536"/>
                      <a:pt x="15415" y="19102"/>
                      <a:pt x="16894" y="16246"/>
                    </a:cubicBezTo>
                    <a:cubicBezTo>
                      <a:pt x="18428" y="13244"/>
                      <a:pt x="17928" y="9608"/>
                      <a:pt x="15593" y="7173"/>
                    </a:cubicBezTo>
                    <a:lnTo>
                      <a:pt x="15993" y="6439"/>
                    </a:lnTo>
                    <a:cubicBezTo>
                      <a:pt x="16860" y="4737"/>
                      <a:pt x="18028" y="2502"/>
                      <a:pt x="18028" y="2502"/>
                    </a:cubicBezTo>
                    <a:lnTo>
                      <a:pt x="131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2"/>
              <p:cNvSpPr/>
              <p:nvPr/>
            </p:nvSpPr>
            <p:spPr>
              <a:xfrm>
                <a:off x="-34149" y="3947419"/>
                <a:ext cx="253145" cy="173894"/>
              </a:xfrm>
              <a:custGeom>
                <a:avLst/>
                <a:gdLst/>
                <a:ahLst/>
                <a:cxnLst/>
                <a:rect l="l" t="t" r="r" b="b"/>
                <a:pathLst>
                  <a:path w="4737" h="3254" extrusionOk="0">
                    <a:moveTo>
                      <a:pt x="3291" y="1"/>
                    </a:moveTo>
                    <a:cubicBezTo>
                      <a:pt x="2812" y="1"/>
                      <a:pt x="2244" y="151"/>
                      <a:pt x="1701" y="447"/>
                    </a:cubicBezTo>
                    <a:cubicBezTo>
                      <a:pt x="601" y="1081"/>
                      <a:pt x="0" y="2115"/>
                      <a:pt x="367" y="2749"/>
                    </a:cubicBezTo>
                    <a:cubicBezTo>
                      <a:pt x="553" y="3087"/>
                      <a:pt x="944" y="3253"/>
                      <a:pt x="1432" y="3253"/>
                    </a:cubicBezTo>
                    <a:cubicBezTo>
                      <a:pt x="1908" y="3253"/>
                      <a:pt x="2476" y="3095"/>
                      <a:pt x="3036" y="2782"/>
                    </a:cubicBezTo>
                    <a:cubicBezTo>
                      <a:pt x="4136" y="2148"/>
                      <a:pt x="4737" y="1114"/>
                      <a:pt x="4370" y="481"/>
                    </a:cubicBezTo>
                    <a:cubicBezTo>
                      <a:pt x="4184" y="159"/>
                      <a:pt x="3784" y="1"/>
                      <a:pt x="32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2"/>
              <p:cNvSpPr/>
              <p:nvPr/>
            </p:nvSpPr>
            <p:spPr>
              <a:xfrm>
                <a:off x="-169620" y="4406258"/>
                <a:ext cx="659610" cy="282003"/>
              </a:xfrm>
              <a:custGeom>
                <a:avLst/>
                <a:gdLst/>
                <a:ahLst/>
                <a:cxnLst/>
                <a:rect l="l" t="t" r="r" b="b"/>
                <a:pathLst>
                  <a:path w="12343" h="5277" extrusionOk="0">
                    <a:moveTo>
                      <a:pt x="0" y="0"/>
                    </a:moveTo>
                    <a:lnTo>
                      <a:pt x="0" y="0"/>
                    </a:lnTo>
                    <a:cubicBezTo>
                      <a:pt x="916" y="3358"/>
                      <a:pt x="3905" y="5276"/>
                      <a:pt x="6953" y="5276"/>
                    </a:cubicBezTo>
                    <a:cubicBezTo>
                      <a:pt x="8901" y="5276"/>
                      <a:pt x="10873" y="4493"/>
                      <a:pt x="12342" y="2802"/>
                    </a:cubicBez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2"/>
              <p:cNvSpPr/>
              <p:nvPr/>
            </p:nvSpPr>
            <p:spPr>
              <a:xfrm>
                <a:off x="-212426" y="3653978"/>
                <a:ext cx="905594" cy="1084939"/>
              </a:xfrm>
              <a:custGeom>
                <a:avLst/>
                <a:gdLst/>
                <a:ahLst/>
                <a:cxnLst/>
                <a:rect l="l" t="t" r="r" b="b"/>
                <a:pathLst>
                  <a:path w="16946" h="20302" extrusionOk="0">
                    <a:moveTo>
                      <a:pt x="11509" y="1"/>
                    </a:moveTo>
                    <a:lnTo>
                      <a:pt x="11275" y="201"/>
                    </a:lnTo>
                    <a:lnTo>
                      <a:pt x="14377" y="2402"/>
                    </a:lnTo>
                    <a:lnTo>
                      <a:pt x="12209" y="6572"/>
                    </a:lnTo>
                    <a:cubicBezTo>
                      <a:pt x="12209" y="6605"/>
                      <a:pt x="13277" y="11876"/>
                      <a:pt x="9507" y="15312"/>
                    </a:cubicBezTo>
                    <a:cubicBezTo>
                      <a:pt x="8276" y="16412"/>
                      <a:pt x="6886" y="16859"/>
                      <a:pt x="5518" y="16859"/>
                    </a:cubicBezTo>
                    <a:cubicBezTo>
                      <a:pt x="3401" y="16859"/>
                      <a:pt x="1338" y="15789"/>
                      <a:pt x="0" y="14411"/>
                    </a:cubicBezTo>
                    <a:lnTo>
                      <a:pt x="0" y="14411"/>
                    </a:lnTo>
                    <a:cubicBezTo>
                      <a:pt x="968" y="18041"/>
                      <a:pt x="4236" y="20301"/>
                      <a:pt x="7676" y="20301"/>
                    </a:cubicBezTo>
                    <a:cubicBezTo>
                      <a:pt x="8978" y="20301"/>
                      <a:pt x="10305" y="19977"/>
                      <a:pt x="11542" y="19281"/>
                    </a:cubicBezTo>
                    <a:cubicBezTo>
                      <a:pt x="16045" y="16746"/>
                      <a:pt x="16946" y="10642"/>
                      <a:pt x="13377" y="6906"/>
                    </a:cubicBezTo>
                    <a:cubicBezTo>
                      <a:pt x="14244" y="5238"/>
                      <a:pt x="15812" y="2235"/>
                      <a:pt x="15812" y="2235"/>
                    </a:cubicBezTo>
                    <a:lnTo>
                      <a:pt x="11509" y="1"/>
                    </a:ln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2"/>
              <p:cNvSpPr/>
              <p:nvPr/>
            </p:nvSpPr>
            <p:spPr>
              <a:xfrm>
                <a:off x="338865" y="3608126"/>
                <a:ext cx="345383" cy="189178"/>
              </a:xfrm>
              <a:custGeom>
                <a:avLst/>
                <a:gdLst/>
                <a:ahLst/>
                <a:cxnLst/>
                <a:rect l="l" t="t" r="r" b="b"/>
                <a:pathLst>
                  <a:path w="6463" h="3540" extrusionOk="0">
                    <a:moveTo>
                      <a:pt x="610" y="0"/>
                    </a:moveTo>
                    <a:cubicBezTo>
                      <a:pt x="226" y="0"/>
                      <a:pt x="0" y="565"/>
                      <a:pt x="425" y="792"/>
                    </a:cubicBezTo>
                    <a:lnTo>
                      <a:pt x="5663" y="3494"/>
                    </a:lnTo>
                    <a:cubicBezTo>
                      <a:pt x="5725" y="3525"/>
                      <a:pt x="5787" y="3539"/>
                      <a:pt x="5845" y="3539"/>
                    </a:cubicBezTo>
                    <a:cubicBezTo>
                      <a:pt x="6221" y="3539"/>
                      <a:pt x="6463" y="2962"/>
                      <a:pt x="6029" y="2760"/>
                    </a:cubicBezTo>
                    <a:lnTo>
                      <a:pt x="826" y="58"/>
                    </a:lnTo>
                    <a:cubicBezTo>
                      <a:pt x="751" y="18"/>
                      <a:pt x="678" y="0"/>
                      <a:pt x="6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2"/>
              <p:cNvSpPr/>
              <p:nvPr/>
            </p:nvSpPr>
            <p:spPr>
              <a:xfrm>
                <a:off x="270568" y="3693577"/>
                <a:ext cx="139211" cy="227120"/>
              </a:xfrm>
              <a:custGeom>
                <a:avLst/>
                <a:gdLst/>
                <a:ahLst/>
                <a:cxnLst/>
                <a:rect l="l" t="t" r="r" b="b"/>
                <a:pathLst>
                  <a:path w="2605" h="4250" extrusionOk="0">
                    <a:moveTo>
                      <a:pt x="2272" y="1"/>
                    </a:moveTo>
                    <a:cubicBezTo>
                      <a:pt x="2155" y="1"/>
                      <a:pt x="2052" y="63"/>
                      <a:pt x="2004" y="160"/>
                    </a:cubicBezTo>
                    <a:lnTo>
                      <a:pt x="136" y="3829"/>
                    </a:lnTo>
                    <a:cubicBezTo>
                      <a:pt x="0" y="4055"/>
                      <a:pt x="200" y="4250"/>
                      <a:pt x="406" y="4250"/>
                    </a:cubicBezTo>
                    <a:cubicBezTo>
                      <a:pt x="504" y="4250"/>
                      <a:pt x="604" y="4205"/>
                      <a:pt x="669" y="4096"/>
                    </a:cubicBezTo>
                    <a:lnTo>
                      <a:pt x="2537" y="427"/>
                    </a:lnTo>
                    <a:cubicBezTo>
                      <a:pt x="2604" y="294"/>
                      <a:pt x="2537" y="93"/>
                      <a:pt x="2404" y="27"/>
                    </a:cubicBezTo>
                    <a:cubicBezTo>
                      <a:pt x="2359" y="9"/>
                      <a:pt x="2315" y="1"/>
                      <a:pt x="2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6" name="Google Shape;796;p22"/>
            <p:cNvGrpSpPr/>
            <p:nvPr/>
          </p:nvGrpSpPr>
          <p:grpSpPr>
            <a:xfrm rot="2521077" flipH="1">
              <a:off x="8220617" y="1205951"/>
              <a:ext cx="1165151" cy="871711"/>
              <a:chOff x="2923063" y="846627"/>
              <a:chExt cx="1475425" cy="1103947"/>
            </a:xfrm>
          </p:grpSpPr>
          <p:sp>
            <p:nvSpPr>
              <p:cNvPr id="797" name="Google Shape;797;p22"/>
              <p:cNvSpPr/>
              <p:nvPr/>
            </p:nvSpPr>
            <p:spPr>
              <a:xfrm>
                <a:off x="3485903" y="1027540"/>
                <a:ext cx="428518" cy="763230"/>
              </a:xfrm>
              <a:custGeom>
                <a:avLst/>
                <a:gdLst/>
                <a:ahLst/>
                <a:cxnLst/>
                <a:rect l="l" t="t" r="r" b="b"/>
                <a:pathLst>
                  <a:path w="12343" h="21984" extrusionOk="0">
                    <a:moveTo>
                      <a:pt x="934" y="1"/>
                    </a:moveTo>
                    <a:lnTo>
                      <a:pt x="0" y="401"/>
                    </a:lnTo>
                    <a:lnTo>
                      <a:pt x="4570" y="11475"/>
                    </a:lnTo>
                    <a:lnTo>
                      <a:pt x="11508" y="21983"/>
                    </a:lnTo>
                    <a:lnTo>
                      <a:pt x="12342" y="21449"/>
                    </a:lnTo>
                    <a:lnTo>
                      <a:pt x="5437" y="11008"/>
                    </a:lnTo>
                    <a:lnTo>
                      <a:pt x="9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2"/>
              <p:cNvSpPr/>
              <p:nvPr/>
            </p:nvSpPr>
            <p:spPr>
              <a:xfrm>
                <a:off x="3172057" y="1137560"/>
                <a:ext cx="973965" cy="560549"/>
              </a:xfrm>
              <a:custGeom>
                <a:avLst/>
                <a:gdLst/>
                <a:ahLst/>
                <a:cxnLst/>
                <a:rect l="l" t="t" r="r" b="b"/>
                <a:pathLst>
                  <a:path w="28054" h="16146" extrusionOk="0">
                    <a:moveTo>
                      <a:pt x="27587" y="1"/>
                    </a:moveTo>
                    <a:lnTo>
                      <a:pt x="0" y="15245"/>
                    </a:lnTo>
                    <a:lnTo>
                      <a:pt x="501" y="16145"/>
                    </a:lnTo>
                    <a:lnTo>
                      <a:pt x="28054" y="868"/>
                    </a:lnTo>
                    <a:lnTo>
                      <a:pt x="27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2"/>
              <p:cNvSpPr/>
              <p:nvPr/>
            </p:nvSpPr>
            <p:spPr>
              <a:xfrm>
                <a:off x="3328389" y="846627"/>
                <a:ext cx="297807" cy="236704"/>
              </a:xfrm>
              <a:custGeom>
                <a:avLst/>
                <a:gdLst/>
                <a:ahLst/>
                <a:cxnLst/>
                <a:rect l="l" t="t" r="r" b="b"/>
                <a:pathLst>
                  <a:path w="8578" h="6818" extrusionOk="0">
                    <a:moveTo>
                      <a:pt x="4320" y="1"/>
                    </a:moveTo>
                    <a:cubicBezTo>
                      <a:pt x="3759" y="1"/>
                      <a:pt x="3192" y="143"/>
                      <a:pt x="2669" y="442"/>
                    </a:cubicBezTo>
                    <a:cubicBezTo>
                      <a:pt x="1" y="1909"/>
                      <a:pt x="468" y="5845"/>
                      <a:pt x="3370" y="6679"/>
                    </a:cubicBezTo>
                    <a:cubicBezTo>
                      <a:pt x="3698" y="6774"/>
                      <a:pt x="4020" y="6818"/>
                      <a:pt x="4333" y="6818"/>
                    </a:cubicBezTo>
                    <a:cubicBezTo>
                      <a:pt x="6780" y="6818"/>
                      <a:pt x="8578" y="4113"/>
                      <a:pt x="7306" y="1776"/>
                    </a:cubicBezTo>
                    <a:cubicBezTo>
                      <a:pt x="6671" y="642"/>
                      <a:pt x="5511" y="1"/>
                      <a:pt x="43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2"/>
              <p:cNvSpPr/>
              <p:nvPr/>
            </p:nvSpPr>
            <p:spPr>
              <a:xfrm>
                <a:off x="3786591" y="1714045"/>
                <a:ext cx="287634" cy="236530"/>
              </a:xfrm>
              <a:custGeom>
                <a:avLst/>
                <a:gdLst/>
                <a:ahLst/>
                <a:cxnLst/>
                <a:rect l="l" t="t" r="r" b="b"/>
                <a:pathLst>
                  <a:path w="8285" h="6813" extrusionOk="0">
                    <a:moveTo>
                      <a:pt x="4429" y="1"/>
                    </a:moveTo>
                    <a:cubicBezTo>
                      <a:pt x="2127" y="1"/>
                      <a:pt x="0" y="2487"/>
                      <a:pt x="1413" y="5044"/>
                    </a:cubicBezTo>
                    <a:cubicBezTo>
                      <a:pt x="1713" y="5578"/>
                      <a:pt x="2147" y="6045"/>
                      <a:pt x="2681" y="6345"/>
                    </a:cubicBezTo>
                    <a:cubicBezTo>
                      <a:pt x="3212" y="6654"/>
                      <a:pt x="3805" y="6813"/>
                      <a:pt x="4401" y="6813"/>
                    </a:cubicBezTo>
                    <a:cubicBezTo>
                      <a:pt x="4965" y="6813"/>
                      <a:pt x="5531" y="6671"/>
                      <a:pt x="6050" y="6379"/>
                    </a:cubicBezTo>
                    <a:cubicBezTo>
                      <a:pt x="7684" y="5478"/>
                      <a:pt x="8285" y="3410"/>
                      <a:pt x="7351" y="1775"/>
                    </a:cubicBezTo>
                    <a:cubicBezTo>
                      <a:pt x="7251" y="1542"/>
                      <a:pt x="7084" y="1308"/>
                      <a:pt x="6884" y="1142"/>
                    </a:cubicBezTo>
                    <a:cubicBezTo>
                      <a:pt x="6154" y="340"/>
                      <a:pt x="5280" y="1"/>
                      <a:pt x="44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2"/>
              <p:cNvSpPr/>
              <p:nvPr/>
            </p:nvSpPr>
            <p:spPr>
              <a:xfrm>
                <a:off x="3386298" y="1178388"/>
                <a:ext cx="550134" cy="484899"/>
              </a:xfrm>
              <a:custGeom>
                <a:avLst/>
                <a:gdLst/>
                <a:ahLst/>
                <a:cxnLst/>
                <a:rect l="l" t="t" r="r" b="b"/>
                <a:pathLst>
                  <a:path w="15846" h="13967" extrusionOk="0">
                    <a:moveTo>
                      <a:pt x="7938" y="1"/>
                    </a:moveTo>
                    <a:cubicBezTo>
                      <a:pt x="5703" y="1"/>
                      <a:pt x="3517" y="1068"/>
                      <a:pt x="2169" y="3028"/>
                    </a:cubicBezTo>
                    <a:cubicBezTo>
                      <a:pt x="0" y="6163"/>
                      <a:pt x="734" y="10400"/>
                      <a:pt x="3803" y="12668"/>
                    </a:cubicBezTo>
                    <a:cubicBezTo>
                      <a:pt x="4993" y="13528"/>
                      <a:pt x="6414" y="13967"/>
                      <a:pt x="7840" y="13967"/>
                    </a:cubicBezTo>
                    <a:cubicBezTo>
                      <a:pt x="9012" y="13967"/>
                      <a:pt x="10188" y="13670"/>
                      <a:pt x="11242" y="13068"/>
                    </a:cubicBezTo>
                    <a:cubicBezTo>
                      <a:pt x="14611" y="11200"/>
                      <a:pt x="15845" y="6964"/>
                      <a:pt x="13977" y="3595"/>
                    </a:cubicBezTo>
                    <a:cubicBezTo>
                      <a:pt x="13443" y="2594"/>
                      <a:pt x="12676" y="1760"/>
                      <a:pt x="11742" y="1126"/>
                    </a:cubicBezTo>
                    <a:cubicBezTo>
                      <a:pt x="10562" y="364"/>
                      <a:pt x="9242" y="1"/>
                      <a:pt x="79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2"/>
              <p:cNvSpPr/>
              <p:nvPr/>
            </p:nvSpPr>
            <p:spPr>
              <a:xfrm>
                <a:off x="4049403" y="939219"/>
                <a:ext cx="349084" cy="320581"/>
              </a:xfrm>
              <a:custGeom>
                <a:avLst/>
                <a:gdLst/>
                <a:ahLst/>
                <a:cxnLst/>
                <a:rect l="l" t="t" r="r" b="b"/>
                <a:pathLst>
                  <a:path w="10055" h="9234" extrusionOk="0">
                    <a:moveTo>
                      <a:pt x="4779" y="0"/>
                    </a:moveTo>
                    <a:cubicBezTo>
                      <a:pt x="2488" y="0"/>
                      <a:pt x="347" y="1726"/>
                      <a:pt x="181" y="4313"/>
                    </a:cubicBezTo>
                    <a:cubicBezTo>
                      <a:pt x="0" y="7122"/>
                      <a:pt x="2269" y="9234"/>
                      <a:pt x="4787" y="9234"/>
                    </a:cubicBezTo>
                    <a:cubicBezTo>
                      <a:pt x="5528" y="9234"/>
                      <a:pt x="6291" y="9051"/>
                      <a:pt x="7019" y="8649"/>
                    </a:cubicBezTo>
                    <a:cubicBezTo>
                      <a:pt x="9221" y="7415"/>
                      <a:pt x="10055" y="4613"/>
                      <a:pt x="8820" y="2378"/>
                    </a:cubicBezTo>
                    <a:cubicBezTo>
                      <a:pt x="8487" y="1811"/>
                      <a:pt x="8053" y="1310"/>
                      <a:pt x="7519" y="910"/>
                    </a:cubicBezTo>
                    <a:cubicBezTo>
                      <a:pt x="6663" y="284"/>
                      <a:pt x="5709" y="0"/>
                      <a:pt x="4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2"/>
              <p:cNvSpPr/>
              <p:nvPr/>
            </p:nvSpPr>
            <p:spPr>
              <a:xfrm>
                <a:off x="2923063" y="1574168"/>
                <a:ext cx="319679" cy="319644"/>
              </a:xfrm>
              <a:custGeom>
                <a:avLst/>
                <a:gdLst/>
                <a:ahLst/>
                <a:cxnLst/>
                <a:rect l="l" t="t" r="r" b="b"/>
                <a:pathLst>
                  <a:path w="9208" h="9207" extrusionOk="0">
                    <a:moveTo>
                      <a:pt x="4604" y="0"/>
                    </a:moveTo>
                    <a:cubicBezTo>
                      <a:pt x="2069" y="0"/>
                      <a:pt x="1" y="2068"/>
                      <a:pt x="1" y="4604"/>
                    </a:cubicBezTo>
                    <a:cubicBezTo>
                      <a:pt x="1" y="7139"/>
                      <a:pt x="2069" y="9207"/>
                      <a:pt x="4604" y="9207"/>
                    </a:cubicBezTo>
                    <a:cubicBezTo>
                      <a:pt x="7139" y="9207"/>
                      <a:pt x="9207" y="7139"/>
                      <a:pt x="9207" y="4604"/>
                    </a:cubicBezTo>
                    <a:cubicBezTo>
                      <a:pt x="9207" y="2068"/>
                      <a:pt x="7139" y="0"/>
                      <a:pt x="46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2"/>
              <p:cNvSpPr/>
              <p:nvPr/>
            </p:nvSpPr>
            <p:spPr>
              <a:xfrm>
                <a:off x="3518329" y="1217480"/>
                <a:ext cx="416922" cy="445807"/>
              </a:xfrm>
              <a:custGeom>
                <a:avLst/>
                <a:gdLst/>
                <a:ahLst/>
                <a:cxnLst/>
                <a:rect l="l" t="t" r="r" b="b"/>
                <a:pathLst>
                  <a:path w="12009" h="12841" extrusionOk="0">
                    <a:moveTo>
                      <a:pt x="7906" y="0"/>
                    </a:moveTo>
                    <a:cubicBezTo>
                      <a:pt x="7906" y="1"/>
                      <a:pt x="10374" y="11275"/>
                      <a:pt x="0" y="11542"/>
                    </a:cubicBezTo>
                    <a:cubicBezTo>
                      <a:pt x="1190" y="12402"/>
                      <a:pt x="2611" y="12841"/>
                      <a:pt x="4037" y="12841"/>
                    </a:cubicBezTo>
                    <a:cubicBezTo>
                      <a:pt x="5209" y="12841"/>
                      <a:pt x="6385" y="12544"/>
                      <a:pt x="7439" y="11942"/>
                    </a:cubicBezTo>
                    <a:cubicBezTo>
                      <a:pt x="10808" y="10074"/>
                      <a:pt x="12009" y="5838"/>
                      <a:pt x="10174" y="2469"/>
                    </a:cubicBezTo>
                    <a:cubicBezTo>
                      <a:pt x="9607" y="1468"/>
                      <a:pt x="8840" y="634"/>
                      <a:pt x="7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2"/>
              <p:cNvSpPr/>
              <p:nvPr/>
            </p:nvSpPr>
            <p:spPr>
              <a:xfrm>
                <a:off x="4145987" y="970812"/>
                <a:ext cx="251355" cy="288884"/>
              </a:xfrm>
              <a:custGeom>
                <a:avLst/>
                <a:gdLst/>
                <a:ahLst/>
                <a:cxnLst/>
                <a:rect l="l" t="t" r="r" b="b"/>
                <a:pathLst>
                  <a:path w="7240" h="8321" extrusionOk="0">
                    <a:moveTo>
                      <a:pt x="4704" y="0"/>
                    </a:moveTo>
                    <a:lnTo>
                      <a:pt x="4704" y="0"/>
                    </a:lnTo>
                    <a:cubicBezTo>
                      <a:pt x="4771" y="267"/>
                      <a:pt x="6138" y="6738"/>
                      <a:pt x="1" y="7872"/>
                    </a:cubicBezTo>
                    <a:cubicBezTo>
                      <a:pt x="627" y="8170"/>
                      <a:pt x="1305" y="8320"/>
                      <a:pt x="1986" y="8320"/>
                    </a:cubicBezTo>
                    <a:cubicBezTo>
                      <a:pt x="2756" y="8320"/>
                      <a:pt x="3529" y="8128"/>
                      <a:pt x="4237" y="7739"/>
                    </a:cubicBezTo>
                    <a:cubicBezTo>
                      <a:pt x="6439" y="6505"/>
                      <a:pt x="7239" y="3703"/>
                      <a:pt x="6005" y="1468"/>
                    </a:cubicBezTo>
                    <a:cubicBezTo>
                      <a:pt x="5705" y="901"/>
                      <a:pt x="5271" y="400"/>
                      <a:pt x="47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2"/>
              <p:cNvSpPr/>
              <p:nvPr/>
            </p:nvSpPr>
            <p:spPr>
              <a:xfrm>
                <a:off x="3013397" y="1605413"/>
                <a:ext cx="251320" cy="288502"/>
              </a:xfrm>
              <a:custGeom>
                <a:avLst/>
                <a:gdLst/>
                <a:ahLst/>
                <a:cxnLst/>
                <a:rect l="l" t="t" r="r" b="b"/>
                <a:pathLst>
                  <a:path w="7239" h="8310" extrusionOk="0">
                    <a:moveTo>
                      <a:pt x="4704" y="1"/>
                    </a:moveTo>
                    <a:cubicBezTo>
                      <a:pt x="4771" y="268"/>
                      <a:pt x="6138" y="6739"/>
                      <a:pt x="0" y="7873"/>
                    </a:cubicBezTo>
                    <a:cubicBezTo>
                      <a:pt x="618" y="8166"/>
                      <a:pt x="1292" y="8310"/>
                      <a:pt x="1967" y="8310"/>
                    </a:cubicBezTo>
                    <a:cubicBezTo>
                      <a:pt x="2752" y="8310"/>
                      <a:pt x="3538" y="8116"/>
                      <a:pt x="4237" y="7740"/>
                    </a:cubicBezTo>
                    <a:cubicBezTo>
                      <a:pt x="6438" y="6506"/>
                      <a:pt x="7239" y="3704"/>
                      <a:pt x="6005" y="1469"/>
                    </a:cubicBezTo>
                    <a:cubicBezTo>
                      <a:pt x="5705" y="868"/>
                      <a:pt x="5238" y="368"/>
                      <a:pt x="4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2"/>
              <p:cNvSpPr/>
              <p:nvPr/>
            </p:nvSpPr>
            <p:spPr>
              <a:xfrm>
                <a:off x="3879634" y="1753657"/>
                <a:ext cx="194592" cy="196918"/>
              </a:xfrm>
              <a:custGeom>
                <a:avLst/>
                <a:gdLst/>
                <a:ahLst/>
                <a:cxnLst/>
                <a:rect l="l" t="t" r="r" b="b"/>
                <a:pathLst>
                  <a:path w="5605" h="5672" extrusionOk="0">
                    <a:moveTo>
                      <a:pt x="4204" y="1"/>
                    </a:moveTo>
                    <a:cubicBezTo>
                      <a:pt x="4204" y="1"/>
                      <a:pt x="4470" y="4804"/>
                      <a:pt x="1" y="5204"/>
                    </a:cubicBezTo>
                    <a:cubicBezTo>
                      <a:pt x="532" y="5513"/>
                      <a:pt x="1125" y="5672"/>
                      <a:pt x="1721" y="5672"/>
                    </a:cubicBezTo>
                    <a:cubicBezTo>
                      <a:pt x="2285" y="5672"/>
                      <a:pt x="2851" y="5530"/>
                      <a:pt x="3370" y="5238"/>
                    </a:cubicBezTo>
                    <a:cubicBezTo>
                      <a:pt x="5004" y="4337"/>
                      <a:pt x="5605" y="2269"/>
                      <a:pt x="4671" y="634"/>
                    </a:cubicBezTo>
                    <a:cubicBezTo>
                      <a:pt x="4571" y="401"/>
                      <a:pt x="4404" y="167"/>
                      <a:pt x="42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2"/>
              <p:cNvSpPr/>
              <p:nvPr/>
            </p:nvSpPr>
            <p:spPr>
              <a:xfrm>
                <a:off x="3418724" y="885094"/>
                <a:ext cx="194592" cy="197647"/>
              </a:xfrm>
              <a:custGeom>
                <a:avLst/>
                <a:gdLst/>
                <a:ahLst/>
                <a:cxnLst/>
                <a:rect l="l" t="t" r="r" b="b"/>
                <a:pathLst>
                  <a:path w="5605" h="5693" extrusionOk="0">
                    <a:moveTo>
                      <a:pt x="4237" y="1"/>
                    </a:moveTo>
                    <a:cubicBezTo>
                      <a:pt x="4237" y="1"/>
                      <a:pt x="4504" y="4837"/>
                      <a:pt x="0" y="5238"/>
                    </a:cubicBezTo>
                    <a:cubicBezTo>
                      <a:pt x="525" y="5542"/>
                      <a:pt x="1118" y="5692"/>
                      <a:pt x="1714" y="5692"/>
                    </a:cubicBezTo>
                    <a:cubicBezTo>
                      <a:pt x="2294" y="5692"/>
                      <a:pt x="2877" y="5551"/>
                      <a:pt x="3403" y="5271"/>
                    </a:cubicBezTo>
                    <a:cubicBezTo>
                      <a:pt x="5004" y="4337"/>
                      <a:pt x="5604" y="2269"/>
                      <a:pt x="4670" y="634"/>
                    </a:cubicBezTo>
                    <a:cubicBezTo>
                      <a:pt x="4570" y="401"/>
                      <a:pt x="4404" y="201"/>
                      <a:pt x="42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09" name="Google Shape;809;p22"/>
          <p:cNvGrpSpPr/>
          <p:nvPr/>
        </p:nvGrpSpPr>
        <p:grpSpPr>
          <a:xfrm>
            <a:off x="875568" y="70483"/>
            <a:ext cx="8737831" cy="5648283"/>
            <a:chOff x="875568" y="70483"/>
            <a:chExt cx="8737831" cy="5648283"/>
          </a:xfrm>
        </p:grpSpPr>
        <p:grpSp>
          <p:nvGrpSpPr>
            <p:cNvPr id="810" name="Google Shape;810;p22"/>
            <p:cNvGrpSpPr/>
            <p:nvPr/>
          </p:nvGrpSpPr>
          <p:grpSpPr>
            <a:xfrm rot="3994993" flipH="1">
              <a:off x="8082889" y="3156265"/>
              <a:ext cx="1635758" cy="844761"/>
              <a:chOff x="596274" y="343048"/>
              <a:chExt cx="1635826" cy="844796"/>
            </a:xfrm>
          </p:grpSpPr>
          <p:sp>
            <p:nvSpPr>
              <p:cNvPr id="811" name="Google Shape;811;p22"/>
              <p:cNvSpPr/>
              <p:nvPr/>
            </p:nvSpPr>
            <p:spPr>
              <a:xfrm>
                <a:off x="596274" y="1020316"/>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2"/>
              <p:cNvSpPr/>
              <p:nvPr/>
            </p:nvSpPr>
            <p:spPr>
              <a:xfrm>
                <a:off x="2155163" y="343048"/>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2"/>
              <p:cNvSpPr/>
              <p:nvPr/>
            </p:nvSpPr>
            <p:spPr>
              <a:xfrm>
                <a:off x="839216" y="1070134"/>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4" name="Google Shape;814;p22"/>
            <p:cNvGrpSpPr/>
            <p:nvPr/>
          </p:nvGrpSpPr>
          <p:grpSpPr>
            <a:xfrm flipH="1">
              <a:off x="875568" y="70483"/>
              <a:ext cx="1736292" cy="308495"/>
              <a:chOff x="884340" y="164158"/>
              <a:chExt cx="1736292" cy="308495"/>
            </a:xfrm>
          </p:grpSpPr>
          <p:sp>
            <p:nvSpPr>
              <p:cNvPr id="815" name="Google Shape;815;p22"/>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2"/>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2"/>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 name="Google Shape;818;p22"/>
            <p:cNvGrpSpPr/>
            <p:nvPr/>
          </p:nvGrpSpPr>
          <p:grpSpPr>
            <a:xfrm rot="-3994993">
              <a:off x="5132662" y="3945783"/>
              <a:ext cx="915074" cy="1936614"/>
              <a:chOff x="757054" y="1199812"/>
              <a:chExt cx="915112" cy="1936695"/>
            </a:xfrm>
          </p:grpSpPr>
          <p:sp>
            <p:nvSpPr>
              <p:cNvPr id="819" name="Google Shape;819;p22"/>
              <p:cNvSpPr/>
              <p:nvPr/>
            </p:nvSpPr>
            <p:spPr>
              <a:xfrm>
                <a:off x="757054" y="1199812"/>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2"/>
              <p:cNvSpPr/>
              <p:nvPr/>
            </p:nvSpPr>
            <p:spPr>
              <a:xfrm>
                <a:off x="1595229" y="3076829"/>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2"/>
              <p:cNvSpPr/>
              <p:nvPr/>
            </p:nvSpPr>
            <p:spPr>
              <a:xfrm>
                <a:off x="1020923" y="1489696"/>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2" name="Google Shape;822;p22"/>
          <p:cNvSpPr txBox="1">
            <a:spLocks noGrp="1"/>
          </p:cNvSpPr>
          <p:nvPr>
            <p:ph type="title"/>
          </p:nvPr>
        </p:nvSpPr>
        <p:spPr>
          <a:xfrm>
            <a:off x="5588616" y="1502198"/>
            <a:ext cx="2475600" cy="11631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823" name="Google Shape;823;p22"/>
          <p:cNvSpPr txBox="1">
            <a:spLocks noGrp="1"/>
          </p:cNvSpPr>
          <p:nvPr>
            <p:ph type="subTitle" idx="1"/>
          </p:nvPr>
        </p:nvSpPr>
        <p:spPr>
          <a:xfrm flipH="1">
            <a:off x="4205216" y="2685888"/>
            <a:ext cx="3858900" cy="916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2">
  <p:cSld name="CUSTOM_2_1_1">
    <p:spTree>
      <p:nvGrpSpPr>
        <p:cNvPr id="1" name="Shape 824"/>
        <p:cNvGrpSpPr/>
        <p:nvPr/>
      </p:nvGrpSpPr>
      <p:grpSpPr>
        <a:xfrm>
          <a:off x="0" y="0"/>
          <a:ext cx="0" cy="0"/>
          <a:chOff x="0" y="0"/>
          <a:chExt cx="0" cy="0"/>
        </a:xfrm>
      </p:grpSpPr>
      <p:grpSp>
        <p:nvGrpSpPr>
          <p:cNvPr id="825" name="Google Shape;825;p23"/>
          <p:cNvGrpSpPr/>
          <p:nvPr/>
        </p:nvGrpSpPr>
        <p:grpSpPr>
          <a:xfrm>
            <a:off x="3408748" y="923584"/>
            <a:ext cx="5747463" cy="4223064"/>
            <a:chOff x="3408748" y="923584"/>
            <a:chExt cx="5747463" cy="4223064"/>
          </a:xfrm>
        </p:grpSpPr>
        <p:sp>
          <p:nvSpPr>
            <p:cNvPr id="826" name="Google Shape;826;p23"/>
            <p:cNvSpPr/>
            <p:nvPr/>
          </p:nvSpPr>
          <p:spPr>
            <a:xfrm rot="-5400000">
              <a:off x="3737573" y="3926334"/>
              <a:ext cx="891490" cy="1549139"/>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3"/>
            <p:cNvSpPr/>
            <p:nvPr/>
          </p:nvSpPr>
          <p:spPr>
            <a:xfrm rot="5400000">
              <a:off x="8488607" y="1334736"/>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8" name="Google Shape;828;p23"/>
          <p:cNvGrpSpPr/>
          <p:nvPr/>
        </p:nvGrpSpPr>
        <p:grpSpPr>
          <a:xfrm>
            <a:off x="-18" y="0"/>
            <a:ext cx="5937217" cy="3309325"/>
            <a:chOff x="-18" y="0"/>
            <a:chExt cx="5937217" cy="3309325"/>
          </a:xfrm>
        </p:grpSpPr>
        <p:sp>
          <p:nvSpPr>
            <p:cNvPr id="829" name="Google Shape;829;p23"/>
            <p:cNvSpPr/>
            <p:nvPr/>
          </p:nvSpPr>
          <p:spPr>
            <a:xfrm rot="-5400000">
              <a:off x="4802987" y="-230987"/>
              <a:ext cx="903225" cy="1365199"/>
            </a:xfrm>
            <a:custGeom>
              <a:avLst/>
              <a:gdLst/>
              <a:ahLst/>
              <a:cxnLst/>
              <a:rect l="l" t="t" r="r" b="b"/>
              <a:pathLst>
                <a:path w="21096" h="31886" extrusionOk="0">
                  <a:moveTo>
                    <a:pt x="21095" y="1"/>
                  </a:moveTo>
                  <a:cubicBezTo>
                    <a:pt x="1" y="16840"/>
                    <a:pt x="21095" y="31886"/>
                    <a:pt x="21095" y="31886"/>
                  </a:cubicBezTo>
                  <a:lnTo>
                    <a:pt x="210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3"/>
            <p:cNvSpPr/>
            <p:nvPr/>
          </p:nvSpPr>
          <p:spPr>
            <a:xfrm rot="10800000">
              <a:off x="-18" y="1609964"/>
              <a:ext cx="963642" cy="1699361"/>
            </a:xfrm>
            <a:custGeom>
              <a:avLst/>
              <a:gdLst/>
              <a:ahLst/>
              <a:cxnLst/>
              <a:rect l="l" t="t" r="r" b="b"/>
              <a:pathLst>
                <a:path w="21855" h="38543" extrusionOk="0">
                  <a:moveTo>
                    <a:pt x="21855" y="1"/>
                  </a:moveTo>
                  <a:cubicBezTo>
                    <a:pt x="0" y="21825"/>
                    <a:pt x="21855" y="38543"/>
                    <a:pt x="21855" y="38543"/>
                  </a:cubicBezTo>
                  <a:lnTo>
                    <a:pt x="21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 name="Google Shape;831;p23"/>
          <p:cNvGrpSpPr/>
          <p:nvPr/>
        </p:nvGrpSpPr>
        <p:grpSpPr>
          <a:xfrm>
            <a:off x="-319301" y="1022830"/>
            <a:ext cx="9608609" cy="3686483"/>
            <a:chOff x="-319301" y="1022830"/>
            <a:chExt cx="9608609" cy="3686483"/>
          </a:xfrm>
        </p:grpSpPr>
        <p:grpSp>
          <p:nvGrpSpPr>
            <p:cNvPr id="832" name="Google Shape;832;p23"/>
            <p:cNvGrpSpPr/>
            <p:nvPr/>
          </p:nvGrpSpPr>
          <p:grpSpPr>
            <a:xfrm rot="-671328">
              <a:off x="8416934" y="3486999"/>
              <a:ext cx="767229" cy="1158890"/>
              <a:chOff x="7754225" y="1474150"/>
              <a:chExt cx="641150" cy="968450"/>
            </a:xfrm>
          </p:grpSpPr>
          <p:sp>
            <p:nvSpPr>
              <p:cNvPr id="833" name="Google Shape;833;p23"/>
              <p:cNvSpPr/>
              <p:nvPr/>
            </p:nvSpPr>
            <p:spPr>
              <a:xfrm>
                <a:off x="8162025" y="1959225"/>
                <a:ext cx="45875" cy="122625"/>
              </a:xfrm>
              <a:custGeom>
                <a:avLst/>
                <a:gdLst/>
                <a:ahLst/>
                <a:cxnLst/>
                <a:rect l="l" t="t" r="r" b="b"/>
                <a:pathLst>
                  <a:path w="1835" h="4905" extrusionOk="0">
                    <a:moveTo>
                      <a:pt x="0" y="1"/>
                    </a:moveTo>
                    <a:lnTo>
                      <a:pt x="1835" y="4904"/>
                    </a:lnTo>
                  </a:path>
                </a:pathLst>
              </a:custGeom>
              <a:solidFill>
                <a:srgbClr val="6D6E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3"/>
              <p:cNvSpPr/>
              <p:nvPr/>
            </p:nvSpPr>
            <p:spPr>
              <a:xfrm>
                <a:off x="8138675" y="1950900"/>
                <a:ext cx="92575" cy="139275"/>
              </a:xfrm>
              <a:custGeom>
                <a:avLst/>
                <a:gdLst/>
                <a:ahLst/>
                <a:cxnLst/>
                <a:rect l="l" t="t" r="r" b="b"/>
                <a:pathLst>
                  <a:path w="3703" h="5571" extrusionOk="0">
                    <a:moveTo>
                      <a:pt x="1835" y="0"/>
                    </a:moveTo>
                    <a:lnTo>
                      <a:pt x="1068" y="300"/>
                    </a:lnTo>
                    <a:lnTo>
                      <a:pt x="0" y="701"/>
                    </a:lnTo>
                    <a:lnTo>
                      <a:pt x="1301" y="4070"/>
                    </a:lnTo>
                    <a:lnTo>
                      <a:pt x="1868" y="5571"/>
                    </a:lnTo>
                    <a:lnTo>
                      <a:pt x="2769" y="5237"/>
                    </a:lnTo>
                    <a:lnTo>
                      <a:pt x="3703" y="4870"/>
                    </a:lnTo>
                    <a:lnTo>
                      <a:pt x="3136" y="3369"/>
                    </a:lnTo>
                    <a:lnTo>
                      <a:pt x="18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3"/>
              <p:cNvSpPr/>
              <p:nvPr/>
            </p:nvSpPr>
            <p:spPr>
              <a:xfrm>
                <a:off x="8142825" y="2033775"/>
                <a:ext cx="248550" cy="408825"/>
              </a:xfrm>
              <a:custGeom>
                <a:avLst/>
                <a:gdLst/>
                <a:ahLst/>
                <a:cxnLst/>
                <a:rect l="l" t="t" r="r" b="b"/>
                <a:pathLst>
                  <a:path w="9942" h="16353" extrusionOk="0">
                    <a:moveTo>
                      <a:pt x="3492" y="1"/>
                    </a:moveTo>
                    <a:cubicBezTo>
                      <a:pt x="3330" y="1"/>
                      <a:pt x="3165" y="29"/>
                      <a:pt x="3003" y="87"/>
                    </a:cubicBezTo>
                    <a:lnTo>
                      <a:pt x="2970" y="87"/>
                    </a:lnTo>
                    <a:lnTo>
                      <a:pt x="2369" y="321"/>
                    </a:lnTo>
                    <a:lnTo>
                      <a:pt x="2036" y="421"/>
                    </a:lnTo>
                    <a:lnTo>
                      <a:pt x="1135" y="788"/>
                    </a:lnTo>
                    <a:lnTo>
                      <a:pt x="1102" y="788"/>
                    </a:lnTo>
                    <a:cubicBezTo>
                      <a:pt x="368" y="1055"/>
                      <a:pt x="1" y="1889"/>
                      <a:pt x="301" y="2623"/>
                    </a:cubicBezTo>
                    <a:lnTo>
                      <a:pt x="5138" y="15432"/>
                    </a:lnTo>
                    <a:cubicBezTo>
                      <a:pt x="5346" y="16004"/>
                      <a:pt x="5898" y="16353"/>
                      <a:pt x="6479" y="16353"/>
                    </a:cubicBezTo>
                    <a:cubicBezTo>
                      <a:pt x="6644" y="16353"/>
                      <a:pt x="6811" y="16325"/>
                      <a:pt x="6973" y="16266"/>
                    </a:cubicBezTo>
                    <a:lnTo>
                      <a:pt x="7940" y="15899"/>
                    </a:lnTo>
                    <a:lnTo>
                      <a:pt x="8207" y="15799"/>
                    </a:lnTo>
                    <a:lnTo>
                      <a:pt x="8874" y="15565"/>
                    </a:lnTo>
                    <a:cubicBezTo>
                      <a:pt x="9608" y="15265"/>
                      <a:pt x="9941" y="14431"/>
                      <a:pt x="9674" y="13731"/>
                    </a:cubicBezTo>
                    <a:lnTo>
                      <a:pt x="4804" y="921"/>
                    </a:lnTo>
                    <a:cubicBezTo>
                      <a:pt x="4596" y="350"/>
                      <a:pt x="4064" y="1"/>
                      <a:pt x="34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3"/>
              <p:cNvSpPr/>
              <p:nvPr/>
            </p:nvSpPr>
            <p:spPr>
              <a:xfrm>
                <a:off x="7831925" y="1523875"/>
                <a:ext cx="475225" cy="430650"/>
              </a:xfrm>
              <a:custGeom>
                <a:avLst/>
                <a:gdLst/>
                <a:ahLst/>
                <a:cxnLst/>
                <a:rect l="l" t="t" r="r" b="b"/>
                <a:pathLst>
                  <a:path w="19009" h="17226" extrusionOk="0">
                    <a:moveTo>
                      <a:pt x="9815" y="0"/>
                    </a:moveTo>
                    <a:cubicBezTo>
                      <a:pt x="4198" y="0"/>
                      <a:pt x="0" y="5397"/>
                      <a:pt x="1562" y="10977"/>
                    </a:cubicBezTo>
                    <a:cubicBezTo>
                      <a:pt x="1629" y="11210"/>
                      <a:pt x="1696" y="11444"/>
                      <a:pt x="1796" y="11677"/>
                    </a:cubicBezTo>
                    <a:cubicBezTo>
                      <a:pt x="2296" y="13011"/>
                      <a:pt x="3130" y="14179"/>
                      <a:pt x="4231" y="15113"/>
                    </a:cubicBezTo>
                    <a:cubicBezTo>
                      <a:pt x="4331" y="15213"/>
                      <a:pt x="4431" y="15313"/>
                      <a:pt x="4565" y="15413"/>
                    </a:cubicBezTo>
                    <a:cubicBezTo>
                      <a:pt x="5165" y="15880"/>
                      <a:pt x="5832" y="16280"/>
                      <a:pt x="6533" y="16547"/>
                    </a:cubicBezTo>
                    <a:cubicBezTo>
                      <a:pt x="7540" y="16992"/>
                      <a:pt x="8626" y="17226"/>
                      <a:pt x="9721" y="17226"/>
                    </a:cubicBezTo>
                    <a:cubicBezTo>
                      <a:pt x="9859" y="17226"/>
                      <a:pt x="9997" y="17222"/>
                      <a:pt x="10135" y="17214"/>
                    </a:cubicBezTo>
                    <a:cubicBezTo>
                      <a:pt x="11103" y="17214"/>
                      <a:pt x="12037" y="17014"/>
                      <a:pt x="12904" y="16681"/>
                    </a:cubicBezTo>
                    <a:cubicBezTo>
                      <a:pt x="16740" y="15213"/>
                      <a:pt x="19008" y="11310"/>
                      <a:pt x="18374" y="7274"/>
                    </a:cubicBezTo>
                    <a:cubicBezTo>
                      <a:pt x="18341" y="6974"/>
                      <a:pt x="18274" y="6640"/>
                      <a:pt x="18174" y="6373"/>
                    </a:cubicBezTo>
                    <a:cubicBezTo>
                      <a:pt x="18108" y="6073"/>
                      <a:pt x="18008" y="5806"/>
                      <a:pt x="17907" y="5539"/>
                    </a:cubicBezTo>
                    <a:cubicBezTo>
                      <a:pt x="17707" y="5006"/>
                      <a:pt x="17440" y="4472"/>
                      <a:pt x="17107" y="3972"/>
                    </a:cubicBezTo>
                    <a:lnTo>
                      <a:pt x="17040" y="3838"/>
                    </a:lnTo>
                    <a:cubicBezTo>
                      <a:pt x="16540" y="3071"/>
                      <a:pt x="15906" y="2404"/>
                      <a:pt x="15206" y="1837"/>
                    </a:cubicBezTo>
                    <a:lnTo>
                      <a:pt x="15139" y="1803"/>
                    </a:lnTo>
                    <a:cubicBezTo>
                      <a:pt x="13838" y="769"/>
                      <a:pt x="12270" y="169"/>
                      <a:pt x="10602" y="35"/>
                    </a:cubicBezTo>
                    <a:cubicBezTo>
                      <a:pt x="10337" y="12"/>
                      <a:pt x="10074" y="0"/>
                      <a:pt x="98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3"/>
              <p:cNvSpPr/>
              <p:nvPr/>
            </p:nvSpPr>
            <p:spPr>
              <a:xfrm>
                <a:off x="8165350" y="1950900"/>
                <a:ext cx="226025" cy="480350"/>
              </a:xfrm>
              <a:custGeom>
                <a:avLst/>
                <a:gdLst/>
                <a:ahLst/>
                <a:cxnLst/>
                <a:rect l="l" t="t" r="r" b="b"/>
                <a:pathLst>
                  <a:path w="9041" h="19214" extrusionOk="0">
                    <a:moveTo>
                      <a:pt x="768" y="0"/>
                    </a:moveTo>
                    <a:lnTo>
                      <a:pt x="1" y="267"/>
                    </a:lnTo>
                    <a:lnTo>
                      <a:pt x="67" y="934"/>
                    </a:lnTo>
                    <a:lnTo>
                      <a:pt x="1135" y="3736"/>
                    </a:lnTo>
                    <a:lnTo>
                      <a:pt x="1702" y="5237"/>
                    </a:lnTo>
                    <a:lnTo>
                      <a:pt x="7039" y="19214"/>
                    </a:lnTo>
                    <a:lnTo>
                      <a:pt x="7306" y="19114"/>
                    </a:lnTo>
                    <a:lnTo>
                      <a:pt x="7973" y="18880"/>
                    </a:lnTo>
                    <a:cubicBezTo>
                      <a:pt x="8707" y="18580"/>
                      <a:pt x="9040" y="17746"/>
                      <a:pt x="8773" y="17046"/>
                    </a:cubicBezTo>
                    <a:lnTo>
                      <a:pt x="3903" y="4236"/>
                    </a:lnTo>
                    <a:cubicBezTo>
                      <a:pt x="3693" y="3657"/>
                      <a:pt x="3150" y="3286"/>
                      <a:pt x="2570" y="3286"/>
                    </a:cubicBezTo>
                    <a:cubicBezTo>
                      <a:pt x="2415" y="3286"/>
                      <a:pt x="2257" y="3313"/>
                      <a:pt x="2102" y="3369"/>
                    </a:cubicBezTo>
                    <a:lnTo>
                      <a:pt x="2069" y="3369"/>
                    </a:lnTo>
                    <a:lnTo>
                      <a:pt x="768" y="0"/>
                    </a:lnTo>
                    <a:close/>
                  </a:path>
                </a:pathLst>
              </a:custGeom>
              <a:solidFill>
                <a:srgbClr val="002F57">
                  <a:alpha val="13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3"/>
              <p:cNvSpPr/>
              <p:nvPr/>
            </p:nvSpPr>
            <p:spPr>
              <a:xfrm>
                <a:off x="7754225" y="1474150"/>
                <a:ext cx="641150" cy="530375"/>
              </a:xfrm>
              <a:custGeom>
                <a:avLst/>
                <a:gdLst/>
                <a:ahLst/>
                <a:cxnLst/>
                <a:rect l="l" t="t" r="r" b="b"/>
                <a:pathLst>
                  <a:path w="25646" h="21215" extrusionOk="0">
                    <a:moveTo>
                      <a:pt x="12930" y="1934"/>
                    </a:moveTo>
                    <a:cubicBezTo>
                      <a:pt x="14099" y="1934"/>
                      <a:pt x="15310" y="2181"/>
                      <a:pt x="16512" y="2725"/>
                    </a:cubicBezTo>
                    <a:cubicBezTo>
                      <a:pt x="23517" y="5861"/>
                      <a:pt x="23217" y="15934"/>
                      <a:pt x="16012" y="18670"/>
                    </a:cubicBezTo>
                    <a:cubicBezTo>
                      <a:pt x="15015" y="19044"/>
                      <a:pt x="13991" y="19222"/>
                      <a:pt x="12984" y="19222"/>
                    </a:cubicBezTo>
                    <a:cubicBezTo>
                      <a:pt x="9507" y="19222"/>
                      <a:pt x="6223" y="17106"/>
                      <a:pt x="4904" y="13666"/>
                    </a:cubicBezTo>
                    <a:cubicBezTo>
                      <a:pt x="2638" y="7697"/>
                      <a:pt x="7286" y="1934"/>
                      <a:pt x="12930" y="1934"/>
                    </a:cubicBezTo>
                    <a:close/>
                    <a:moveTo>
                      <a:pt x="12965" y="1"/>
                    </a:moveTo>
                    <a:cubicBezTo>
                      <a:pt x="11715" y="1"/>
                      <a:pt x="10444" y="223"/>
                      <a:pt x="9207" y="690"/>
                    </a:cubicBezTo>
                    <a:cubicBezTo>
                      <a:pt x="401" y="4026"/>
                      <a:pt x="0" y="16368"/>
                      <a:pt x="8607" y="20238"/>
                    </a:cubicBezTo>
                    <a:cubicBezTo>
                      <a:pt x="10088" y="20909"/>
                      <a:pt x="11581" y="21214"/>
                      <a:pt x="13020" y="21214"/>
                    </a:cubicBezTo>
                    <a:cubicBezTo>
                      <a:pt x="19947" y="21214"/>
                      <a:pt x="25645" y="14152"/>
                      <a:pt x="22883" y="6861"/>
                    </a:cubicBezTo>
                    <a:cubicBezTo>
                      <a:pt x="21283" y="2602"/>
                      <a:pt x="17245" y="1"/>
                      <a:pt x="129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9" name="Google Shape;839;p23"/>
            <p:cNvGrpSpPr/>
            <p:nvPr/>
          </p:nvGrpSpPr>
          <p:grpSpPr>
            <a:xfrm rot="5650587">
              <a:off x="-233029" y="1007511"/>
              <a:ext cx="958328" cy="1063903"/>
              <a:chOff x="7346251" y="563301"/>
              <a:chExt cx="1165163" cy="1293524"/>
            </a:xfrm>
          </p:grpSpPr>
          <p:sp>
            <p:nvSpPr>
              <p:cNvPr id="840" name="Google Shape;840;p23"/>
              <p:cNvSpPr/>
              <p:nvPr/>
            </p:nvSpPr>
            <p:spPr>
              <a:xfrm rot="1693449">
                <a:off x="7551679" y="1144858"/>
                <a:ext cx="928371" cy="366040"/>
              </a:xfrm>
              <a:custGeom>
                <a:avLst/>
                <a:gdLst/>
                <a:ahLst/>
                <a:cxnLst/>
                <a:rect l="l" t="t" r="r" b="b"/>
                <a:pathLst>
                  <a:path w="22281" h="8785" extrusionOk="0">
                    <a:moveTo>
                      <a:pt x="11156" y="1"/>
                    </a:moveTo>
                    <a:lnTo>
                      <a:pt x="0" y="8147"/>
                    </a:lnTo>
                    <a:lnTo>
                      <a:pt x="456" y="8785"/>
                    </a:lnTo>
                    <a:lnTo>
                      <a:pt x="11156" y="943"/>
                    </a:lnTo>
                    <a:lnTo>
                      <a:pt x="21824" y="8785"/>
                    </a:lnTo>
                    <a:lnTo>
                      <a:pt x="22280" y="8147"/>
                    </a:lnTo>
                    <a:lnTo>
                      <a:pt x="111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3"/>
              <p:cNvSpPr/>
              <p:nvPr/>
            </p:nvSpPr>
            <p:spPr>
              <a:xfrm rot="1693449">
                <a:off x="8193466" y="722377"/>
                <a:ext cx="31708" cy="490164"/>
              </a:xfrm>
              <a:custGeom>
                <a:avLst/>
                <a:gdLst/>
                <a:ahLst/>
                <a:cxnLst/>
                <a:rect l="l" t="t" r="r" b="b"/>
                <a:pathLst>
                  <a:path w="761" h="11764" extrusionOk="0">
                    <a:moveTo>
                      <a:pt x="0" y="1"/>
                    </a:moveTo>
                    <a:lnTo>
                      <a:pt x="0" y="11764"/>
                    </a:lnTo>
                    <a:lnTo>
                      <a:pt x="760" y="11764"/>
                    </a:lnTo>
                    <a:lnTo>
                      <a:pt x="7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3"/>
              <p:cNvSpPr/>
              <p:nvPr/>
            </p:nvSpPr>
            <p:spPr>
              <a:xfrm rot="1693449">
                <a:off x="7387886" y="1133150"/>
                <a:ext cx="271332" cy="244291"/>
              </a:xfrm>
              <a:custGeom>
                <a:avLst/>
                <a:gdLst/>
                <a:ahLst/>
                <a:cxnLst/>
                <a:rect l="l" t="t" r="r" b="b"/>
                <a:pathLst>
                  <a:path w="6512" h="5863" extrusionOk="0">
                    <a:moveTo>
                      <a:pt x="3613" y="0"/>
                    </a:moveTo>
                    <a:cubicBezTo>
                      <a:pt x="1736" y="0"/>
                      <a:pt x="1" y="1909"/>
                      <a:pt x="888" y="4061"/>
                    </a:cubicBezTo>
                    <a:cubicBezTo>
                      <a:pt x="1399" y="5299"/>
                      <a:pt x="2472" y="5862"/>
                      <a:pt x="3545" y="5862"/>
                    </a:cubicBezTo>
                    <a:cubicBezTo>
                      <a:pt x="5028" y="5862"/>
                      <a:pt x="6511" y="4788"/>
                      <a:pt x="6511" y="2937"/>
                    </a:cubicBezTo>
                    <a:cubicBezTo>
                      <a:pt x="6511" y="2177"/>
                      <a:pt x="6208" y="1417"/>
                      <a:pt x="5630" y="870"/>
                    </a:cubicBezTo>
                    <a:cubicBezTo>
                      <a:pt x="5022" y="262"/>
                      <a:pt x="4308" y="0"/>
                      <a:pt x="3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3"/>
              <p:cNvSpPr/>
              <p:nvPr/>
            </p:nvSpPr>
            <p:spPr>
              <a:xfrm rot="1693449">
                <a:off x="7389301" y="1127882"/>
                <a:ext cx="256582" cy="217124"/>
              </a:xfrm>
              <a:custGeom>
                <a:avLst/>
                <a:gdLst/>
                <a:ahLst/>
                <a:cxnLst/>
                <a:rect l="l" t="t" r="r" b="b"/>
                <a:pathLst>
                  <a:path w="6158" h="5211" extrusionOk="0">
                    <a:moveTo>
                      <a:pt x="3793" y="0"/>
                    </a:moveTo>
                    <a:cubicBezTo>
                      <a:pt x="1804" y="0"/>
                      <a:pt x="1" y="2153"/>
                      <a:pt x="1173" y="4340"/>
                    </a:cubicBezTo>
                    <a:cubicBezTo>
                      <a:pt x="1775" y="4942"/>
                      <a:pt x="2512" y="5211"/>
                      <a:pt x="3232" y="5211"/>
                    </a:cubicBezTo>
                    <a:cubicBezTo>
                      <a:pt x="4730" y="5211"/>
                      <a:pt x="6158" y="4048"/>
                      <a:pt x="6158" y="2303"/>
                    </a:cubicBezTo>
                    <a:cubicBezTo>
                      <a:pt x="6158" y="1787"/>
                      <a:pt x="6036" y="1331"/>
                      <a:pt x="5823" y="875"/>
                    </a:cubicBezTo>
                    <a:cubicBezTo>
                      <a:pt x="5203" y="262"/>
                      <a:pt x="4487" y="0"/>
                      <a:pt x="37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3"/>
              <p:cNvSpPr/>
              <p:nvPr/>
            </p:nvSpPr>
            <p:spPr>
              <a:xfrm rot="1693449">
                <a:off x="8170413" y="620910"/>
                <a:ext cx="279374" cy="243749"/>
              </a:xfrm>
              <a:custGeom>
                <a:avLst/>
                <a:gdLst/>
                <a:ahLst/>
                <a:cxnLst/>
                <a:rect l="l" t="t" r="r" b="b"/>
                <a:pathLst>
                  <a:path w="6705" h="5850" extrusionOk="0">
                    <a:moveTo>
                      <a:pt x="3764" y="1"/>
                    </a:moveTo>
                    <a:cubicBezTo>
                      <a:pt x="1641" y="1"/>
                      <a:pt x="0" y="2426"/>
                      <a:pt x="1325" y="4489"/>
                    </a:cubicBezTo>
                    <a:cubicBezTo>
                      <a:pt x="1916" y="5428"/>
                      <a:pt x="2835" y="5850"/>
                      <a:pt x="3748" y="5850"/>
                    </a:cubicBezTo>
                    <a:cubicBezTo>
                      <a:pt x="5226" y="5850"/>
                      <a:pt x="6686" y="4743"/>
                      <a:pt x="6705" y="2939"/>
                    </a:cubicBezTo>
                    <a:cubicBezTo>
                      <a:pt x="6705" y="1814"/>
                      <a:pt x="6036" y="780"/>
                      <a:pt x="5033" y="294"/>
                    </a:cubicBezTo>
                    <a:cubicBezTo>
                      <a:pt x="4604" y="92"/>
                      <a:pt x="4175" y="1"/>
                      <a:pt x="37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3"/>
              <p:cNvSpPr/>
              <p:nvPr/>
            </p:nvSpPr>
            <p:spPr>
              <a:xfrm rot="1693449">
                <a:off x="8165574" y="611565"/>
                <a:ext cx="260165" cy="222957"/>
              </a:xfrm>
              <a:custGeom>
                <a:avLst/>
                <a:gdLst/>
                <a:ahLst/>
                <a:cxnLst/>
                <a:rect l="l" t="t" r="r" b="b"/>
                <a:pathLst>
                  <a:path w="6244" h="5351" extrusionOk="0">
                    <a:moveTo>
                      <a:pt x="4023" y="1"/>
                    </a:moveTo>
                    <a:cubicBezTo>
                      <a:pt x="1646" y="1"/>
                      <a:pt x="1" y="3100"/>
                      <a:pt x="2049" y="5070"/>
                    </a:cubicBezTo>
                    <a:cubicBezTo>
                      <a:pt x="2458" y="5262"/>
                      <a:pt x="2881" y="5350"/>
                      <a:pt x="3293" y="5350"/>
                    </a:cubicBezTo>
                    <a:cubicBezTo>
                      <a:pt x="4841" y="5350"/>
                      <a:pt x="6244" y="4106"/>
                      <a:pt x="6244" y="2426"/>
                    </a:cubicBezTo>
                    <a:cubicBezTo>
                      <a:pt x="6244" y="1605"/>
                      <a:pt x="5909" y="845"/>
                      <a:pt x="5301" y="298"/>
                    </a:cubicBezTo>
                    <a:cubicBezTo>
                      <a:pt x="4864" y="93"/>
                      <a:pt x="4433" y="1"/>
                      <a:pt x="40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3"/>
              <p:cNvSpPr/>
              <p:nvPr/>
            </p:nvSpPr>
            <p:spPr>
              <a:xfrm rot="1693449">
                <a:off x="7894832" y="992986"/>
                <a:ext cx="393915" cy="386790"/>
              </a:xfrm>
              <a:custGeom>
                <a:avLst/>
                <a:gdLst/>
                <a:ahLst/>
                <a:cxnLst/>
                <a:rect l="l" t="t" r="r" b="b"/>
                <a:pathLst>
                  <a:path w="9454" h="9283" extrusionOk="0">
                    <a:moveTo>
                      <a:pt x="4743" y="0"/>
                    </a:moveTo>
                    <a:cubicBezTo>
                      <a:pt x="2189" y="0"/>
                      <a:pt x="92" y="2006"/>
                      <a:pt x="31" y="4560"/>
                    </a:cubicBezTo>
                    <a:cubicBezTo>
                      <a:pt x="1" y="5228"/>
                      <a:pt x="153" y="5897"/>
                      <a:pt x="426" y="6505"/>
                    </a:cubicBezTo>
                    <a:cubicBezTo>
                      <a:pt x="1200" y="8233"/>
                      <a:pt x="2915" y="9282"/>
                      <a:pt x="4735" y="9282"/>
                    </a:cubicBezTo>
                    <a:cubicBezTo>
                      <a:pt x="5060" y="9282"/>
                      <a:pt x="5388" y="9249"/>
                      <a:pt x="5715" y="9180"/>
                    </a:cubicBezTo>
                    <a:cubicBezTo>
                      <a:pt x="7904" y="8724"/>
                      <a:pt x="9454" y="6778"/>
                      <a:pt x="9454" y="4560"/>
                    </a:cubicBezTo>
                    <a:cubicBezTo>
                      <a:pt x="9363" y="2006"/>
                      <a:pt x="7296" y="0"/>
                      <a:pt x="47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3"/>
              <p:cNvSpPr/>
              <p:nvPr/>
            </p:nvSpPr>
            <p:spPr>
              <a:xfrm rot="1693449">
                <a:off x="7909513" y="982757"/>
                <a:ext cx="362248" cy="344582"/>
              </a:xfrm>
              <a:custGeom>
                <a:avLst/>
                <a:gdLst/>
                <a:ahLst/>
                <a:cxnLst/>
                <a:rect l="l" t="t" r="r" b="b"/>
                <a:pathLst>
                  <a:path w="8694" h="8270" extrusionOk="0">
                    <a:moveTo>
                      <a:pt x="4764" y="1"/>
                    </a:moveTo>
                    <a:cubicBezTo>
                      <a:pt x="2345" y="1"/>
                      <a:pt x="11" y="1856"/>
                      <a:pt x="31" y="4703"/>
                    </a:cubicBezTo>
                    <a:cubicBezTo>
                      <a:pt x="1" y="5371"/>
                      <a:pt x="153" y="6040"/>
                      <a:pt x="426" y="6648"/>
                    </a:cubicBezTo>
                    <a:cubicBezTo>
                      <a:pt x="1413" y="7769"/>
                      <a:pt x="2690" y="8270"/>
                      <a:pt x="3944" y="8270"/>
                    </a:cubicBezTo>
                    <a:cubicBezTo>
                      <a:pt x="6362" y="8270"/>
                      <a:pt x="8694" y="6409"/>
                      <a:pt x="8694" y="3548"/>
                    </a:cubicBezTo>
                    <a:cubicBezTo>
                      <a:pt x="8694" y="2879"/>
                      <a:pt x="8542" y="2210"/>
                      <a:pt x="8268" y="1602"/>
                    </a:cubicBezTo>
                    <a:cubicBezTo>
                      <a:pt x="7285" y="495"/>
                      <a:pt x="6013" y="1"/>
                      <a:pt x="47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3"/>
              <p:cNvSpPr/>
              <p:nvPr/>
            </p:nvSpPr>
            <p:spPr>
              <a:xfrm rot="1693449">
                <a:off x="8173447" y="1561299"/>
                <a:ext cx="287540" cy="241916"/>
              </a:xfrm>
              <a:custGeom>
                <a:avLst/>
                <a:gdLst/>
                <a:ahLst/>
                <a:cxnLst/>
                <a:rect l="l" t="t" r="r" b="b"/>
                <a:pathLst>
                  <a:path w="6901" h="5806" extrusionOk="0">
                    <a:moveTo>
                      <a:pt x="3983" y="0"/>
                    </a:moveTo>
                    <a:cubicBezTo>
                      <a:pt x="1186" y="0"/>
                      <a:pt x="1" y="3526"/>
                      <a:pt x="2220" y="5228"/>
                    </a:cubicBezTo>
                    <a:cubicBezTo>
                      <a:pt x="2706" y="5623"/>
                      <a:pt x="3344" y="5806"/>
                      <a:pt x="3983" y="5806"/>
                    </a:cubicBezTo>
                    <a:cubicBezTo>
                      <a:pt x="5594" y="5806"/>
                      <a:pt x="6901" y="4499"/>
                      <a:pt x="6901" y="2888"/>
                    </a:cubicBezTo>
                    <a:cubicBezTo>
                      <a:pt x="6870" y="1733"/>
                      <a:pt x="6202" y="669"/>
                      <a:pt x="5107" y="213"/>
                    </a:cubicBezTo>
                    <a:cubicBezTo>
                      <a:pt x="4743" y="61"/>
                      <a:pt x="4378" y="0"/>
                      <a:pt x="39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3"/>
              <p:cNvSpPr/>
              <p:nvPr/>
            </p:nvSpPr>
            <p:spPr>
              <a:xfrm rot="1693449">
                <a:off x="8178624" y="1555917"/>
                <a:ext cx="260957" cy="226707"/>
              </a:xfrm>
              <a:custGeom>
                <a:avLst/>
                <a:gdLst/>
                <a:ahLst/>
                <a:cxnLst/>
                <a:rect l="l" t="t" r="r" b="b"/>
                <a:pathLst>
                  <a:path w="6263" h="5441" extrusionOk="0">
                    <a:moveTo>
                      <a:pt x="3983" y="0"/>
                    </a:moveTo>
                    <a:cubicBezTo>
                      <a:pt x="1186" y="0"/>
                      <a:pt x="1" y="3526"/>
                      <a:pt x="2220" y="5228"/>
                    </a:cubicBezTo>
                    <a:cubicBezTo>
                      <a:pt x="2584" y="5380"/>
                      <a:pt x="2949" y="5441"/>
                      <a:pt x="3344" y="5441"/>
                    </a:cubicBezTo>
                    <a:cubicBezTo>
                      <a:pt x="4955" y="5441"/>
                      <a:pt x="6262" y="4134"/>
                      <a:pt x="6262" y="2553"/>
                    </a:cubicBezTo>
                    <a:cubicBezTo>
                      <a:pt x="6262" y="1611"/>
                      <a:pt x="5837" y="760"/>
                      <a:pt x="5107" y="213"/>
                    </a:cubicBezTo>
                    <a:cubicBezTo>
                      <a:pt x="4743" y="61"/>
                      <a:pt x="4378" y="0"/>
                      <a:pt x="39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50" name="Google Shape;850;p23"/>
          <p:cNvGrpSpPr/>
          <p:nvPr/>
        </p:nvGrpSpPr>
        <p:grpSpPr>
          <a:xfrm>
            <a:off x="87719" y="659293"/>
            <a:ext cx="8998010" cy="4946067"/>
            <a:chOff x="87719" y="659293"/>
            <a:chExt cx="8998010" cy="4946067"/>
          </a:xfrm>
        </p:grpSpPr>
        <p:grpSp>
          <p:nvGrpSpPr>
            <p:cNvPr id="851" name="Google Shape;851;p23"/>
            <p:cNvGrpSpPr/>
            <p:nvPr/>
          </p:nvGrpSpPr>
          <p:grpSpPr>
            <a:xfrm rot="9394993" flipH="1">
              <a:off x="3262551" y="4470348"/>
              <a:ext cx="1635758" cy="844761"/>
              <a:chOff x="596274" y="343048"/>
              <a:chExt cx="1635826" cy="844796"/>
            </a:xfrm>
          </p:grpSpPr>
          <p:sp>
            <p:nvSpPr>
              <p:cNvPr id="852" name="Google Shape;852;p23"/>
              <p:cNvSpPr/>
              <p:nvPr/>
            </p:nvSpPr>
            <p:spPr>
              <a:xfrm>
                <a:off x="596274" y="1020316"/>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3"/>
              <p:cNvSpPr/>
              <p:nvPr/>
            </p:nvSpPr>
            <p:spPr>
              <a:xfrm>
                <a:off x="2155163" y="343048"/>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3"/>
              <p:cNvSpPr/>
              <p:nvPr/>
            </p:nvSpPr>
            <p:spPr>
              <a:xfrm>
                <a:off x="839216" y="1070134"/>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5" name="Google Shape;855;p23"/>
            <p:cNvGrpSpPr/>
            <p:nvPr/>
          </p:nvGrpSpPr>
          <p:grpSpPr>
            <a:xfrm rot="5400000">
              <a:off x="8063335" y="1373191"/>
              <a:ext cx="1736292" cy="308495"/>
              <a:chOff x="884340" y="164158"/>
              <a:chExt cx="1736292" cy="308495"/>
            </a:xfrm>
          </p:grpSpPr>
          <p:sp>
            <p:nvSpPr>
              <p:cNvPr id="856" name="Google Shape;856;p23"/>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3"/>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3"/>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9" name="Google Shape;859;p23"/>
            <p:cNvGrpSpPr/>
            <p:nvPr/>
          </p:nvGrpSpPr>
          <p:grpSpPr>
            <a:xfrm rot="5705005" flipH="1">
              <a:off x="-372558" y="2716378"/>
              <a:ext cx="1428180" cy="382586"/>
              <a:chOff x="1515612" y="941908"/>
              <a:chExt cx="1428276" cy="382612"/>
            </a:xfrm>
          </p:grpSpPr>
          <p:sp>
            <p:nvSpPr>
              <p:cNvPr id="860" name="Google Shape;860;p23"/>
              <p:cNvSpPr/>
              <p:nvPr/>
            </p:nvSpPr>
            <p:spPr>
              <a:xfrm>
                <a:off x="1824264" y="976541"/>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3"/>
              <p:cNvSpPr/>
              <p:nvPr/>
            </p:nvSpPr>
            <p:spPr>
              <a:xfrm>
                <a:off x="2866951" y="941908"/>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3"/>
              <p:cNvSpPr/>
              <p:nvPr/>
            </p:nvSpPr>
            <p:spPr>
              <a:xfrm>
                <a:off x="1515612" y="1206810"/>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63" name="Google Shape;863;p23"/>
          <p:cNvSpPr txBox="1">
            <a:spLocks noGrp="1"/>
          </p:cNvSpPr>
          <p:nvPr>
            <p:ph type="title"/>
          </p:nvPr>
        </p:nvSpPr>
        <p:spPr>
          <a:xfrm>
            <a:off x="1250349" y="1502198"/>
            <a:ext cx="2475600" cy="11631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864" name="Google Shape;864;p23"/>
          <p:cNvSpPr txBox="1">
            <a:spLocks noGrp="1"/>
          </p:cNvSpPr>
          <p:nvPr>
            <p:ph type="subTitle" idx="1"/>
          </p:nvPr>
        </p:nvSpPr>
        <p:spPr>
          <a:xfrm flipH="1">
            <a:off x="1250349" y="2685888"/>
            <a:ext cx="3858900" cy="916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3">
  <p:cSld name="CUSTOM_2_1_1_1">
    <p:spTree>
      <p:nvGrpSpPr>
        <p:cNvPr id="1" name="Shape 865"/>
        <p:cNvGrpSpPr/>
        <p:nvPr/>
      </p:nvGrpSpPr>
      <p:grpSpPr>
        <a:xfrm>
          <a:off x="0" y="0"/>
          <a:ext cx="0" cy="0"/>
          <a:chOff x="0" y="0"/>
          <a:chExt cx="0" cy="0"/>
        </a:xfrm>
      </p:grpSpPr>
      <p:grpSp>
        <p:nvGrpSpPr>
          <p:cNvPr id="866" name="Google Shape;866;p24"/>
          <p:cNvGrpSpPr/>
          <p:nvPr/>
        </p:nvGrpSpPr>
        <p:grpSpPr>
          <a:xfrm>
            <a:off x="2764961" y="3034800"/>
            <a:ext cx="6379027" cy="2108691"/>
            <a:chOff x="2764961" y="3034800"/>
            <a:chExt cx="6379027" cy="2108691"/>
          </a:xfrm>
        </p:grpSpPr>
        <p:sp>
          <p:nvSpPr>
            <p:cNvPr id="867" name="Google Shape;867;p24"/>
            <p:cNvSpPr/>
            <p:nvPr/>
          </p:nvSpPr>
          <p:spPr>
            <a:xfrm>
              <a:off x="7885875" y="3034800"/>
              <a:ext cx="1258113" cy="1901601"/>
            </a:xfrm>
            <a:custGeom>
              <a:avLst/>
              <a:gdLst/>
              <a:ahLst/>
              <a:cxnLst/>
              <a:rect l="l" t="t" r="r" b="b"/>
              <a:pathLst>
                <a:path w="21096" h="31886" extrusionOk="0">
                  <a:moveTo>
                    <a:pt x="21095" y="1"/>
                  </a:moveTo>
                  <a:cubicBezTo>
                    <a:pt x="1" y="16840"/>
                    <a:pt x="21095" y="31886"/>
                    <a:pt x="21095" y="31886"/>
                  </a:cubicBezTo>
                  <a:lnTo>
                    <a:pt x="210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4"/>
            <p:cNvSpPr/>
            <p:nvPr/>
          </p:nvSpPr>
          <p:spPr>
            <a:xfrm rot="5400000">
              <a:off x="3083723" y="3989814"/>
              <a:ext cx="834916" cy="1472439"/>
            </a:xfrm>
            <a:custGeom>
              <a:avLst/>
              <a:gdLst/>
              <a:ahLst/>
              <a:cxnLst/>
              <a:rect l="l" t="t" r="r" b="b"/>
              <a:pathLst>
                <a:path w="21855" h="38543" extrusionOk="0">
                  <a:moveTo>
                    <a:pt x="21855" y="1"/>
                  </a:moveTo>
                  <a:cubicBezTo>
                    <a:pt x="0" y="21825"/>
                    <a:pt x="21855" y="38543"/>
                    <a:pt x="21855" y="38543"/>
                  </a:cubicBezTo>
                  <a:lnTo>
                    <a:pt x="21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9" name="Google Shape;869;p24"/>
          <p:cNvGrpSpPr/>
          <p:nvPr/>
        </p:nvGrpSpPr>
        <p:grpSpPr>
          <a:xfrm>
            <a:off x="0" y="0"/>
            <a:ext cx="7885887" cy="4182530"/>
            <a:chOff x="0" y="0"/>
            <a:chExt cx="7885887" cy="4182530"/>
          </a:xfrm>
        </p:grpSpPr>
        <p:sp>
          <p:nvSpPr>
            <p:cNvPr id="870" name="Google Shape;870;p24"/>
            <p:cNvSpPr/>
            <p:nvPr/>
          </p:nvSpPr>
          <p:spPr>
            <a:xfrm>
              <a:off x="0" y="2830777"/>
              <a:ext cx="777899" cy="1351753"/>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71" name="Google Shape;871;p24"/>
            <p:cNvSpPr/>
            <p:nvPr/>
          </p:nvSpPr>
          <p:spPr>
            <a:xfrm>
              <a:off x="6807131" y="0"/>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872" name="Google Shape;872;p24"/>
          <p:cNvGrpSpPr/>
          <p:nvPr/>
        </p:nvGrpSpPr>
        <p:grpSpPr>
          <a:xfrm>
            <a:off x="-458700" y="70483"/>
            <a:ext cx="9218806" cy="4896047"/>
            <a:chOff x="-458700" y="70483"/>
            <a:chExt cx="9218806" cy="4896047"/>
          </a:xfrm>
        </p:grpSpPr>
        <p:grpSp>
          <p:nvGrpSpPr>
            <p:cNvPr id="873" name="Google Shape;873;p24"/>
            <p:cNvGrpSpPr/>
            <p:nvPr/>
          </p:nvGrpSpPr>
          <p:grpSpPr>
            <a:xfrm rot="-3994993">
              <a:off x="-563948" y="3156265"/>
              <a:ext cx="1635758" cy="844761"/>
              <a:chOff x="596274" y="343048"/>
              <a:chExt cx="1635826" cy="844796"/>
            </a:xfrm>
          </p:grpSpPr>
          <p:sp>
            <p:nvSpPr>
              <p:cNvPr id="874" name="Google Shape;874;p24"/>
              <p:cNvSpPr/>
              <p:nvPr/>
            </p:nvSpPr>
            <p:spPr>
              <a:xfrm>
                <a:off x="596274" y="1020316"/>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75" name="Google Shape;875;p24"/>
              <p:cNvSpPr/>
              <p:nvPr/>
            </p:nvSpPr>
            <p:spPr>
              <a:xfrm>
                <a:off x="2155163" y="343048"/>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76" name="Google Shape;876;p24"/>
              <p:cNvSpPr/>
              <p:nvPr/>
            </p:nvSpPr>
            <p:spPr>
              <a:xfrm>
                <a:off x="839216" y="1070134"/>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877" name="Google Shape;877;p24"/>
            <p:cNvGrpSpPr/>
            <p:nvPr/>
          </p:nvGrpSpPr>
          <p:grpSpPr>
            <a:xfrm>
              <a:off x="6542840" y="70483"/>
              <a:ext cx="1736292" cy="308495"/>
              <a:chOff x="884340" y="164158"/>
              <a:chExt cx="1736292" cy="308495"/>
            </a:xfrm>
          </p:grpSpPr>
          <p:sp>
            <p:nvSpPr>
              <p:cNvPr id="878" name="Google Shape;878;p24"/>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79" name="Google Shape;879;p24"/>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80" name="Google Shape;880;p24"/>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881" name="Google Shape;881;p24"/>
            <p:cNvGrpSpPr/>
            <p:nvPr/>
          </p:nvGrpSpPr>
          <p:grpSpPr>
            <a:xfrm>
              <a:off x="7995589" y="4658020"/>
              <a:ext cx="764518" cy="308510"/>
              <a:chOff x="7995589" y="4658020"/>
              <a:chExt cx="764518" cy="308510"/>
            </a:xfrm>
          </p:grpSpPr>
          <p:grpSp>
            <p:nvGrpSpPr>
              <p:cNvPr id="882" name="Google Shape;882;p24"/>
              <p:cNvGrpSpPr/>
              <p:nvPr/>
            </p:nvGrpSpPr>
            <p:grpSpPr>
              <a:xfrm>
                <a:off x="7995589" y="4658020"/>
                <a:ext cx="435184" cy="308495"/>
                <a:chOff x="2185448" y="164158"/>
                <a:chExt cx="435184" cy="308495"/>
              </a:xfrm>
            </p:grpSpPr>
            <p:sp>
              <p:nvSpPr>
                <p:cNvPr id="883" name="Google Shape;883;p24"/>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4"/>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5" name="Google Shape;885;p24"/>
              <p:cNvSpPr/>
              <p:nvPr/>
            </p:nvSpPr>
            <p:spPr>
              <a:xfrm>
                <a:off x="8609477" y="4848820"/>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86" name="Google Shape;886;p24"/>
          <p:cNvSpPr txBox="1">
            <a:spLocks noGrp="1"/>
          </p:cNvSpPr>
          <p:nvPr>
            <p:ph type="title"/>
          </p:nvPr>
        </p:nvSpPr>
        <p:spPr>
          <a:xfrm>
            <a:off x="5422000" y="1502198"/>
            <a:ext cx="2475600" cy="11631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887" name="Google Shape;887;p24"/>
          <p:cNvSpPr txBox="1">
            <a:spLocks noGrp="1"/>
          </p:cNvSpPr>
          <p:nvPr>
            <p:ph type="subTitle" idx="1"/>
          </p:nvPr>
        </p:nvSpPr>
        <p:spPr>
          <a:xfrm flipH="1">
            <a:off x="4038600" y="2685888"/>
            <a:ext cx="3858900" cy="916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grpSp>
        <p:nvGrpSpPr>
          <p:cNvPr id="888" name="Google Shape;888;p24"/>
          <p:cNvGrpSpPr/>
          <p:nvPr/>
        </p:nvGrpSpPr>
        <p:grpSpPr>
          <a:xfrm>
            <a:off x="-290065" y="1022837"/>
            <a:ext cx="9544186" cy="2964403"/>
            <a:chOff x="-290065" y="1022837"/>
            <a:chExt cx="9544186" cy="2964403"/>
          </a:xfrm>
        </p:grpSpPr>
        <p:grpSp>
          <p:nvGrpSpPr>
            <p:cNvPr id="889" name="Google Shape;889;p24"/>
            <p:cNvGrpSpPr/>
            <p:nvPr/>
          </p:nvGrpSpPr>
          <p:grpSpPr>
            <a:xfrm>
              <a:off x="8340882" y="2838811"/>
              <a:ext cx="913240" cy="1148430"/>
              <a:chOff x="8340882" y="2838811"/>
              <a:chExt cx="913240" cy="1148430"/>
            </a:xfrm>
          </p:grpSpPr>
          <p:sp>
            <p:nvSpPr>
              <p:cNvPr id="890" name="Google Shape;890;p24"/>
              <p:cNvSpPr/>
              <p:nvPr/>
            </p:nvSpPr>
            <p:spPr>
              <a:xfrm rot="898336">
                <a:off x="8454813" y="2943161"/>
                <a:ext cx="685378" cy="972046"/>
              </a:xfrm>
              <a:custGeom>
                <a:avLst/>
                <a:gdLst/>
                <a:ahLst/>
                <a:cxnLst/>
                <a:rect l="l" t="t" r="r" b="b"/>
                <a:pathLst>
                  <a:path w="21673" h="30738" extrusionOk="0">
                    <a:moveTo>
                      <a:pt x="5380" y="1"/>
                    </a:moveTo>
                    <a:lnTo>
                      <a:pt x="0" y="3192"/>
                    </a:lnTo>
                    <a:lnTo>
                      <a:pt x="15381" y="29211"/>
                    </a:lnTo>
                    <a:cubicBezTo>
                      <a:pt x="15968" y="30184"/>
                      <a:pt x="17015" y="30738"/>
                      <a:pt x="18089" y="30738"/>
                    </a:cubicBezTo>
                    <a:cubicBezTo>
                      <a:pt x="18626" y="30738"/>
                      <a:pt x="19170" y="30599"/>
                      <a:pt x="19666" y="30305"/>
                    </a:cubicBezTo>
                    <a:cubicBezTo>
                      <a:pt x="21156" y="29424"/>
                      <a:pt x="21672" y="27478"/>
                      <a:pt x="20791" y="26019"/>
                    </a:cubicBezTo>
                    <a:lnTo>
                      <a:pt x="538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4"/>
              <p:cNvSpPr/>
              <p:nvPr/>
            </p:nvSpPr>
            <p:spPr>
              <a:xfrm rot="898336">
                <a:off x="8724502" y="3546984"/>
                <a:ext cx="327304" cy="379135"/>
              </a:xfrm>
              <a:custGeom>
                <a:avLst/>
                <a:gdLst/>
                <a:ahLst/>
                <a:cxnLst/>
                <a:rect l="l" t="t" r="r" b="b"/>
                <a:pathLst>
                  <a:path w="10350" h="11989" extrusionOk="0">
                    <a:moveTo>
                      <a:pt x="4560" y="0"/>
                    </a:moveTo>
                    <a:cubicBezTo>
                      <a:pt x="3040" y="912"/>
                      <a:pt x="1521" y="1794"/>
                      <a:pt x="1" y="2675"/>
                    </a:cubicBezTo>
                    <a:lnTo>
                      <a:pt x="4834" y="10882"/>
                    </a:lnTo>
                    <a:cubicBezTo>
                      <a:pt x="5410" y="11660"/>
                      <a:pt x="6177" y="11989"/>
                      <a:pt x="6929" y="11989"/>
                    </a:cubicBezTo>
                    <a:cubicBezTo>
                      <a:pt x="8677" y="11989"/>
                      <a:pt x="10349" y="10216"/>
                      <a:pt x="9393" y="8177"/>
                    </a:cubicBezTo>
                    <a:lnTo>
                      <a:pt x="456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4"/>
              <p:cNvSpPr/>
              <p:nvPr/>
            </p:nvSpPr>
            <p:spPr>
              <a:xfrm rot="898336">
                <a:off x="8459538" y="2943781"/>
                <a:ext cx="680571" cy="972046"/>
              </a:xfrm>
              <a:custGeom>
                <a:avLst/>
                <a:gdLst/>
                <a:ahLst/>
                <a:cxnLst/>
                <a:rect l="l" t="t" r="r" b="b"/>
                <a:pathLst>
                  <a:path w="21521" h="30738" extrusionOk="0">
                    <a:moveTo>
                      <a:pt x="5228" y="1"/>
                    </a:moveTo>
                    <a:lnTo>
                      <a:pt x="1095" y="2463"/>
                    </a:lnTo>
                    <a:lnTo>
                      <a:pt x="0" y="3466"/>
                    </a:lnTo>
                    <a:lnTo>
                      <a:pt x="4803" y="1429"/>
                    </a:lnTo>
                    <a:cubicBezTo>
                      <a:pt x="4803" y="1429"/>
                      <a:pt x="10700" y="12129"/>
                      <a:pt x="13952" y="17600"/>
                    </a:cubicBezTo>
                    <a:cubicBezTo>
                      <a:pt x="16992" y="22706"/>
                      <a:pt x="16931" y="26232"/>
                      <a:pt x="14317" y="27630"/>
                    </a:cubicBezTo>
                    <a:lnTo>
                      <a:pt x="15229" y="29211"/>
                    </a:lnTo>
                    <a:cubicBezTo>
                      <a:pt x="15816" y="30184"/>
                      <a:pt x="16863" y="30738"/>
                      <a:pt x="17937" y="30738"/>
                    </a:cubicBezTo>
                    <a:cubicBezTo>
                      <a:pt x="18474" y="30738"/>
                      <a:pt x="19018" y="30599"/>
                      <a:pt x="19514" y="30305"/>
                    </a:cubicBezTo>
                    <a:cubicBezTo>
                      <a:pt x="21004" y="29424"/>
                      <a:pt x="21520" y="27478"/>
                      <a:pt x="20639" y="26019"/>
                    </a:cubicBezTo>
                    <a:lnTo>
                      <a:pt x="5228" y="1"/>
                    </a:ln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4"/>
              <p:cNvSpPr/>
              <p:nvPr/>
            </p:nvSpPr>
            <p:spPr>
              <a:xfrm rot="898336">
                <a:off x="8549512" y="2864940"/>
                <a:ext cx="221112" cy="143350"/>
              </a:xfrm>
              <a:custGeom>
                <a:avLst/>
                <a:gdLst/>
                <a:ahLst/>
                <a:cxnLst/>
                <a:rect l="l" t="t" r="r" b="b"/>
                <a:pathLst>
                  <a:path w="6992" h="4533" extrusionOk="0">
                    <a:moveTo>
                      <a:pt x="6497" y="1"/>
                    </a:moveTo>
                    <a:cubicBezTo>
                      <a:pt x="6456" y="1"/>
                      <a:pt x="6416" y="11"/>
                      <a:pt x="6384" y="33"/>
                    </a:cubicBezTo>
                    <a:lnTo>
                      <a:pt x="153" y="3710"/>
                    </a:lnTo>
                    <a:cubicBezTo>
                      <a:pt x="31" y="3771"/>
                      <a:pt x="1" y="3923"/>
                      <a:pt x="62" y="4014"/>
                    </a:cubicBezTo>
                    <a:lnTo>
                      <a:pt x="305" y="4440"/>
                    </a:lnTo>
                    <a:cubicBezTo>
                      <a:pt x="344" y="4499"/>
                      <a:pt x="421" y="4532"/>
                      <a:pt x="496" y="4532"/>
                    </a:cubicBezTo>
                    <a:cubicBezTo>
                      <a:pt x="537" y="4532"/>
                      <a:pt x="576" y="4522"/>
                      <a:pt x="609" y="4501"/>
                    </a:cubicBezTo>
                    <a:lnTo>
                      <a:pt x="6840" y="823"/>
                    </a:lnTo>
                    <a:cubicBezTo>
                      <a:pt x="6961" y="762"/>
                      <a:pt x="6992" y="610"/>
                      <a:pt x="6931" y="519"/>
                    </a:cubicBezTo>
                    <a:lnTo>
                      <a:pt x="6688" y="93"/>
                    </a:lnTo>
                    <a:cubicBezTo>
                      <a:pt x="6649" y="34"/>
                      <a:pt x="6571" y="1"/>
                      <a:pt x="64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4"/>
              <p:cNvSpPr/>
              <p:nvPr/>
            </p:nvSpPr>
            <p:spPr>
              <a:xfrm rot="898336">
                <a:off x="8553169" y="3031125"/>
                <a:ext cx="269180" cy="407596"/>
              </a:xfrm>
              <a:custGeom>
                <a:avLst/>
                <a:gdLst/>
                <a:ahLst/>
                <a:cxnLst/>
                <a:rect l="l" t="t" r="r" b="b"/>
                <a:pathLst>
                  <a:path w="8512" h="12889" extrusionOk="0">
                    <a:moveTo>
                      <a:pt x="948" y="1"/>
                    </a:moveTo>
                    <a:cubicBezTo>
                      <a:pt x="804" y="1"/>
                      <a:pt x="655" y="41"/>
                      <a:pt x="517" y="126"/>
                    </a:cubicBezTo>
                    <a:cubicBezTo>
                      <a:pt x="122" y="339"/>
                      <a:pt x="1" y="825"/>
                      <a:pt x="244" y="1220"/>
                    </a:cubicBezTo>
                    <a:lnTo>
                      <a:pt x="6901" y="12497"/>
                    </a:lnTo>
                    <a:cubicBezTo>
                      <a:pt x="7063" y="12740"/>
                      <a:pt x="7333" y="12889"/>
                      <a:pt x="7612" y="12889"/>
                    </a:cubicBezTo>
                    <a:cubicBezTo>
                      <a:pt x="7752" y="12889"/>
                      <a:pt x="7893" y="12852"/>
                      <a:pt x="8025" y="12771"/>
                    </a:cubicBezTo>
                    <a:cubicBezTo>
                      <a:pt x="8390" y="12558"/>
                      <a:pt x="8512" y="12041"/>
                      <a:pt x="8299" y="11676"/>
                    </a:cubicBezTo>
                    <a:lnTo>
                      <a:pt x="1612" y="400"/>
                    </a:lnTo>
                    <a:cubicBezTo>
                      <a:pt x="1473" y="142"/>
                      <a:pt x="1218" y="1"/>
                      <a:pt x="9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5" name="Google Shape;895;p24"/>
            <p:cNvGrpSpPr/>
            <p:nvPr/>
          </p:nvGrpSpPr>
          <p:grpSpPr>
            <a:xfrm>
              <a:off x="-290065" y="1022837"/>
              <a:ext cx="777915" cy="951806"/>
              <a:chOff x="-290065" y="1022837"/>
              <a:chExt cx="777915" cy="951806"/>
            </a:xfrm>
          </p:grpSpPr>
          <p:sp>
            <p:nvSpPr>
              <p:cNvPr id="896" name="Google Shape;896;p24"/>
              <p:cNvSpPr/>
              <p:nvPr/>
            </p:nvSpPr>
            <p:spPr>
              <a:xfrm flipH="1">
                <a:off x="-290065" y="1049788"/>
                <a:ext cx="753406" cy="924855"/>
              </a:xfrm>
              <a:custGeom>
                <a:avLst/>
                <a:gdLst/>
                <a:ahLst/>
                <a:cxnLst/>
                <a:rect l="l" t="t" r="r" b="b"/>
                <a:pathLst>
                  <a:path w="32707" h="40150" extrusionOk="0">
                    <a:moveTo>
                      <a:pt x="8511" y="1"/>
                    </a:moveTo>
                    <a:lnTo>
                      <a:pt x="0" y="3162"/>
                    </a:lnTo>
                    <a:lnTo>
                      <a:pt x="3253" y="11916"/>
                    </a:lnTo>
                    <a:cubicBezTo>
                      <a:pt x="4286" y="14682"/>
                      <a:pt x="1368" y="31126"/>
                      <a:pt x="699" y="35685"/>
                    </a:cubicBezTo>
                    <a:cubicBezTo>
                      <a:pt x="395" y="37691"/>
                      <a:pt x="821" y="38938"/>
                      <a:pt x="1611" y="39576"/>
                    </a:cubicBezTo>
                    <a:cubicBezTo>
                      <a:pt x="2134" y="39975"/>
                      <a:pt x="2796" y="40150"/>
                      <a:pt x="3528" y="40150"/>
                    </a:cubicBezTo>
                    <a:cubicBezTo>
                      <a:pt x="4243" y="40150"/>
                      <a:pt x="5024" y="39983"/>
                      <a:pt x="5806" y="39697"/>
                    </a:cubicBezTo>
                    <a:lnTo>
                      <a:pt x="16505" y="35716"/>
                    </a:lnTo>
                    <a:lnTo>
                      <a:pt x="17265" y="35442"/>
                    </a:lnTo>
                    <a:lnTo>
                      <a:pt x="27964" y="31460"/>
                    </a:lnTo>
                    <a:cubicBezTo>
                      <a:pt x="30791" y="30427"/>
                      <a:pt x="32706" y="28086"/>
                      <a:pt x="29241" y="25077"/>
                    </a:cubicBezTo>
                    <a:cubicBezTo>
                      <a:pt x="25746" y="22068"/>
                      <a:pt x="12797" y="11490"/>
                      <a:pt x="11794" y="8755"/>
                    </a:cubicBezTo>
                    <a:lnTo>
                      <a:pt x="851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4"/>
              <p:cNvSpPr/>
              <p:nvPr/>
            </p:nvSpPr>
            <p:spPr>
              <a:xfrm flipH="1">
                <a:off x="-257147" y="1641430"/>
                <a:ext cx="687618" cy="316455"/>
              </a:xfrm>
              <a:custGeom>
                <a:avLst/>
                <a:gdLst/>
                <a:ahLst/>
                <a:cxnLst/>
                <a:rect l="l" t="t" r="r" b="b"/>
                <a:pathLst>
                  <a:path w="29851" h="13738" extrusionOk="0">
                    <a:moveTo>
                      <a:pt x="26963" y="0"/>
                    </a:moveTo>
                    <a:lnTo>
                      <a:pt x="1583" y="1976"/>
                    </a:lnTo>
                    <a:lnTo>
                      <a:pt x="306" y="9939"/>
                    </a:lnTo>
                    <a:cubicBezTo>
                      <a:pt x="1" y="12729"/>
                      <a:pt x="1274" y="13737"/>
                      <a:pt x="2949" y="13737"/>
                    </a:cubicBezTo>
                    <a:cubicBezTo>
                      <a:pt x="3610" y="13737"/>
                      <a:pt x="4334" y="13580"/>
                      <a:pt x="5048" y="13313"/>
                    </a:cubicBezTo>
                    <a:lnTo>
                      <a:pt x="14957" y="9666"/>
                    </a:lnTo>
                    <a:lnTo>
                      <a:pt x="15686" y="9392"/>
                    </a:lnTo>
                    <a:lnTo>
                      <a:pt x="25595" y="5714"/>
                    </a:lnTo>
                    <a:cubicBezTo>
                      <a:pt x="28118" y="4772"/>
                      <a:pt x="29851" y="2705"/>
                      <a:pt x="269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4"/>
              <p:cNvSpPr/>
              <p:nvPr/>
            </p:nvSpPr>
            <p:spPr>
              <a:xfrm flipH="1">
                <a:off x="-91911" y="1686923"/>
                <a:ext cx="228277" cy="109255"/>
              </a:xfrm>
              <a:custGeom>
                <a:avLst/>
                <a:gdLst/>
                <a:ahLst/>
                <a:cxnLst/>
                <a:rect l="l" t="t" r="r" b="b"/>
                <a:pathLst>
                  <a:path w="9910" h="4743" extrusionOk="0">
                    <a:moveTo>
                      <a:pt x="243" y="1"/>
                    </a:moveTo>
                    <a:lnTo>
                      <a:pt x="0" y="396"/>
                    </a:lnTo>
                    <a:cubicBezTo>
                      <a:pt x="0" y="396"/>
                      <a:pt x="2006" y="1247"/>
                      <a:pt x="2553" y="1825"/>
                    </a:cubicBezTo>
                    <a:lnTo>
                      <a:pt x="1094" y="1764"/>
                    </a:lnTo>
                    <a:lnTo>
                      <a:pt x="334" y="2311"/>
                    </a:lnTo>
                    <a:cubicBezTo>
                      <a:pt x="334" y="2311"/>
                      <a:pt x="1089" y="2153"/>
                      <a:pt x="2019" y="2153"/>
                    </a:cubicBezTo>
                    <a:cubicBezTo>
                      <a:pt x="2819" y="2153"/>
                      <a:pt x="3749" y="2270"/>
                      <a:pt x="4438" y="2706"/>
                    </a:cubicBezTo>
                    <a:cubicBezTo>
                      <a:pt x="5958" y="3648"/>
                      <a:pt x="9149" y="4682"/>
                      <a:pt x="9453" y="4742"/>
                    </a:cubicBezTo>
                    <a:lnTo>
                      <a:pt x="9909" y="4256"/>
                    </a:lnTo>
                    <a:cubicBezTo>
                      <a:pt x="9909" y="4256"/>
                      <a:pt x="5350" y="3101"/>
                      <a:pt x="4286" y="2068"/>
                    </a:cubicBezTo>
                    <a:cubicBezTo>
                      <a:pt x="3739" y="1551"/>
                      <a:pt x="3283" y="882"/>
                      <a:pt x="2949" y="183"/>
                    </a:cubicBezTo>
                    <a:lnTo>
                      <a:pt x="2584" y="457"/>
                    </a:lnTo>
                    <a:lnTo>
                      <a:pt x="3222" y="1581"/>
                    </a:lnTo>
                    <a:cubicBezTo>
                      <a:pt x="3222" y="1581"/>
                      <a:pt x="851" y="518"/>
                      <a:pt x="2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4"/>
              <p:cNvSpPr/>
              <p:nvPr/>
            </p:nvSpPr>
            <p:spPr>
              <a:xfrm flipH="1">
                <a:off x="97133" y="1668772"/>
                <a:ext cx="272389" cy="95365"/>
              </a:xfrm>
              <a:custGeom>
                <a:avLst/>
                <a:gdLst/>
                <a:ahLst/>
                <a:cxnLst/>
                <a:rect l="l" t="t" r="r" b="b"/>
                <a:pathLst>
                  <a:path w="11825" h="4140" extrusionOk="0">
                    <a:moveTo>
                      <a:pt x="4846" y="0"/>
                    </a:moveTo>
                    <a:cubicBezTo>
                      <a:pt x="1656" y="0"/>
                      <a:pt x="78" y="1988"/>
                      <a:pt x="0" y="2065"/>
                    </a:cubicBezTo>
                    <a:cubicBezTo>
                      <a:pt x="79" y="2056"/>
                      <a:pt x="163" y="2051"/>
                      <a:pt x="251" y="2051"/>
                    </a:cubicBezTo>
                    <a:cubicBezTo>
                      <a:pt x="1589" y="2051"/>
                      <a:pt x="3961" y="3093"/>
                      <a:pt x="6414" y="3920"/>
                    </a:cubicBezTo>
                    <a:cubicBezTo>
                      <a:pt x="6859" y="4075"/>
                      <a:pt x="7310" y="4139"/>
                      <a:pt x="7752" y="4139"/>
                    </a:cubicBezTo>
                    <a:cubicBezTo>
                      <a:pt x="9900" y="4139"/>
                      <a:pt x="11824" y="2613"/>
                      <a:pt x="11824" y="2613"/>
                    </a:cubicBezTo>
                    <a:cubicBezTo>
                      <a:pt x="8969" y="636"/>
                      <a:pt x="6650" y="0"/>
                      <a:pt x="48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4"/>
              <p:cNvSpPr/>
              <p:nvPr/>
            </p:nvSpPr>
            <p:spPr>
              <a:xfrm flipH="1">
                <a:off x="51618" y="1440477"/>
                <a:ext cx="177876" cy="266791"/>
              </a:xfrm>
              <a:custGeom>
                <a:avLst/>
                <a:gdLst/>
                <a:ahLst/>
                <a:cxnLst/>
                <a:rect l="l" t="t" r="r" b="b"/>
                <a:pathLst>
                  <a:path w="7722" h="11582" extrusionOk="0">
                    <a:moveTo>
                      <a:pt x="6110" y="1"/>
                    </a:moveTo>
                    <a:cubicBezTo>
                      <a:pt x="6110" y="1"/>
                      <a:pt x="1" y="5229"/>
                      <a:pt x="6870" y="11581"/>
                    </a:cubicBezTo>
                    <a:cubicBezTo>
                      <a:pt x="7691" y="9849"/>
                      <a:pt x="7721" y="7843"/>
                      <a:pt x="6931" y="6110"/>
                    </a:cubicBezTo>
                    <a:cubicBezTo>
                      <a:pt x="5563" y="3223"/>
                      <a:pt x="6110" y="1"/>
                      <a:pt x="61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4"/>
              <p:cNvSpPr/>
              <p:nvPr/>
            </p:nvSpPr>
            <p:spPr>
              <a:xfrm flipH="1">
                <a:off x="122333" y="1456578"/>
                <a:ext cx="216391" cy="241591"/>
              </a:xfrm>
              <a:custGeom>
                <a:avLst/>
                <a:gdLst/>
                <a:ahLst/>
                <a:cxnLst/>
                <a:rect l="l" t="t" r="r" b="b"/>
                <a:pathLst>
                  <a:path w="9394" h="10488" extrusionOk="0">
                    <a:moveTo>
                      <a:pt x="1" y="1"/>
                    </a:moveTo>
                    <a:lnTo>
                      <a:pt x="1" y="1"/>
                    </a:lnTo>
                    <a:cubicBezTo>
                      <a:pt x="578" y="1672"/>
                      <a:pt x="1034" y="3405"/>
                      <a:pt x="1308" y="5168"/>
                    </a:cubicBezTo>
                    <a:cubicBezTo>
                      <a:pt x="1855" y="8390"/>
                      <a:pt x="4773" y="9606"/>
                      <a:pt x="9393" y="10487"/>
                    </a:cubicBezTo>
                    <a:cubicBezTo>
                      <a:pt x="8633" y="9393"/>
                      <a:pt x="7782" y="8390"/>
                      <a:pt x="6809" y="7478"/>
                    </a:cubicBezTo>
                    <a:cubicBezTo>
                      <a:pt x="6627" y="7296"/>
                      <a:pt x="6414" y="7113"/>
                      <a:pt x="6232" y="6961"/>
                    </a:cubicBezTo>
                    <a:cubicBezTo>
                      <a:pt x="4530" y="5593"/>
                      <a:pt x="2645" y="3587"/>
                      <a:pt x="1885" y="2220"/>
                    </a:cubicBezTo>
                    <a:cubicBezTo>
                      <a:pt x="1825" y="2098"/>
                      <a:pt x="1764" y="2007"/>
                      <a:pt x="1673" y="1885"/>
                    </a:cubicBezTo>
                    <a:cubicBezTo>
                      <a:pt x="1217" y="1186"/>
                      <a:pt x="669" y="548"/>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4"/>
              <p:cNvSpPr/>
              <p:nvPr/>
            </p:nvSpPr>
            <p:spPr>
              <a:xfrm flipH="1">
                <a:off x="181857" y="1500689"/>
                <a:ext cx="117663" cy="128144"/>
              </a:xfrm>
              <a:custGeom>
                <a:avLst/>
                <a:gdLst/>
                <a:ahLst/>
                <a:cxnLst/>
                <a:rect l="l" t="t" r="r" b="b"/>
                <a:pathLst>
                  <a:path w="5108" h="5563" extrusionOk="0">
                    <a:moveTo>
                      <a:pt x="1" y="1"/>
                    </a:moveTo>
                    <a:lnTo>
                      <a:pt x="1" y="1"/>
                    </a:lnTo>
                    <a:cubicBezTo>
                      <a:pt x="214" y="456"/>
                      <a:pt x="366" y="912"/>
                      <a:pt x="457" y="1429"/>
                    </a:cubicBezTo>
                    <a:cubicBezTo>
                      <a:pt x="609" y="2341"/>
                      <a:pt x="1460" y="3861"/>
                      <a:pt x="2737" y="4347"/>
                    </a:cubicBezTo>
                    <a:cubicBezTo>
                      <a:pt x="3557" y="4681"/>
                      <a:pt x="4348" y="5077"/>
                      <a:pt x="5107" y="5563"/>
                    </a:cubicBezTo>
                    <a:cubicBezTo>
                      <a:pt x="4925" y="5381"/>
                      <a:pt x="4743" y="5229"/>
                      <a:pt x="4530" y="5046"/>
                    </a:cubicBezTo>
                    <a:cubicBezTo>
                      <a:pt x="2828" y="3678"/>
                      <a:pt x="943" y="1672"/>
                      <a:pt x="183" y="335"/>
                    </a:cubicBezTo>
                    <a:cubicBezTo>
                      <a:pt x="123" y="213"/>
                      <a:pt x="62" y="92"/>
                      <a:pt x="1" y="1"/>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4"/>
              <p:cNvSpPr/>
              <p:nvPr/>
            </p:nvSpPr>
            <p:spPr>
              <a:xfrm flipH="1">
                <a:off x="51620" y="1440477"/>
                <a:ext cx="72860" cy="266791"/>
              </a:xfrm>
              <a:custGeom>
                <a:avLst/>
                <a:gdLst/>
                <a:ahLst/>
                <a:cxnLst/>
                <a:rect l="l" t="t" r="r" b="b"/>
                <a:pathLst>
                  <a:path w="3163" h="11582" extrusionOk="0">
                    <a:moveTo>
                      <a:pt x="1551" y="1"/>
                    </a:moveTo>
                    <a:cubicBezTo>
                      <a:pt x="1" y="2341"/>
                      <a:pt x="396" y="5472"/>
                      <a:pt x="1642" y="8025"/>
                    </a:cubicBezTo>
                    <a:cubicBezTo>
                      <a:pt x="2767" y="10365"/>
                      <a:pt x="2372" y="11429"/>
                      <a:pt x="2311" y="11581"/>
                    </a:cubicBezTo>
                    <a:cubicBezTo>
                      <a:pt x="3132" y="9849"/>
                      <a:pt x="3162" y="7843"/>
                      <a:pt x="2372" y="6110"/>
                    </a:cubicBezTo>
                    <a:cubicBezTo>
                      <a:pt x="1004" y="3223"/>
                      <a:pt x="1551" y="1"/>
                      <a:pt x="1551" y="1"/>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4"/>
              <p:cNvSpPr/>
              <p:nvPr/>
            </p:nvSpPr>
            <p:spPr>
              <a:xfrm flipH="1">
                <a:off x="97133" y="1705351"/>
                <a:ext cx="272389" cy="58785"/>
              </a:xfrm>
              <a:custGeom>
                <a:avLst/>
                <a:gdLst/>
                <a:ahLst/>
                <a:cxnLst/>
                <a:rect l="l" t="t" r="r" b="b"/>
                <a:pathLst>
                  <a:path w="11825" h="2552" extrusionOk="0">
                    <a:moveTo>
                      <a:pt x="1976" y="0"/>
                    </a:moveTo>
                    <a:cubicBezTo>
                      <a:pt x="723" y="0"/>
                      <a:pt x="61" y="437"/>
                      <a:pt x="0" y="477"/>
                    </a:cubicBezTo>
                    <a:cubicBezTo>
                      <a:pt x="79" y="468"/>
                      <a:pt x="163" y="463"/>
                      <a:pt x="251" y="463"/>
                    </a:cubicBezTo>
                    <a:cubicBezTo>
                      <a:pt x="1589" y="463"/>
                      <a:pt x="3961" y="1505"/>
                      <a:pt x="6414" y="2332"/>
                    </a:cubicBezTo>
                    <a:cubicBezTo>
                      <a:pt x="6859" y="2487"/>
                      <a:pt x="7310" y="2551"/>
                      <a:pt x="7752" y="2551"/>
                    </a:cubicBezTo>
                    <a:cubicBezTo>
                      <a:pt x="9900" y="2551"/>
                      <a:pt x="11824" y="1025"/>
                      <a:pt x="11824" y="1025"/>
                    </a:cubicBezTo>
                    <a:lnTo>
                      <a:pt x="11824" y="1025"/>
                    </a:lnTo>
                    <a:cubicBezTo>
                      <a:pt x="10604" y="1463"/>
                      <a:pt x="9647" y="1638"/>
                      <a:pt x="8799" y="1638"/>
                    </a:cubicBezTo>
                    <a:cubicBezTo>
                      <a:pt x="7240" y="1638"/>
                      <a:pt x="6048" y="1047"/>
                      <a:pt x="4256" y="417"/>
                    </a:cubicBezTo>
                    <a:cubicBezTo>
                      <a:pt x="3353" y="106"/>
                      <a:pt x="2593" y="0"/>
                      <a:pt x="1976" y="0"/>
                    </a:cubicBezTo>
                    <a:close/>
                  </a:path>
                </a:pathLst>
              </a:custGeom>
              <a:solidFill>
                <a:srgbClr val="002F57">
                  <a:alpha val="13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4"/>
              <p:cNvSpPr/>
              <p:nvPr/>
            </p:nvSpPr>
            <p:spPr>
              <a:xfrm flipH="1">
                <a:off x="-290064" y="1049788"/>
                <a:ext cx="730993" cy="924855"/>
              </a:xfrm>
              <a:custGeom>
                <a:avLst/>
                <a:gdLst/>
                <a:ahLst/>
                <a:cxnLst/>
                <a:rect l="l" t="t" r="r" b="b"/>
                <a:pathLst>
                  <a:path w="31734" h="40150" extrusionOk="0">
                    <a:moveTo>
                      <a:pt x="7569" y="1"/>
                    </a:moveTo>
                    <a:lnTo>
                      <a:pt x="0" y="2828"/>
                    </a:lnTo>
                    <a:lnTo>
                      <a:pt x="0" y="3314"/>
                    </a:lnTo>
                    <a:lnTo>
                      <a:pt x="6170" y="1946"/>
                    </a:lnTo>
                    <a:lnTo>
                      <a:pt x="10426" y="13405"/>
                    </a:lnTo>
                    <a:cubicBezTo>
                      <a:pt x="11368" y="15958"/>
                      <a:pt x="19696" y="32828"/>
                      <a:pt x="638" y="39576"/>
                    </a:cubicBezTo>
                    <a:cubicBezTo>
                      <a:pt x="1161" y="39975"/>
                      <a:pt x="1823" y="40150"/>
                      <a:pt x="2555" y="40150"/>
                    </a:cubicBezTo>
                    <a:cubicBezTo>
                      <a:pt x="3270" y="40150"/>
                      <a:pt x="4051" y="39983"/>
                      <a:pt x="4833" y="39697"/>
                    </a:cubicBezTo>
                    <a:lnTo>
                      <a:pt x="15532" y="35716"/>
                    </a:lnTo>
                    <a:lnTo>
                      <a:pt x="16292" y="35442"/>
                    </a:lnTo>
                    <a:lnTo>
                      <a:pt x="26991" y="31460"/>
                    </a:lnTo>
                    <a:cubicBezTo>
                      <a:pt x="29818" y="30427"/>
                      <a:pt x="31733" y="28086"/>
                      <a:pt x="28268" y="25077"/>
                    </a:cubicBezTo>
                    <a:cubicBezTo>
                      <a:pt x="24773" y="22068"/>
                      <a:pt x="11824" y="11490"/>
                      <a:pt x="10821" y="8755"/>
                    </a:cubicBezTo>
                    <a:lnTo>
                      <a:pt x="7569" y="1"/>
                    </a:ln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4"/>
              <p:cNvSpPr/>
              <p:nvPr/>
            </p:nvSpPr>
            <p:spPr>
              <a:xfrm flipH="1">
                <a:off x="238565" y="1022837"/>
                <a:ext cx="249285" cy="113793"/>
              </a:xfrm>
              <a:custGeom>
                <a:avLst/>
                <a:gdLst/>
                <a:ahLst/>
                <a:cxnLst/>
                <a:rect l="l" t="t" r="r" b="b"/>
                <a:pathLst>
                  <a:path w="10822" h="4940" extrusionOk="0">
                    <a:moveTo>
                      <a:pt x="10114" y="0"/>
                    </a:moveTo>
                    <a:cubicBezTo>
                      <a:pt x="10076" y="0"/>
                      <a:pt x="10038" y="5"/>
                      <a:pt x="10001" y="16"/>
                    </a:cubicBezTo>
                    <a:lnTo>
                      <a:pt x="365" y="3602"/>
                    </a:lnTo>
                    <a:cubicBezTo>
                      <a:pt x="122" y="3694"/>
                      <a:pt x="0" y="3937"/>
                      <a:pt x="92" y="4180"/>
                    </a:cubicBezTo>
                    <a:lnTo>
                      <a:pt x="274" y="4636"/>
                    </a:lnTo>
                    <a:cubicBezTo>
                      <a:pt x="345" y="4824"/>
                      <a:pt x="507" y="4940"/>
                      <a:pt x="689" y="4940"/>
                    </a:cubicBezTo>
                    <a:cubicBezTo>
                      <a:pt x="742" y="4940"/>
                      <a:pt x="797" y="4930"/>
                      <a:pt x="852" y="4909"/>
                    </a:cubicBezTo>
                    <a:lnTo>
                      <a:pt x="10457" y="1323"/>
                    </a:lnTo>
                    <a:cubicBezTo>
                      <a:pt x="10700" y="1262"/>
                      <a:pt x="10821" y="988"/>
                      <a:pt x="10730" y="776"/>
                    </a:cubicBezTo>
                    <a:lnTo>
                      <a:pt x="10548" y="289"/>
                    </a:lnTo>
                    <a:cubicBezTo>
                      <a:pt x="10473" y="114"/>
                      <a:pt x="10294" y="0"/>
                      <a:pt x="101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4"/>
              <p:cNvSpPr/>
              <p:nvPr/>
            </p:nvSpPr>
            <p:spPr>
              <a:xfrm flipH="1">
                <a:off x="320479" y="1128197"/>
                <a:ext cx="88961" cy="186699"/>
              </a:xfrm>
              <a:custGeom>
                <a:avLst/>
                <a:gdLst/>
                <a:ahLst/>
                <a:cxnLst/>
                <a:rect l="l" t="t" r="r" b="b"/>
                <a:pathLst>
                  <a:path w="3862" h="8105" extrusionOk="0">
                    <a:moveTo>
                      <a:pt x="701" y="1"/>
                    </a:moveTo>
                    <a:cubicBezTo>
                      <a:pt x="649" y="1"/>
                      <a:pt x="597" y="11"/>
                      <a:pt x="548" y="32"/>
                    </a:cubicBezTo>
                    <a:lnTo>
                      <a:pt x="335" y="92"/>
                    </a:lnTo>
                    <a:cubicBezTo>
                      <a:pt x="122" y="183"/>
                      <a:pt x="1" y="427"/>
                      <a:pt x="92" y="670"/>
                    </a:cubicBezTo>
                    <a:lnTo>
                      <a:pt x="2767" y="7813"/>
                    </a:lnTo>
                    <a:cubicBezTo>
                      <a:pt x="2840" y="8007"/>
                      <a:pt x="3010" y="8105"/>
                      <a:pt x="3184" y="8105"/>
                    </a:cubicBezTo>
                    <a:cubicBezTo>
                      <a:pt x="3228" y="8105"/>
                      <a:pt x="3271" y="8098"/>
                      <a:pt x="3314" y="8086"/>
                    </a:cubicBezTo>
                    <a:lnTo>
                      <a:pt x="3527" y="7995"/>
                    </a:lnTo>
                    <a:cubicBezTo>
                      <a:pt x="3739" y="7934"/>
                      <a:pt x="3861" y="7661"/>
                      <a:pt x="3770" y="7448"/>
                    </a:cubicBezTo>
                    <a:lnTo>
                      <a:pt x="1095" y="275"/>
                    </a:lnTo>
                    <a:cubicBezTo>
                      <a:pt x="1048" y="111"/>
                      <a:pt x="875" y="1"/>
                      <a:pt x="7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4"/>
              <p:cNvSpPr/>
              <p:nvPr/>
            </p:nvSpPr>
            <p:spPr>
              <a:xfrm flipH="1">
                <a:off x="288277" y="1435524"/>
                <a:ext cx="93154" cy="315879"/>
              </a:xfrm>
              <a:custGeom>
                <a:avLst/>
                <a:gdLst/>
                <a:ahLst/>
                <a:cxnLst/>
                <a:rect l="l" t="t" r="r" b="b"/>
                <a:pathLst>
                  <a:path w="4044" h="13713" extrusionOk="0">
                    <a:moveTo>
                      <a:pt x="2635" y="1"/>
                    </a:moveTo>
                    <a:cubicBezTo>
                      <a:pt x="1733" y="1"/>
                      <a:pt x="725" y="2976"/>
                      <a:pt x="365" y="6690"/>
                    </a:cubicBezTo>
                    <a:cubicBezTo>
                      <a:pt x="1" y="10489"/>
                      <a:pt x="457" y="13620"/>
                      <a:pt x="1368" y="13711"/>
                    </a:cubicBezTo>
                    <a:cubicBezTo>
                      <a:pt x="1378" y="13712"/>
                      <a:pt x="1387" y="13712"/>
                      <a:pt x="1396" y="13712"/>
                    </a:cubicBezTo>
                    <a:cubicBezTo>
                      <a:pt x="2301" y="13712"/>
                      <a:pt x="3317" y="10755"/>
                      <a:pt x="3679" y="7024"/>
                    </a:cubicBezTo>
                    <a:cubicBezTo>
                      <a:pt x="4043" y="3225"/>
                      <a:pt x="3587" y="94"/>
                      <a:pt x="2675" y="3"/>
                    </a:cubicBezTo>
                    <a:cubicBezTo>
                      <a:pt x="2662" y="1"/>
                      <a:pt x="2648" y="1"/>
                      <a:pt x="2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Numbers and text 1">
  <p:cSld name="CUSTOM_3_1">
    <p:spTree>
      <p:nvGrpSpPr>
        <p:cNvPr id="1" name="Shape 947"/>
        <p:cNvGrpSpPr/>
        <p:nvPr/>
      </p:nvGrpSpPr>
      <p:grpSpPr>
        <a:xfrm>
          <a:off x="0" y="0"/>
          <a:ext cx="0" cy="0"/>
          <a:chOff x="0" y="0"/>
          <a:chExt cx="0" cy="0"/>
        </a:xfrm>
      </p:grpSpPr>
      <p:grpSp>
        <p:nvGrpSpPr>
          <p:cNvPr id="948" name="Google Shape;948;p26"/>
          <p:cNvGrpSpPr/>
          <p:nvPr/>
        </p:nvGrpSpPr>
        <p:grpSpPr>
          <a:xfrm>
            <a:off x="3657600" y="0"/>
            <a:ext cx="2138488" cy="5146649"/>
            <a:chOff x="3657600" y="0"/>
            <a:chExt cx="2138488" cy="5146649"/>
          </a:xfrm>
        </p:grpSpPr>
        <p:sp>
          <p:nvSpPr>
            <p:cNvPr id="949" name="Google Shape;949;p26"/>
            <p:cNvSpPr/>
            <p:nvPr/>
          </p:nvSpPr>
          <p:spPr>
            <a:xfrm rot="-5400000">
              <a:off x="4575773" y="3926334"/>
              <a:ext cx="891490" cy="1549139"/>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6"/>
            <p:cNvSpPr/>
            <p:nvPr/>
          </p:nvSpPr>
          <p:spPr>
            <a:xfrm rot="-5400000">
              <a:off x="3888587" y="-230987"/>
              <a:ext cx="903225" cy="1365199"/>
            </a:xfrm>
            <a:custGeom>
              <a:avLst/>
              <a:gdLst/>
              <a:ahLst/>
              <a:cxnLst/>
              <a:rect l="l" t="t" r="r" b="b"/>
              <a:pathLst>
                <a:path w="21096" h="31886" extrusionOk="0">
                  <a:moveTo>
                    <a:pt x="21095" y="1"/>
                  </a:moveTo>
                  <a:cubicBezTo>
                    <a:pt x="1" y="16840"/>
                    <a:pt x="21095" y="31886"/>
                    <a:pt x="21095" y="31886"/>
                  </a:cubicBezTo>
                  <a:lnTo>
                    <a:pt x="210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1" name="Google Shape;951;p26"/>
          <p:cNvGrpSpPr/>
          <p:nvPr/>
        </p:nvGrpSpPr>
        <p:grpSpPr>
          <a:xfrm>
            <a:off x="-18" y="923584"/>
            <a:ext cx="9156229" cy="2385741"/>
            <a:chOff x="-18" y="923584"/>
            <a:chExt cx="9156229" cy="2385741"/>
          </a:xfrm>
        </p:grpSpPr>
        <p:sp>
          <p:nvSpPr>
            <p:cNvPr id="952" name="Google Shape;952;p26"/>
            <p:cNvSpPr/>
            <p:nvPr/>
          </p:nvSpPr>
          <p:spPr>
            <a:xfrm rot="5400000">
              <a:off x="8488607" y="1334736"/>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6"/>
            <p:cNvSpPr/>
            <p:nvPr/>
          </p:nvSpPr>
          <p:spPr>
            <a:xfrm rot="10800000">
              <a:off x="-18" y="1609964"/>
              <a:ext cx="963642" cy="1699361"/>
            </a:xfrm>
            <a:custGeom>
              <a:avLst/>
              <a:gdLst/>
              <a:ahLst/>
              <a:cxnLst/>
              <a:rect l="l" t="t" r="r" b="b"/>
              <a:pathLst>
                <a:path w="21855" h="38543" extrusionOk="0">
                  <a:moveTo>
                    <a:pt x="21855" y="1"/>
                  </a:moveTo>
                  <a:cubicBezTo>
                    <a:pt x="0" y="21825"/>
                    <a:pt x="21855" y="38543"/>
                    <a:pt x="21855" y="38543"/>
                  </a:cubicBezTo>
                  <a:lnTo>
                    <a:pt x="218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4" name="Google Shape;954;p26"/>
          <p:cNvGrpSpPr/>
          <p:nvPr/>
        </p:nvGrpSpPr>
        <p:grpSpPr>
          <a:xfrm>
            <a:off x="40186" y="2902127"/>
            <a:ext cx="9514738" cy="2024813"/>
            <a:chOff x="40186" y="2902127"/>
            <a:chExt cx="9514738" cy="2024813"/>
          </a:xfrm>
        </p:grpSpPr>
        <p:grpSp>
          <p:nvGrpSpPr>
            <p:cNvPr id="955" name="Google Shape;955;p26"/>
            <p:cNvGrpSpPr/>
            <p:nvPr/>
          </p:nvGrpSpPr>
          <p:grpSpPr>
            <a:xfrm>
              <a:off x="40186" y="2902127"/>
              <a:ext cx="770789" cy="1301543"/>
              <a:chOff x="40186" y="2749727"/>
              <a:chExt cx="770789" cy="1301543"/>
            </a:xfrm>
          </p:grpSpPr>
          <p:sp>
            <p:nvSpPr>
              <p:cNvPr id="956" name="Google Shape;956;p26"/>
              <p:cNvSpPr/>
              <p:nvPr/>
            </p:nvSpPr>
            <p:spPr>
              <a:xfrm rot="1049798">
                <a:off x="79219" y="2791253"/>
                <a:ext cx="323865" cy="309499"/>
              </a:xfrm>
              <a:custGeom>
                <a:avLst/>
                <a:gdLst/>
                <a:ahLst/>
                <a:cxnLst/>
                <a:rect l="l" t="t" r="r" b="b"/>
                <a:pathLst>
                  <a:path w="8634" h="8251" extrusionOk="0">
                    <a:moveTo>
                      <a:pt x="2642" y="1"/>
                    </a:moveTo>
                    <a:cubicBezTo>
                      <a:pt x="2369" y="1"/>
                      <a:pt x="2095" y="88"/>
                      <a:pt x="1825" y="287"/>
                    </a:cubicBezTo>
                    <a:lnTo>
                      <a:pt x="1703" y="409"/>
                    </a:lnTo>
                    <a:cubicBezTo>
                      <a:pt x="1" y="1929"/>
                      <a:pt x="3557" y="5211"/>
                      <a:pt x="3922" y="5850"/>
                    </a:cubicBezTo>
                    <a:cubicBezTo>
                      <a:pt x="4287" y="6518"/>
                      <a:pt x="4074" y="7582"/>
                      <a:pt x="4074" y="7582"/>
                    </a:cubicBezTo>
                    <a:lnTo>
                      <a:pt x="4591" y="8251"/>
                    </a:lnTo>
                    <a:lnTo>
                      <a:pt x="8633" y="5272"/>
                    </a:lnTo>
                    <a:lnTo>
                      <a:pt x="8117" y="4603"/>
                    </a:lnTo>
                    <a:cubicBezTo>
                      <a:pt x="7934" y="4573"/>
                      <a:pt x="7752" y="4543"/>
                      <a:pt x="7569" y="4482"/>
                    </a:cubicBezTo>
                    <a:lnTo>
                      <a:pt x="7478" y="4482"/>
                    </a:lnTo>
                    <a:cubicBezTo>
                      <a:pt x="7114" y="4391"/>
                      <a:pt x="6779" y="4208"/>
                      <a:pt x="6506" y="3965"/>
                    </a:cubicBezTo>
                    <a:cubicBezTo>
                      <a:pt x="6060" y="3466"/>
                      <a:pt x="4368" y="1"/>
                      <a:pt x="26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6"/>
              <p:cNvSpPr/>
              <p:nvPr/>
            </p:nvSpPr>
            <p:spPr>
              <a:xfrm rot="1049798">
                <a:off x="78626" y="2800325"/>
                <a:ext cx="285079" cy="281666"/>
              </a:xfrm>
              <a:custGeom>
                <a:avLst/>
                <a:gdLst/>
                <a:ahLst/>
                <a:cxnLst/>
                <a:rect l="l" t="t" r="r" b="b"/>
                <a:pathLst>
                  <a:path w="7600" h="7509" extrusionOk="0">
                    <a:moveTo>
                      <a:pt x="1703" y="1"/>
                    </a:moveTo>
                    <a:lnTo>
                      <a:pt x="1703" y="1"/>
                    </a:lnTo>
                    <a:cubicBezTo>
                      <a:pt x="1" y="1521"/>
                      <a:pt x="3587" y="4773"/>
                      <a:pt x="3952" y="5442"/>
                    </a:cubicBezTo>
                    <a:cubicBezTo>
                      <a:pt x="4317" y="6110"/>
                      <a:pt x="4104" y="7174"/>
                      <a:pt x="4104" y="7174"/>
                    </a:cubicBezTo>
                    <a:lnTo>
                      <a:pt x="4347" y="7508"/>
                    </a:lnTo>
                    <a:cubicBezTo>
                      <a:pt x="5715" y="6232"/>
                      <a:pt x="7599" y="4347"/>
                      <a:pt x="7599" y="4074"/>
                    </a:cubicBezTo>
                    <a:cubicBezTo>
                      <a:pt x="7599" y="4059"/>
                      <a:pt x="7592" y="4051"/>
                      <a:pt x="7577" y="4051"/>
                    </a:cubicBezTo>
                    <a:cubicBezTo>
                      <a:pt x="7561" y="4051"/>
                      <a:pt x="7539" y="4059"/>
                      <a:pt x="7508" y="4074"/>
                    </a:cubicBezTo>
                    <a:cubicBezTo>
                      <a:pt x="7387" y="4104"/>
                      <a:pt x="7265" y="4165"/>
                      <a:pt x="7144" y="4256"/>
                    </a:cubicBezTo>
                    <a:cubicBezTo>
                      <a:pt x="6594" y="4589"/>
                      <a:pt x="6109" y="4729"/>
                      <a:pt x="5673" y="4729"/>
                    </a:cubicBezTo>
                    <a:cubicBezTo>
                      <a:pt x="4399" y="4729"/>
                      <a:pt x="3544" y="3535"/>
                      <a:pt x="2706" y="2493"/>
                    </a:cubicBezTo>
                    <a:cubicBezTo>
                      <a:pt x="1672" y="1186"/>
                      <a:pt x="1703" y="122"/>
                      <a:pt x="1703" y="1"/>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6"/>
              <p:cNvSpPr/>
              <p:nvPr/>
            </p:nvSpPr>
            <p:spPr>
              <a:xfrm rot="1049798">
                <a:off x="139969" y="3118487"/>
                <a:ext cx="575260" cy="725452"/>
              </a:xfrm>
              <a:custGeom>
                <a:avLst/>
                <a:gdLst/>
                <a:ahLst/>
                <a:cxnLst/>
                <a:rect l="l" t="t" r="r" b="b"/>
                <a:pathLst>
                  <a:path w="15336" h="19340" extrusionOk="0">
                    <a:moveTo>
                      <a:pt x="1754" y="0"/>
                    </a:moveTo>
                    <a:cubicBezTo>
                      <a:pt x="848" y="0"/>
                      <a:pt x="1" y="1009"/>
                      <a:pt x="644" y="1986"/>
                    </a:cubicBezTo>
                    <a:lnTo>
                      <a:pt x="644" y="2016"/>
                    </a:lnTo>
                    <a:lnTo>
                      <a:pt x="7240" y="10922"/>
                    </a:lnTo>
                    <a:lnTo>
                      <a:pt x="12012" y="17366"/>
                    </a:lnTo>
                    <a:cubicBezTo>
                      <a:pt x="12134" y="17548"/>
                      <a:pt x="12347" y="17700"/>
                      <a:pt x="12559" y="17791"/>
                    </a:cubicBezTo>
                    <a:cubicBezTo>
                      <a:pt x="12651" y="17822"/>
                      <a:pt x="12772" y="17852"/>
                      <a:pt x="12863" y="17852"/>
                    </a:cubicBezTo>
                    <a:cubicBezTo>
                      <a:pt x="13380" y="18065"/>
                      <a:pt x="13806" y="18399"/>
                      <a:pt x="14140" y="18825"/>
                    </a:cubicBezTo>
                    <a:lnTo>
                      <a:pt x="14383" y="19190"/>
                    </a:lnTo>
                    <a:cubicBezTo>
                      <a:pt x="14480" y="19295"/>
                      <a:pt x="14599" y="19340"/>
                      <a:pt x="14715" y="19340"/>
                    </a:cubicBezTo>
                    <a:cubicBezTo>
                      <a:pt x="15035" y="19340"/>
                      <a:pt x="15336" y="18999"/>
                      <a:pt x="15113" y="18643"/>
                    </a:cubicBezTo>
                    <a:lnTo>
                      <a:pt x="14930" y="18399"/>
                    </a:lnTo>
                    <a:cubicBezTo>
                      <a:pt x="14566" y="17913"/>
                      <a:pt x="14353" y="17336"/>
                      <a:pt x="14322" y="16728"/>
                    </a:cubicBezTo>
                    <a:cubicBezTo>
                      <a:pt x="14322" y="16667"/>
                      <a:pt x="14322" y="16576"/>
                      <a:pt x="14322" y="16484"/>
                    </a:cubicBezTo>
                    <a:cubicBezTo>
                      <a:pt x="14292" y="16241"/>
                      <a:pt x="14201" y="15998"/>
                      <a:pt x="14079" y="15816"/>
                    </a:cubicBezTo>
                    <a:lnTo>
                      <a:pt x="10401" y="10892"/>
                    </a:lnTo>
                    <a:lnTo>
                      <a:pt x="2711" y="466"/>
                    </a:lnTo>
                    <a:cubicBezTo>
                      <a:pt x="2432" y="138"/>
                      <a:pt x="2089" y="0"/>
                      <a:pt x="175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6"/>
              <p:cNvSpPr/>
              <p:nvPr/>
            </p:nvSpPr>
            <p:spPr>
              <a:xfrm>
                <a:off x="497215" y="3909857"/>
                <a:ext cx="161931" cy="141413"/>
              </a:xfrm>
              <a:custGeom>
                <a:avLst/>
                <a:gdLst/>
                <a:ahLst/>
                <a:cxnLst/>
                <a:rect l="l" t="t" r="r" b="b"/>
                <a:pathLst>
                  <a:path w="4317" h="3770" extrusionOk="0">
                    <a:moveTo>
                      <a:pt x="2158" y="1"/>
                    </a:moveTo>
                    <a:cubicBezTo>
                      <a:pt x="0" y="3557"/>
                      <a:pt x="2158" y="3770"/>
                      <a:pt x="2158" y="3770"/>
                    </a:cubicBezTo>
                    <a:cubicBezTo>
                      <a:pt x="2158" y="3770"/>
                      <a:pt x="4317" y="3557"/>
                      <a:pt x="21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6"/>
              <p:cNvSpPr/>
              <p:nvPr/>
            </p:nvSpPr>
            <p:spPr>
              <a:xfrm rot="1049798">
                <a:off x="344374" y="3555077"/>
                <a:ext cx="303684" cy="320339"/>
              </a:xfrm>
              <a:custGeom>
                <a:avLst/>
                <a:gdLst/>
                <a:ahLst/>
                <a:cxnLst/>
                <a:rect l="l" t="t" r="r" b="b"/>
                <a:pathLst>
                  <a:path w="8096" h="8540" extrusionOk="0">
                    <a:moveTo>
                      <a:pt x="2253" y="0"/>
                    </a:moveTo>
                    <a:cubicBezTo>
                      <a:pt x="1953" y="0"/>
                      <a:pt x="1657" y="31"/>
                      <a:pt x="1368" y="92"/>
                    </a:cubicBezTo>
                    <a:cubicBezTo>
                      <a:pt x="1086" y="129"/>
                      <a:pt x="804" y="155"/>
                      <a:pt x="523" y="155"/>
                    </a:cubicBezTo>
                    <a:cubicBezTo>
                      <a:pt x="348" y="155"/>
                      <a:pt x="174" y="145"/>
                      <a:pt x="0" y="122"/>
                    </a:cubicBezTo>
                    <a:lnTo>
                      <a:pt x="0" y="122"/>
                    </a:lnTo>
                    <a:lnTo>
                      <a:pt x="4772" y="6566"/>
                    </a:lnTo>
                    <a:cubicBezTo>
                      <a:pt x="4894" y="6748"/>
                      <a:pt x="5107" y="6900"/>
                      <a:pt x="5319" y="6991"/>
                    </a:cubicBezTo>
                    <a:cubicBezTo>
                      <a:pt x="5411" y="7022"/>
                      <a:pt x="5532" y="7052"/>
                      <a:pt x="5623" y="7052"/>
                    </a:cubicBezTo>
                    <a:cubicBezTo>
                      <a:pt x="6140" y="7265"/>
                      <a:pt x="6566" y="7599"/>
                      <a:pt x="6900" y="8025"/>
                    </a:cubicBezTo>
                    <a:lnTo>
                      <a:pt x="7143" y="8390"/>
                    </a:lnTo>
                    <a:cubicBezTo>
                      <a:pt x="7240" y="8495"/>
                      <a:pt x="7359" y="8540"/>
                      <a:pt x="7475" y="8540"/>
                    </a:cubicBezTo>
                    <a:cubicBezTo>
                      <a:pt x="7795" y="8540"/>
                      <a:pt x="8096" y="8199"/>
                      <a:pt x="7873" y="7843"/>
                    </a:cubicBezTo>
                    <a:lnTo>
                      <a:pt x="7690" y="7599"/>
                    </a:lnTo>
                    <a:cubicBezTo>
                      <a:pt x="7326" y="7113"/>
                      <a:pt x="7113" y="6536"/>
                      <a:pt x="7082" y="5928"/>
                    </a:cubicBezTo>
                    <a:cubicBezTo>
                      <a:pt x="7082" y="5867"/>
                      <a:pt x="7082" y="5776"/>
                      <a:pt x="7082" y="5684"/>
                    </a:cubicBezTo>
                    <a:cubicBezTo>
                      <a:pt x="7052" y="5441"/>
                      <a:pt x="6961" y="5198"/>
                      <a:pt x="6839" y="5016"/>
                    </a:cubicBezTo>
                    <a:lnTo>
                      <a:pt x="3161" y="92"/>
                    </a:lnTo>
                    <a:cubicBezTo>
                      <a:pt x="2857" y="31"/>
                      <a:pt x="2553" y="0"/>
                      <a:pt x="22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6"/>
              <p:cNvSpPr/>
              <p:nvPr/>
            </p:nvSpPr>
            <p:spPr>
              <a:xfrm rot="1049798">
                <a:off x="230994" y="3153913"/>
                <a:ext cx="440147" cy="588576"/>
              </a:xfrm>
              <a:custGeom>
                <a:avLst/>
                <a:gdLst/>
                <a:ahLst/>
                <a:cxnLst/>
                <a:rect l="l" t="t" r="r" b="b"/>
                <a:pathLst>
                  <a:path w="11734" h="15691" extrusionOk="0">
                    <a:moveTo>
                      <a:pt x="253" y="1"/>
                    </a:moveTo>
                    <a:cubicBezTo>
                      <a:pt x="229" y="1"/>
                      <a:pt x="206" y="10"/>
                      <a:pt x="183" y="34"/>
                    </a:cubicBezTo>
                    <a:lnTo>
                      <a:pt x="61" y="125"/>
                    </a:lnTo>
                    <a:cubicBezTo>
                      <a:pt x="1" y="155"/>
                      <a:pt x="1" y="246"/>
                      <a:pt x="31" y="277"/>
                    </a:cubicBezTo>
                    <a:lnTo>
                      <a:pt x="11369" y="15627"/>
                    </a:lnTo>
                    <a:cubicBezTo>
                      <a:pt x="11387" y="15664"/>
                      <a:pt x="11429" y="15690"/>
                      <a:pt x="11466" y="15690"/>
                    </a:cubicBezTo>
                    <a:cubicBezTo>
                      <a:pt x="11489" y="15690"/>
                      <a:pt x="11509" y="15680"/>
                      <a:pt x="11521" y="15657"/>
                    </a:cubicBezTo>
                    <a:lnTo>
                      <a:pt x="11673" y="15566"/>
                    </a:lnTo>
                    <a:cubicBezTo>
                      <a:pt x="11733" y="15535"/>
                      <a:pt x="11733" y="15444"/>
                      <a:pt x="11703" y="15414"/>
                    </a:cubicBezTo>
                    <a:lnTo>
                      <a:pt x="365" y="64"/>
                    </a:lnTo>
                    <a:cubicBezTo>
                      <a:pt x="328" y="27"/>
                      <a:pt x="290" y="1"/>
                      <a:pt x="2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6"/>
              <p:cNvSpPr/>
              <p:nvPr/>
            </p:nvSpPr>
            <p:spPr>
              <a:xfrm rot="1049798">
                <a:off x="150022" y="2946896"/>
                <a:ext cx="288493" cy="256759"/>
              </a:xfrm>
              <a:custGeom>
                <a:avLst/>
                <a:gdLst/>
                <a:ahLst/>
                <a:cxnLst/>
                <a:rect l="l" t="t" r="r" b="b"/>
                <a:pathLst>
                  <a:path w="7691" h="6845" extrusionOk="0">
                    <a:moveTo>
                      <a:pt x="5775" y="0"/>
                    </a:moveTo>
                    <a:cubicBezTo>
                      <a:pt x="5745" y="0"/>
                      <a:pt x="5715" y="2"/>
                      <a:pt x="5684" y="6"/>
                    </a:cubicBezTo>
                    <a:cubicBezTo>
                      <a:pt x="5623" y="6"/>
                      <a:pt x="5563" y="36"/>
                      <a:pt x="5502" y="67"/>
                    </a:cubicBezTo>
                    <a:lnTo>
                      <a:pt x="5411" y="127"/>
                    </a:lnTo>
                    <a:lnTo>
                      <a:pt x="304" y="3897"/>
                    </a:lnTo>
                    <a:lnTo>
                      <a:pt x="213" y="3988"/>
                    </a:lnTo>
                    <a:cubicBezTo>
                      <a:pt x="183" y="4018"/>
                      <a:pt x="122" y="4079"/>
                      <a:pt x="91" y="4140"/>
                    </a:cubicBezTo>
                    <a:cubicBezTo>
                      <a:pt x="0" y="4352"/>
                      <a:pt x="31" y="4596"/>
                      <a:pt x="183" y="4778"/>
                    </a:cubicBezTo>
                    <a:lnTo>
                      <a:pt x="2128" y="6845"/>
                    </a:lnTo>
                    <a:lnTo>
                      <a:pt x="7690" y="2741"/>
                    </a:lnTo>
                    <a:lnTo>
                      <a:pt x="6262" y="249"/>
                    </a:lnTo>
                    <a:cubicBezTo>
                      <a:pt x="6156" y="90"/>
                      <a:pt x="5980" y="0"/>
                      <a:pt x="57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6"/>
              <p:cNvSpPr/>
              <p:nvPr/>
            </p:nvSpPr>
            <p:spPr>
              <a:xfrm rot="1049798">
                <a:off x="373120" y="2979482"/>
                <a:ext cx="69582" cy="115195"/>
              </a:xfrm>
              <a:custGeom>
                <a:avLst/>
                <a:gdLst/>
                <a:ahLst/>
                <a:cxnLst/>
                <a:rect l="l" t="t" r="r" b="b"/>
                <a:pathLst>
                  <a:path w="1855" h="3071" extrusionOk="0">
                    <a:moveTo>
                      <a:pt x="214" y="1"/>
                    </a:moveTo>
                    <a:cubicBezTo>
                      <a:pt x="122" y="1"/>
                      <a:pt x="62" y="31"/>
                      <a:pt x="1" y="31"/>
                    </a:cubicBezTo>
                    <a:lnTo>
                      <a:pt x="1733" y="3071"/>
                    </a:lnTo>
                    <a:lnTo>
                      <a:pt x="1855" y="2949"/>
                    </a:lnTo>
                    <a:lnTo>
                      <a:pt x="2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6"/>
              <p:cNvSpPr/>
              <p:nvPr/>
            </p:nvSpPr>
            <p:spPr>
              <a:xfrm rot="1049798">
                <a:off x="340357" y="2988853"/>
                <a:ext cx="73033" cy="115195"/>
              </a:xfrm>
              <a:custGeom>
                <a:avLst/>
                <a:gdLst/>
                <a:ahLst/>
                <a:cxnLst/>
                <a:rect l="l" t="t" r="r" b="b"/>
                <a:pathLst>
                  <a:path w="1947" h="3071" extrusionOk="0">
                    <a:moveTo>
                      <a:pt x="153" y="0"/>
                    </a:moveTo>
                    <a:lnTo>
                      <a:pt x="1" y="122"/>
                    </a:lnTo>
                    <a:lnTo>
                      <a:pt x="1794" y="3070"/>
                    </a:lnTo>
                    <a:lnTo>
                      <a:pt x="1946" y="2979"/>
                    </a:lnTo>
                    <a:lnTo>
                      <a:pt x="1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6"/>
              <p:cNvSpPr/>
              <p:nvPr/>
            </p:nvSpPr>
            <p:spPr>
              <a:xfrm rot="1049798">
                <a:off x="305851" y="3001153"/>
                <a:ext cx="76446" cy="112906"/>
              </a:xfrm>
              <a:custGeom>
                <a:avLst/>
                <a:gdLst/>
                <a:ahLst/>
                <a:cxnLst/>
                <a:rect l="l" t="t" r="r" b="b"/>
                <a:pathLst>
                  <a:path w="2038" h="3010" extrusionOk="0">
                    <a:moveTo>
                      <a:pt x="153" y="1"/>
                    </a:moveTo>
                    <a:lnTo>
                      <a:pt x="1" y="122"/>
                    </a:lnTo>
                    <a:lnTo>
                      <a:pt x="1916" y="3010"/>
                    </a:lnTo>
                    <a:lnTo>
                      <a:pt x="2037" y="2919"/>
                    </a:lnTo>
                    <a:lnTo>
                      <a:pt x="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6"/>
              <p:cNvSpPr/>
              <p:nvPr/>
            </p:nvSpPr>
            <p:spPr>
              <a:xfrm rot="1049798">
                <a:off x="271477" y="3013684"/>
                <a:ext cx="80985" cy="109493"/>
              </a:xfrm>
              <a:custGeom>
                <a:avLst/>
                <a:gdLst/>
                <a:ahLst/>
                <a:cxnLst/>
                <a:rect l="l" t="t" r="r" b="b"/>
                <a:pathLst>
                  <a:path w="2159" h="2919" extrusionOk="0">
                    <a:moveTo>
                      <a:pt x="152" y="0"/>
                    </a:moveTo>
                    <a:lnTo>
                      <a:pt x="0" y="122"/>
                    </a:lnTo>
                    <a:lnTo>
                      <a:pt x="2006" y="2918"/>
                    </a:lnTo>
                    <a:lnTo>
                      <a:pt x="2158" y="2827"/>
                    </a:lnTo>
                    <a:lnTo>
                      <a:pt x="1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6"/>
              <p:cNvSpPr/>
              <p:nvPr/>
            </p:nvSpPr>
            <p:spPr>
              <a:xfrm rot="1049798">
                <a:off x="238070" y="3026153"/>
                <a:ext cx="83273" cy="107205"/>
              </a:xfrm>
              <a:custGeom>
                <a:avLst/>
                <a:gdLst/>
                <a:ahLst/>
                <a:cxnLst/>
                <a:rect l="l" t="t" r="r" b="b"/>
                <a:pathLst>
                  <a:path w="2220" h="2858" extrusionOk="0">
                    <a:moveTo>
                      <a:pt x="152" y="1"/>
                    </a:moveTo>
                    <a:lnTo>
                      <a:pt x="0" y="122"/>
                    </a:lnTo>
                    <a:lnTo>
                      <a:pt x="2098" y="2858"/>
                    </a:lnTo>
                    <a:lnTo>
                      <a:pt x="2219" y="2767"/>
                    </a:lnTo>
                    <a:lnTo>
                      <a:pt x="1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6"/>
              <p:cNvSpPr/>
              <p:nvPr/>
            </p:nvSpPr>
            <p:spPr>
              <a:xfrm rot="1049798">
                <a:off x="203526" y="3038657"/>
                <a:ext cx="87812" cy="104917"/>
              </a:xfrm>
              <a:custGeom>
                <a:avLst/>
                <a:gdLst/>
                <a:ahLst/>
                <a:cxnLst/>
                <a:rect l="l" t="t" r="r" b="b"/>
                <a:pathLst>
                  <a:path w="2341" h="2797" extrusionOk="0">
                    <a:moveTo>
                      <a:pt x="152" y="0"/>
                    </a:moveTo>
                    <a:lnTo>
                      <a:pt x="0" y="122"/>
                    </a:lnTo>
                    <a:lnTo>
                      <a:pt x="2189" y="2797"/>
                    </a:lnTo>
                    <a:lnTo>
                      <a:pt x="2341" y="2675"/>
                    </a:lnTo>
                    <a:lnTo>
                      <a:pt x="1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6"/>
              <p:cNvSpPr/>
              <p:nvPr/>
            </p:nvSpPr>
            <p:spPr>
              <a:xfrm rot="1049798">
                <a:off x="169152" y="3050978"/>
                <a:ext cx="91263" cy="101503"/>
              </a:xfrm>
              <a:custGeom>
                <a:avLst/>
                <a:gdLst/>
                <a:ahLst/>
                <a:cxnLst/>
                <a:rect l="l" t="t" r="r" b="b"/>
                <a:pathLst>
                  <a:path w="2433" h="2706" extrusionOk="0">
                    <a:moveTo>
                      <a:pt x="153" y="1"/>
                    </a:moveTo>
                    <a:lnTo>
                      <a:pt x="1" y="122"/>
                    </a:lnTo>
                    <a:lnTo>
                      <a:pt x="2311" y="2706"/>
                    </a:lnTo>
                    <a:lnTo>
                      <a:pt x="2432" y="2615"/>
                    </a:lnTo>
                    <a:lnTo>
                      <a:pt x="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6"/>
              <p:cNvSpPr/>
              <p:nvPr/>
            </p:nvSpPr>
            <p:spPr>
              <a:xfrm rot="1049798">
                <a:off x="136844" y="3063826"/>
                <a:ext cx="93514" cy="99215"/>
              </a:xfrm>
              <a:custGeom>
                <a:avLst/>
                <a:gdLst/>
                <a:ahLst/>
                <a:cxnLst/>
                <a:rect l="l" t="t" r="r" b="b"/>
                <a:pathLst>
                  <a:path w="2493" h="2645" extrusionOk="0">
                    <a:moveTo>
                      <a:pt x="122" y="0"/>
                    </a:moveTo>
                    <a:cubicBezTo>
                      <a:pt x="92" y="61"/>
                      <a:pt x="31" y="122"/>
                      <a:pt x="0" y="183"/>
                    </a:cubicBezTo>
                    <a:lnTo>
                      <a:pt x="2371" y="2645"/>
                    </a:lnTo>
                    <a:lnTo>
                      <a:pt x="2493" y="2523"/>
                    </a:lnTo>
                    <a:lnTo>
                      <a:pt x="1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6"/>
              <p:cNvSpPr/>
              <p:nvPr/>
            </p:nvSpPr>
            <p:spPr>
              <a:xfrm rot="1049798">
                <a:off x="199729" y="2813063"/>
                <a:ext cx="110318" cy="97790"/>
              </a:xfrm>
              <a:custGeom>
                <a:avLst/>
                <a:gdLst/>
                <a:ahLst/>
                <a:cxnLst/>
                <a:rect l="l" t="t" r="r" b="b"/>
                <a:pathLst>
                  <a:path w="2941" h="2607" extrusionOk="0">
                    <a:moveTo>
                      <a:pt x="511" y="1"/>
                    </a:moveTo>
                    <a:cubicBezTo>
                      <a:pt x="465" y="1"/>
                      <a:pt x="426" y="15"/>
                      <a:pt x="397" y="47"/>
                    </a:cubicBezTo>
                    <a:cubicBezTo>
                      <a:pt x="1" y="443"/>
                      <a:pt x="1503" y="2606"/>
                      <a:pt x="2276" y="2606"/>
                    </a:cubicBezTo>
                    <a:cubicBezTo>
                      <a:pt x="2333" y="2606"/>
                      <a:pt x="2386" y="2594"/>
                      <a:pt x="2433" y="2569"/>
                    </a:cubicBezTo>
                    <a:cubicBezTo>
                      <a:pt x="2940" y="2316"/>
                      <a:pt x="1099" y="1"/>
                      <a:pt x="5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2" name="Google Shape;972;p26"/>
            <p:cNvGrpSpPr/>
            <p:nvPr/>
          </p:nvGrpSpPr>
          <p:grpSpPr>
            <a:xfrm>
              <a:off x="8308025" y="4116106"/>
              <a:ext cx="1246898" cy="810834"/>
              <a:chOff x="8340025" y="2571750"/>
              <a:chExt cx="1159258" cy="753843"/>
            </a:xfrm>
          </p:grpSpPr>
          <p:sp>
            <p:nvSpPr>
              <p:cNvPr id="973" name="Google Shape;973;p26"/>
              <p:cNvSpPr/>
              <p:nvPr/>
            </p:nvSpPr>
            <p:spPr>
              <a:xfrm>
                <a:off x="8558386" y="2571750"/>
                <a:ext cx="760283" cy="753837"/>
              </a:xfrm>
              <a:custGeom>
                <a:avLst/>
                <a:gdLst/>
                <a:ahLst/>
                <a:cxnLst/>
                <a:rect l="l" t="t" r="r" b="b"/>
                <a:pathLst>
                  <a:path w="22646" h="22454" extrusionOk="0">
                    <a:moveTo>
                      <a:pt x="11268" y="0"/>
                    </a:moveTo>
                    <a:cubicBezTo>
                      <a:pt x="11110" y="0"/>
                      <a:pt x="10951" y="4"/>
                      <a:pt x="10791" y="10"/>
                    </a:cubicBezTo>
                    <a:cubicBezTo>
                      <a:pt x="5776" y="193"/>
                      <a:pt x="1521" y="3688"/>
                      <a:pt x="335" y="8551"/>
                    </a:cubicBezTo>
                    <a:cubicBezTo>
                      <a:pt x="92" y="9494"/>
                      <a:pt x="1" y="10436"/>
                      <a:pt x="1" y="11409"/>
                    </a:cubicBezTo>
                    <a:cubicBezTo>
                      <a:pt x="92" y="17062"/>
                      <a:pt x="4378" y="21774"/>
                      <a:pt x="9971" y="22381"/>
                    </a:cubicBezTo>
                    <a:cubicBezTo>
                      <a:pt x="10399" y="22430"/>
                      <a:pt x="10824" y="22454"/>
                      <a:pt x="11246" y="22454"/>
                    </a:cubicBezTo>
                    <a:cubicBezTo>
                      <a:pt x="16363" y="22454"/>
                      <a:pt x="20893" y="18956"/>
                      <a:pt x="22129" y="13901"/>
                    </a:cubicBezTo>
                    <a:cubicBezTo>
                      <a:pt x="22646" y="11834"/>
                      <a:pt x="22554" y="9706"/>
                      <a:pt x="21886" y="7700"/>
                    </a:cubicBezTo>
                    <a:cubicBezTo>
                      <a:pt x="20385" y="3109"/>
                      <a:pt x="16092" y="0"/>
                      <a:pt x="112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6"/>
              <p:cNvSpPr/>
              <p:nvPr/>
            </p:nvSpPr>
            <p:spPr>
              <a:xfrm>
                <a:off x="8770670" y="2630235"/>
                <a:ext cx="164304" cy="89840"/>
              </a:xfrm>
              <a:custGeom>
                <a:avLst/>
                <a:gdLst/>
                <a:ahLst/>
                <a:cxnLst/>
                <a:rect l="l" t="t" r="r" b="b"/>
                <a:pathLst>
                  <a:path w="4894" h="2676" extrusionOk="0">
                    <a:moveTo>
                      <a:pt x="2462" y="1"/>
                    </a:moveTo>
                    <a:cubicBezTo>
                      <a:pt x="1094" y="1"/>
                      <a:pt x="0" y="609"/>
                      <a:pt x="0" y="1338"/>
                    </a:cubicBezTo>
                    <a:cubicBezTo>
                      <a:pt x="0" y="2098"/>
                      <a:pt x="1094" y="2676"/>
                      <a:pt x="2462" y="2676"/>
                    </a:cubicBezTo>
                    <a:cubicBezTo>
                      <a:pt x="3800" y="2676"/>
                      <a:pt x="4894" y="2098"/>
                      <a:pt x="4894" y="1338"/>
                    </a:cubicBezTo>
                    <a:cubicBezTo>
                      <a:pt x="4894" y="609"/>
                      <a:pt x="3800" y="1"/>
                      <a:pt x="24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6"/>
              <p:cNvSpPr/>
              <p:nvPr/>
            </p:nvSpPr>
            <p:spPr>
              <a:xfrm>
                <a:off x="8688013" y="2707789"/>
                <a:ext cx="96957" cy="52105"/>
              </a:xfrm>
              <a:custGeom>
                <a:avLst/>
                <a:gdLst/>
                <a:ahLst/>
                <a:cxnLst/>
                <a:rect l="l" t="t" r="r" b="b"/>
                <a:pathLst>
                  <a:path w="2888" h="1552" extrusionOk="0">
                    <a:moveTo>
                      <a:pt x="1459" y="1"/>
                    </a:moveTo>
                    <a:cubicBezTo>
                      <a:pt x="669" y="1"/>
                      <a:pt x="0" y="335"/>
                      <a:pt x="0" y="791"/>
                    </a:cubicBezTo>
                    <a:cubicBezTo>
                      <a:pt x="0" y="1217"/>
                      <a:pt x="669" y="1551"/>
                      <a:pt x="1459" y="1551"/>
                    </a:cubicBezTo>
                    <a:cubicBezTo>
                      <a:pt x="2249" y="1551"/>
                      <a:pt x="2888" y="1217"/>
                      <a:pt x="2888" y="791"/>
                    </a:cubicBezTo>
                    <a:cubicBezTo>
                      <a:pt x="2888" y="366"/>
                      <a:pt x="2249" y="1"/>
                      <a:pt x="1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6"/>
              <p:cNvSpPr/>
              <p:nvPr/>
            </p:nvSpPr>
            <p:spPr>
              <a:xfrm>
                <a:off x="8836978" y="2761876"/>
                <a:ext cx="59222" cy="32700"/>
              </a:xfrm>
              <a:custGeom>
                <a:avLst/>
                <a:gdLst/>
                <a:ahLst/>
                <a:cxnLst/>
                <a:rect l="l" t="t" r="r" b="b"/>
                <a:pathLst>
                  <a:path w="1764" h="974" extrusionOk="0">
                    <a:moveTo>
                      <a:pt x="882" y="1"/>
                    </a:moveTo>
                    <a:cubicBezTo>
                      <a:pt x="396" y="1"/>
                      <a:pt x="1" y="214"/>
                      <a:pt x="1" y="487"/>
                    </a:cubicBezTo>
                    <a:cubicBezTo>
                      <a:pt x="1" y="761"/>
                      <a:pt x="396" y="974"/>
                      <a:pt x="882" y="974"/>
                    </a:cubicBezTo>
                    <a:cubicBezTo>
                      <a:pt x="1369" y="974"/>
                      <a:pt x="1764" y="761"/>
                      <a:pt x="1764" y="487"/>
                    </a:cubicBezTo>
                    <a:cubicBezTo>
                      <a:pt x="1764" y="214"/>
                      <a:pt x="1369" y="1"/>
                      <a:pt x="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6"/>
              <p:cNvSpPr/>
              <p:nvPr/>
            </p:nvSpPr>
            <p:spPr>
              <a:xfrm>
                <a:off x="8558386" y="2830265"/>
                <a:ext cx="760283" cy="495329"/>
              </a:xfrm>
              <a:custGeom>
                <a:avLst/>
                <a:gdLst/>
                <a:ahLst/>
                <a:cxnLst/>
                <a:rect l="l" t="t" r="r" b="b"/>
                <a:pathLst>
                  <a:path w="22646" h="14754" extrusionOk="0">
                    <a:moveTo>
                      <a:pt x="21886" y="0"/>
                    </a:moveTo>
                    <a:cubicBezTo>
                      <a:pt x="21886" y="0"/>
                      <a:pt x="16492" y="6477"/>
                      <a:pt x="8692" y="6477"/>
                    </a:cubicBezTo>
                    <a:cubicBezTo>
                      <a:pt x="6035" y="6477"/>
                      <a:pt x="3098" y="5725"/>
                      <a:pt x="1" y="3709"/>
                    </a:cubicBezTo>
                    <a:lnTo>
                      <a:pt x="1" y="3709"/>
                    </a:lnTo>
                    <a:cubicBezTo>
                      <a:pt x="92" y="9362"/>
                      <a:pt x="4378" y="14074"/>
                      <a:pt x="9971" y="14681"/>
                    </a:cubicBezTo>
                    <a:cubicBezTo>
                      <a:pt x="10399" y="14730"/>
                      <a:pt x="10824" y="14754"/>
                      <a:pt x="11246" y="14754"/>
                    </a:cubicBezTo>
                    <a:cubicBezTo>
                      <a:pt x="16363" y="14754"/>
                      <a:pt x="20893" y="11256"/>
                      <a:pt x="22129" y="6201"/>
                    </a:cubicBezTo>
                    <a:cubicBezTo>
                      <a:pt x="22646" y="4134"/>
                      <a:pt x="22554" y="2006"/>
                      <a:pt x="21886" y="0"/>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6"/>
              <p:cNvSpPr/>
              <p:nvPr/>
            </p:nvSpPr>
            <p:spPr>
              <a:xfrm>
                <a:off x="8340025" y="2830265"/>
                <a:ext cx="1159258" cy="341600"/>
              </a:xfrm>
              <a:custGeom>
                <a:avLst/>
                <a:gdLst/>
                <a:ahLst/>
                <a:cxnLst/>
                <a:rect l="l" t="t" r="r" b="b"/>
                <a:pathLst>
                  <a:path w="34530" h="10175" extrusionOk="0">
                    <a:moveTo>
                      <a:pt x="3906" y="0"/>
                    </a:moveTo>
                    <a:cubicBezTo>
                      <a:pt x="1825" y="0"/>
                      <a:pt x="533" y="311"/>
                      <a:pt x="365" y="943"/>
                    </a:cubicBezTo>
                    <a:cubicBezTo>
                      <a:pt x="0" y="2554"/>
                      <a:pt x="7265" y="5745"/>
                      <a:pt x="16627" y="8025"/>
                    </a:cubicBezTo>
                    <a:cubicBezTo>
                      <a:pt x="22332" y="9433"/>
                      <a:pt x="27507" y="10174"/>
                      <a:pt x="30768" y="10174"/>
                    </a:cubicBezTo>
                    <a:cubicBezTo>
                      <a:pt x="32858" y="10174"/>
                      <a:pt x="34163" y="9870"/>
                      <a:pt x="34317" y="9241"/>
                    </a:cubicBezTo>
                    <a:cubicBezTo>
                      <a:pt x="34530" y="8359"/>
                      <a:pt x="32341" y="6961"/>
                      <a:pt x="28724" y="5472"/>
                    </a:cubicBezTo>
                    <a:lnTo>
                      <a:pt x="28694" y="5593"/>
                    </a:lnTo>
                    <a:cubicBezTo>
                      <a:pt x="30153" y="6323"/>
                      <a:pt x="30943" y="6961"/>
                      <a:pt x="30821" y="7417"/>
                    </a:cubicBezTo>
                    <a:cubicBezTo>
                      <a:pt x="30722" y="7837"/>
                      <a:pt x="29840" y="8040"/>
                      <a:pt x="28406" y="8040"/>
                    </a:cubicBezTo>
                    <a:cubicBezTo>
                      <a:pt x="25901" y="8040"/>
                      <a:pt x="21710" y="7422"/>
                      <a:pt x="17052" y="6262"/>
                    </a:cubicBezTo>
                    <a:cubicBezTo>
                      <a:pt x="9757" y="4469"/>
                      <a:pt x="4043" y="2098"/>
                      <a:pt x="4316" y="912"/>
                    </a:cubicBezTo>
                    <a:cubicBezTo>
                      <a:pt x="4430" y="485"/>
                      <a:pt x="5319" y="271"/>
                      <a:pt x="6782" y="271"/>
                    </a:cubicBezTo>
                    <a:cubicBezTo>
                      <a:pt x="6880" y="271"/>
                      <a:pt x="6980" y="272"/>
                      <a:pt x="7082" y="274"/>
                    </a:cubicBezTo>
                    <a:cubicBezTo>
                      <a:pt x="7082" y="244"/>
                      <a:pt x="7082" y="213"/>
                      <a:pt x="7113" y="183"/>
                    </a:cubicBezTo>
                    <a:cubicBezTo>
                      <a:pt x="5908" y="61"/>
                      <a:pt x="4829" y="0"/>
                      <a:pt x="3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79" name="Google Shape;979;p26"/>
          <p:cNvGrpSpPr/>
          <p:nvPr/>
        </p:nvGrpSpPr>
        <p:grpSpPr>
          <a:xfrm>
            <a:off x="3771652" y="53884"/>
            <a:ext cx="5314076" cy="5690420"/>
            <a:chOff x="3771652" y="53884"/>
            <a:chExt cx="5314076" cy="5690420"/>
          </a:xfrm>
        </p:grpSpPr>
        <p:grpSp>
          <p:nvGrpSpPr>
            <p:cNvPr id="980" name="Google Shape;980;p26"/>
            <p:cNvGrpSpPr/>
            <p:nvPr/>
          </p:nvGrpSpPr>
          <p:grpSpPr>
            <a:xfrm rot="9394993" flipH="1">
              <a:off x="3887841" y="4394640"/>
              <a:ext cx="1985378" cy="996177"/>
              <a:chOff x="386493" y="282479"/>
              <a:chExt cx="1985461" cy="996218"/>
            </a:xfrm>
          </p:grpSpPr>
          <p:sp>
            <p:nvSpPr>
              <p:cNvPr id="981" name="Google Shape;981;p26"/>
              <p:cNvSpPr/>
              <p:nvPr/>
            </p:nvSpPr>
            <p:spPr>
              <a:xfrm>
                <a:off x="386493" y="1111169"/>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6"/>
              <p:cNvSpPr/>
              <p:nvPr/>
            </p:nvSpPr>
            <p:spPr>
              <a:xfrm>
                <a:off x="2295017" y="282479"/>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6"/>
              <p:cNvSpPr/>
              <p:nvPr/>
            </p:nvSpPr>
            <p:spPr>
              <a:xfrm>
                <a:off x="629435" y="116098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4" name="Google Shape;984;p26"/>
            <p:cNvGrpSpPr/>
            <p:nvPr/>
          </p:nvGrpSpPr>
          <p:grpSpPr>
            <a:xfrm rot="5400000">
              <a:off x="8063335" y="1373191"/>
              <a:ext cx="1736292" cy="308495"/>
              <a:chOff x="884340" y="164158"/>
              <a:chExt cx="1736292" cy="308495"/>
            </a:xfrm>
          </p:grpSpPr>
          <p:sp>
            <p:nvSpPr>
              <p:cNvPr id="985" name="Google Shape;985;p26"/>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6"/>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6"/>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8" name="Google Shape;988;p26"/>
            <p:cNvGrpSpPr/>
            <p:nvPr/>
          </p:nvGrpSpPr>
          <p:grpSpPr>
            <a:xfrm rot="5132281">
              <a:off x="5625405" y="-193905"/>
              <a:ext cx="384603" cy="953171"/>
              <a:chOff x="214131" y="2367108"/>
              <a:chExt cx="384592" cy="953142"/>
            </a:xfrm>
          </p:grpSpPr>
          <p:sp>
            <p:nvSpPr>
              <p:cNvPr id="989" name="Google Shape;989;p26"/>
              <p:cNvSpPr/>
              <p:nvPr/>
            </p:nvSpPr>
            <p:spPr>
              <a:xfrm>
                <a:off x="448093" y="23671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0" name="Google Shape;990;p26"/>
              <p:cNvGrpSpPr/>
              <p:nvPr/>
            </p:nvGrpSpPr>
            <p:grpSpPr>
              <a:xfrm>
                <a:off x="214131" y="2799658"/>
                <a:ext cx="254979" cy="520592"/>
                <a:chOff x="264806" y="1483558"/>
                <a:chExt cx="254979" cy="520592"/>
              </a:xfrm>
            </p:grpSpPr>
            <p:sp>
              <p:nvSpPr>
                <p:cNvPr id="991" name="Google Shape;991;p26"/>
                <p:cNvSpPr/>
                <p:nvPr/>
              </p:nvSpPr>
              <p:spPr>
                <a:xfrm>
                  <a:off x="441296" y="1944519"/>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6"/>
                <p:cNvSpPr/>
                <p:nvPr/>
              </p:nvSpPr>
              <p:spPr>
                <a:xfrm>
                  <a:off x="264806" y="14835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993" name="Google Shape;993;p26"/>
          <p:cNvSpPr txBox="1">
            <a:spLocks noGrp="1"/>
          </p:cNvSpPr>
          <p:nvPr>
            <p:ph type="title" hasCustomPrompt="1"/>
          </p:nvPr>
        </p:nvSpPr>
        <p:spPr>
          <a:xfrm>
            <a:off x="2663841" y="1626524"/>
            <a:ext cx="1016400" cy="577800"/>
          </a:xfrm>
          <a:prstGeom prst="rect">
            <a:avLst/>
          </a:prstGeom>
        </p:spPr>
        <p:txBody>
          <a:bodyPr spcFirstLastPara="1" wrap="square" lIns="91425" tIns="182875" rIns="91425" bIns="0" anchor="b" anchorCtr="0">
            <a:noAutofit/>
          </a:bodyPr>
          <a:lstStyle>
            <a:lvl1pPr lvl="0" rtl="0">
              <a:spcBef>
                <a:spcPts val="0"/>
              </a:spcBef>
              <a:spcAft>
                <a:spcPts val="0"/>
              </a:spcAft>
              <a:buSzPts val="12000"/>
              <a:buNone/>
              <a:defRPr sz="2800"/>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994" name="Google Shape;994;p26"/>
          <p:cNvSpPr txBox="1">
            <a:spLocks noGrp="1"/>
          </p:cNvSpPr>
          <p:nvPr>
            <p:ph type="subTitle" idx="1"/>
          </p:nvPr>
        </p:nvSpPr>
        <p:spPr>
          <a:xfrm>
            <a:off x="3726891" y="1385481"/>
            <a:ext cx="3848400" cy="2670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95" name="Google Shape;995;p26"/>
          <p:cNvSpPr txBox="1">
            <a:spLocks noGrp="1"/>
          </p:cNvSpPr>
          <p:nvPr>
            <p:ph type="title" idx="2"/>
          </p:nvPr>
        </p:nvSpPr>
        <p:spPr>
          <a:xfrm>
            <a:off x="713225" y="445025"/>
            <a:ext cx="77175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996" name="Google Shape;996;p26"/>
          <p:cNvSpPr txBox="1">
            <a:spLocks noGrp="1"/>
          </p:cNvSpPr>
          <p:nvPr>
            <p:ph type="subTitle" idx="3"/>
          </p:nvPr>
        </p:nvSpPr>
        <p:spPr>
          <a:xfrm>
            <a:off x="3726891" y="1626524"/>
            <a:ext cx="38484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97" name="Google Shape;997;p26"/>
          <p:cNvSpPr txBox="1">
            <a:spLocks noGrp="1"/>
          </p:cNvSpPr>
          <p:nvPr>
            <p:ph type="title" idx="4" hasCustomPrompt="1"/>
          </p:nvPr>
        </p:nvSpPr>
        <p:spPr>
          <a:xfrm>
            <a:off x="2663841" y="2721624"/>
            <a:ext cx="1016400" cy="577800"/>
          </a:xfrm>
          <a:prstGeom prst="rect">
            <a:avLst/>
          </a:prstGeom>
        </p:spPr>
        <p:txBody>
          <a:bodyPr spcFirstLastPara="1" wrap="square" lIns="91425" tIns="182875" rIns="91425" bIns="0" anchor="b" anchorCtr="0">
            <a:noAutofit/>
          </a:bodyPr>
          <a:lstStyle>
            <a:lvl1pPr lvl="0" rtl="0">
              <a:spcBef>
                <a:spcPts val="0"/>
              </a:spcBef>
              <a:spcAft>
                <a:spcPts val="0"/>
              </a:spcAft>
              <a:buSzPts val="12000"/>
              <a:buNone/>
              <a:defRPr sz="2800"/>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998" name="Google Shape;998;p26"/>
          <p:cNvSpPr txBox="1">
            <a:spLocks noGrp="1"/>
          </p:cNvSpPr>
          <p:nvPr>
            <p:ph type="subTitle" idx="5"/>
          </p:nvPr>
        </p:nvSpPr>
        <p:spPr>
          <a:xfrm>
            <a:off x="3726909" y="2480606"/>
            <a:ext cx="3848400" cy="2670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99" name="Google Shape;999;p26"/>
          <p:cNvSpPr txBox="1">
            <a:spLocks noGrp="1"/>
          </p:cNvSpPr>
          <p:nvPr>
            <p:ph type="subTitle" idx="6"/>
          </p:nvPr>
        </p:nvSpPr>
        <p:spPr>
          <a:xfrm>
            <a:off x="3726916" y="2721623"/>
            <a:ext cx="38484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00" name="Google Shape;1000;p26"/>
          <p:cNvSpPr txBox="1">
            <a:spLocks noGrp="1"/>
          </p:cNvSpPr>
          <p:nvPr>
            <p:ph type="title" idx="7" hasCustomPrompt="1"/>
          </p:nvPr>
        </p:nvSpPr>
        <p:spPr>
          <a:xfrm>
            <a:off x="2663841" y="3834824"/>
            <a:ext cx="1016400" cy="577800"/>
          </a:xfrm>
          <a:prstGeom prst="rect">
            <a:avLst/>
          </a:prstGeom>
        </p:spPr>
        <p:txBody>
          <a:bodyPr spcFirstLastPara="1" wrap="square" lIns="91425" tIns="182875" rIns="91425" bIns="0" anchor="b" anchorCtr="0">
            <a:noAutofit/>
          </a:bodyPr>
          <a:lstStyle>
            <a:lvl1pPr lvl="0" rtl="0">
              <a:spcBef>
                <a:spcPts val="0"/>
              </a:spcBef>
              <a:spcAft>
                <a:spcPts val="0"/>
              </a:spcAft>
              <a:buSzPts val="12000"/>
              <a:buNone/>
              <a:defRPr sz="2800"/>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001" name="Google Shape;1001;p26"/>
          <p:cNvSpPr txBox="1">
            <a:spLocks noGrp="1"/>
          </p:cNvSpPr>
          <p:nvPr>
            <p:ph type="subTitle" idx="8"/>
          </p:nvPr>
        </p:nvSpPr>
        <p:spPr>
          <a:xfrm>
            <a:off x="3726909" y="3575731"/>
            <a:ext cx="3848400" cy="2670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2100">
                <a:latin typeface="Montserrat ExtraBold"/>
                <a:ea typeface="Montserrat ExtraBold"/>
                <a:cs typeface="Montserrat ExtraBold"/>
                <a:sym typeface="Montserrat Extra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02" name="Google Shape;1002;p26"/>
          <p:cNvSpPr txBox="1">
            <a:spLocks noGrp="1"/>
          </p:cNvSpPr>
          <p:nvPr>
            <p:ph type="subTitle" idx="9"/>
          </p:nvPr>
        </p:nvSpPr>
        <p:spPr>
          <a:xfrm>
            <a:off x="3726891" y="3834824"/>
            <a:ext cx="38484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1">
  <p:cSld name="TITLE_AND_TWO_COLUMNS_1_1_1">
    <p:spTree>
      <p:nvGrpSpPr>
        <p:cNvPr id="1" name="Shape 1003"/>
        <p:cNvGrpSpPr/>
        <p:nvPr/>
      </p:nvGrpSpPr>
      <p:grpSpPr>
        <a:xfrm>
          <a:off x="0" y="0"/>
          <a:ext cx="0" cy="0"/>
          <a:chOff x="0" y="0"/>
          <a:chExt cx="0" cy="0"/>
        </a:xfrm>
      </p:grpSpPr>
      <p:grpSp>
        <p:nvGrpSpPr>
          <p:cNvPr id="1004" name="Google Shape;1004;p27"/>
          <p:cNvGrpSpPr/>
          <p:nvPr/>
        </p:nvGrpSpPr>
        <p:grpSpPr>
          <a:xfrm>
            <a:off x="3657600" y="0"/>
            <a:ext cx="2138488" cy="5146649"/>
            <a:chOff x="3657600" y="0"/>
            <a:chExt cx="2138488" cy="5146649"/>
          </a:xfrm>
        </p:grpSpPr>
        <p:sp>
          <p:nvSpPr>
            <p:cNvPr id="1005" name="Google Shape;1005;p27"/>
            <p:cNvSpPr/>
            <p:nvPr/>
          </p:nvSpPr>
          <p:spPr>
            <a:xfrm rot="-5400000">
              <a:off x="4575773" y="3926334"/>
              <a:ext cx="891490" cy="1549139"/>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7"/>
            <p:cNvSpPr/>
            <p:nvPr/>
          </p:nvSpPr>
          <p:spPr>
            <a:xfrm rot="-5400000">
              <a:off x="3888587" y="-230987"/>
              <a:ext cx="903225" cy="1365199"/>
            </a:xfrm>
            <a:custGeom>
              <a:avLst/>
              <a:gdLst/>
              <a:ahLst/>
              <a:cxnLst/>
              <a:rect l="l" t="t" r="r" b="b"/>
              <a:pathLst>
                <a:path w="21096" h="31886" extrusionOk="0">
                  <a:moveTo>
                    <a:pt x="21095" y="1"/>
                  </a:moveTo>
                  <a:cubicBezTo>
                    <a:pt x="1" y="16840"/>
                    <a:pt x="21095" y="31886"/>
                    <a:pt x="21095" y="31886"/>
                  </a:cubicBezTo>
                  <a:lnTo>
                    <a:pt x="210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7" name="Google Shape;1007;p27"/>
          <p:cNvGrpSpPr/>
          <p:nvPr/>
        </p:nvGrpSpPr>
        <p:grpSpPr>
          <a:xfrm>
            <a:off x="-18" y="923584"/>
            <a:ext cx="9156229" cy="2385741"/>
            <a:chOff x="-18" y="923584"/>
            <a:chExt cx="9156229" cy="2385741"/>
          </a:xfrm>
        </p:grpSpPr>
        <p:sp>
          <p:nvSpPr>
            <p:cNvPr id="1008" name="Google Shape;1008;p27"/>
            <p:cNvSpPr/>
            <p:nvPr/>
          </p:nvSpPr>
          <p:spPr>
            <a:xfrm rot="5400000">
              <a:off x="8488607" y="1334736"/>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7"/>
            <p:cNvSpPr/>
            <p:nvPr/>
          </p:nvSpPr>
          <p:spPr>
            <a:xfrm rot="10800000">
              <a:off x="-18" y="1609964"/>
              <a:ext cx="963642" cy="1699361"/>
            </a:xfrm>
            <a:custGeom>
              <a:avLst/>
              <a:gdLst/>
              <a:ahLst/>
              <a:cxnLst/>
              <a:rect l="l" t="t" r="r" b="b"/>
              <a:pathLst>
                <a:path w="21855" h="38543" extrusionOk="0">
                  <a:moveTo>
                    <a:pt x="21855" y="1"/>
                  </a:moveTo>
                  <a:cubicBezTo>
                    <a:pt x="0" y="21825"/>
                    <a:pt x="21855" y="38543"/>
                    <a:pt x="21855" y="38543"/>
                  </a:cubicBezTo>
                  <a:lnTo>
                    <a:pt x="218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0" name="Google Shape;1010;p27"/>
          <p:cNvGrpSpPr/>
          <p:nvPr/>
        </p:nvGrpSpPr>
        <p:grpSpPr>
          <a:xfrm>
            <a:off x="40186" y="2902127"/>
            <a:ext cx="9514738" cy="2024813"/>
            <a:chOff x="40186" y="2902127"/>
            <a:chExt cx="9514738" cy="2024813"/>
          </a:xfrm>
        </p:grpSpPr>
        <p:grpSp>
          <p:nvGrpSpPr>
            <p:cNvPr id="1011" name="Google Shape;1011;p27"/>
            <p:cNvGrpSpPr/>
            <p:nvPr/>
          </p:nvGrpSpPr>
          <p:grpSpPr>
            <a:xfrm>
              <a:off x="40186" y="2902127"/>
              <a:ext cx="770789" cy="1301543"/>
              <a:chOff x="40186" y="2749727"/>
              <a:chExt cx="770789" cy="1301543"/>
            </a:xfrm>
          </p:grpSpPr>
          <p:sp>
            <p:nvSpPr>
              <p:cNvPr id="1012" name="Google Shape;1012;p27"/>
              <p:cNvSpPr/>
              <p:nvPr/>
            </p:nvSpPr>
            <p:spPr>
              <a:xfrm rot="1049798">
                <a:off x="79219" y="2791253"/>
                <a:ext cx="323865" cy="309499"/>
              </a:xfrm>
              <a:custGeom>
                <a:avLst/>
                <a:gdLst/>
                <a:ahLst/>
                <a:cxnLst/>
                <a:rect l="l" t="t" r="r" b="b"/>
                <a:pathLst>
                  <a:path w="8634" h="8251" extrusionOk="0">
                    <a:moveTo>
                      <a:pt x="2642" y="1"/>
                    </a:moveTo>
                    <a:cubicBezTo>
                      <a:pt x="2369" y="1"/>
                      <a:pt x="2095" y="88"/>
                      <a:pt x="1825" y="287"/>
                    </a:cubicBezTo>
                    <a:lnTo>
                      <a:pt x="1703" y="409"/>
                    </a:lnTo>
                    <a:cubicBezTo>
                      <a:pt x="1" y="1929"/>
                      <a:pt x="3557" y="5211"/>
                      <a:pt x="3922" y="5850"/>
                    </a:cubicBezTo>
                    <a:cubicBezTo>
                      <a:pt x="4287" y="6518"/>
                      <a:pt x="4074" y="7582"/>
                      <a:pt x="4074" y="7582"/>
                    </a:cubicBezTo>
                    <a:lnTo>
                      <a:pt x="4591" y="8251"/>
                    </a:lnTo>
                    <a:lnTo>
                      <a:pt x="8633" y="5272"/>
                    </a:lnTo>
                    <a:lnTo>
                      <a:pt x="8117" y="4603"/>
                    </a:lnTo>
                    <a:cubicBezTo>
                      <a:pt x="7934" y="4573"/>
                      <a:pt x="7752" y="4543"/>
                      <a:pt x="7569" y="4482"/>
                    </a:cubicBezTo>
                    <a:lnTo>
                      <a:pt x="7478" y="4482"/>
                    </a:lnTo>
                    <a:cubicBezTo>
                      <a:pt x="7114" y="4391"/>
                      <a:pt x="6779" y="4208"/>
                      <a:pt x="6506" y="3965"/>
                    </a:cubicBezTo>
                    <a:cubicBezTo>
                      <a:pt x="6060" y="3466"/>
                      <a:pt x="4368" y="1"/>
                      <a:pt x="26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27"/>
              <p:cNvSpPr/>
              <p:nvPr/>
            </p:nvSpPr>
            <p:spPr>
              <a:xfrm rot="1049798">
                <a:off x="78626" y="2800325"/>
                <a:ext cx="285079" cy="281666"/>
              </a:xfrm>
              <a:custGeom>
                <a:avLst/>
                <a:gdLst/>
                <a:ahLst/>
                <a:cxnLst/>
                <a:rect l="l" t="t" r="r" b="b"/>
                <a:pathLst>
                  <a:path w="7600" h="7509" extrusionOk="0">
                    <a:moveTo>
                      <a:pt x="1703" y="1"/>
                    </a:moveTo>
                    <a:lnTo>
                      <a:pt x="1703" y="1"/>
                    </a:lnTo>
                    <a:cubicBezTo>
                      <a:pt x="1" y="1521"/>
                      <a:pt x="3587" y="4773"/>
                      <a:pt x="3952" y="5442"/>
                    </a:cubicBezTo>
                    <a:cubicBezTo>
                      <a:pt x="4317" y="6110"/>
                      <a:pt x="4104" y="7174"/>
                      <a:pt x="4104" y="7174"/>
                    </a:cubicBezTo>
                    <a:lnTo>
                      <a:pt x="4347" y="7508"/>
                    </a:lnTo>
                    <a:cubicBezTo>
                      <a:pt x="5715" y="6232"/>
                      <a:pt x="7599" y="4347"/>
                      <a:pt x="7599" y="4074"/>
                    </a:cubicBezTo>
                    <a:cubicBezTo>
                      <a:pt x="7599" y="4059"/>
                      <a:pt x="7592" y="4051"/>
                      <a:pt x="7577" y="4051"/>
                    </a:cubicBezTo>
                    <a:cubicBezTo>
                      <a:pt x="7561" y="4051"/>
                      <a:pt x="7539" y="4059"/>
                      <a:pt x="7508" y="4074"/>
                    </a:cubicBezTo>
                    <a:cubicBezTo>
                      <a:pt x="7387" y="4104"/>
                      <a:pt x="7265" y="4165"/>
                      <a:pt x="7144" y="4256"/>
                    </a:cubicBezTo>
                    <a:cubicBezTo>
                      <a:pt x="6594" y="4589"/>
                      <a:pt x="6109" y="4729"/>
                      <a:pt x="5673" y="4729"/>
                    </a:cubicBezTo>
                    <a:cubicBezTo>
                      <a:pt x="4399" y="4729"/>
                      <a:pt x="3544" y="3535"/>
                      <a:pt x="2706" y="2493"/>
                    </a:cubicBezTo>
                    <a:cubicBezTo>
                      <a:pt x="1672" y="1186"/>
                      <a:pt x="1703" y="122"/>
                      <a:pt x="1703" y="1"/>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7"/>
              <p:cNvSpPr/>
              <p:nvPr/>
            </p:nvSpPr>
            <p:spPr>
              <a:xfrm rot="1049798">
                <a:off x="139969" y="3118487"/>
                <a:ext cx="575260" cy="725452"/>
              </a:xfrm>
              <a:custGeom>
                <a:avLst/>
                <a:gdLst/>
                <a:ahLst/>
                <a:cxnLst/>
                <a:rect l="l" t="t" r="r" b="b"/>
                <a:pathLst>
                  <a:path w="15336" h="19340" extrusionOk="0">
                    <a:moveTo>
                      <a:pt x="1754" y="0"/>
                    </a:moveTo>
                    <a:cubicBezTo>
                      <a:pt x="848" y="0"/>
                      <a:pt x="1" y="1009"/>
                      <a:pt x="644" y="1986"/>
                    </a:cubicBezTo>
                    <a:lnTo>
                      <a:pt x="644" y="2016"/>
                    </a:lnTo>
                    <a:lnTo>
                      <a:pt x="7240" y="10922"/>
                    </a:lnTo>
                    <a:lnTo>
                      <a:pt x="12012" y="17366"/>
                    </a:lnTo>
                    <a:cubicBezTo>
                      <a:pt x="12134" y="17548"/>
                      <a:pt x="12347" y="17700"/>
                      <a:pt x="12559" y="17791"/>
                    </a:cubicBezTo>
                    <a:cubicBezTo>
                      <a:pt x="12651" y="17822"/>
                      <a:pt x="12772" y="17852"/>
                      <a:pt x="12863" y="17852"/>
                    </a:cubicBezTo>
                    <a:cubicBezTo>
                      <a:pt x="13380" y="18065"/>
                      <a:pt x="13806" y="18399"/>
                      <a:pt x="14140" y="18825"/>
                    </a:cubicBezTo>
                    <a:lnTo>
                      <a:pt x="14383" y="19190"/>
                    </a:lnTo>
                    <a:cubicBezTo>
                      <a:pt x="14480" y="19295"/>
                      <a:pt x="14599" y="19340"/>
                      <a:pt x="14715" y="19340"/>
                    </a:cubicBezTo>
                    <a:cubicBezTo>
                      <a:pt x="15035" y="19340"/>
                      <a:pt x="15336" y="18999"/>
                      <a:pt x="15113" y="18643"/>
                    </a:cubicBezTo>
                    <a:lnTo>
                      <a:pt x="14930" y="18399"/>
                    </a:lnTo>
                    <a:cubicBezTo>
                      <a:pt x="14566" y="17913"/>
                      <a:pt x="14353" y="17336"/>
                      <a:pt x="14322" y="16728"/>
                    </a:cubicBezTo>
                    <a:cubicBezTo>
                      <a:pt x="14322" y="16667"/>
                      <a:pt x="14322" y="16576"/>
                      <a:pt x="14322" y="16484"/>
                    </a:cubicBezTo>
                    <a:cubicBezTo>
                      <a:pt x="14292" y="16241"/>
                      <a:pt x="14201" y="15998"/>
                      <a:pt x="14079" y="15816"/>
                    </a:cubicBezTo>
                    <a:lnTo>
                      <a:pt x="10401" y="10892"/>
                    </a:lnTo>
                    <a:lnTo>
                      <a:pt x="2711" y="466"/>
                    </a:lnTo>
                    <a:cubicBezTo>
                      <a:pt x="2432" y="138"/>
                      <a:pt x="2089" y="0"/>
                      <a:pt x="175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7"/>
              <p:cNvSpPr/>
              <p:nvPr/>
            </p:nvSpPr>
            <p:spPr>
              <a:xfrm>
                <a:off x="497215" y="3909857"/>
                <a:ext cx="161931" cy="141413"/>
              </a:xfrm>
              <a:custGeom>
                <a:avLst/>
                <a:gdLst/>
                <a:ahLst/>
                <a:cxnLst/>
                <a:rect l="l" t="t" r="r" b="b"/>
                <a:pathLst>
                  <a:path w="4317" h="3770" extrusionOk="0">
                    <a:moveTo>
                      <a:pt x="2158" y="1"/>
                    </a:moveTo>
                    <a:cubicBezTo>
                      <a:pt x="0" y="3557"/>
                      <a:pt x="2158" y="3770"/>
                      <a:pt x="2158" y="3770"/>
                    </a:cubicBezTo>
                    <a:cubicBezTo>
                      <a:pt x="2158" y="3770"/>
                      <a:pt x="4317" y="3557"/>
                      <a:pt x="21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7"/>
              <p:cNvSpPr/>
              <p:nvPr/>
            </p:nvSpPr>
            <p:spPr>
              <a:xfrm rot="1049798">
                <a:off x="344374" y="3555077"/>
                <a:ext cx="303684" cy="320339"/>
              </a:xfrm>
              <a:custGeom>
                <a:avLst/>
                <a:gdLst/>
                <a:ahLst/>
                <a:cxnLst/>
                <a:rect l="l" t="t" r="r" b="b"/>
                <a:pathLst>
                  <a:path w="8096" h="8540" extrusionOk="0">
                    <a:moveTo>
                      <a:pt x="2253" y="0"/>
                    </a:moveTo>
                    <a:cubicBezTo>
                      <a:pt x="1953" y="0"/>
                      <a:pt x="1657" y="31"/>
                      <a:pt x="1368" y="92"/>
                    </a:cubicBezTo>
                    <a:cubicBezTo>
                      <a:pt x="1086" y="129"/>
                      <a:pt x="804" y="155"/>
                      <a:pt x="523" y="155"/>
                    </a:cubicBezTo>
                    <a:cubicBezTo>
                      <a:pt x="348" y="155"/>
                      <a:pt x="174" y="145"/>
                      <a:pt x="0" y="122"/>
                    </a:cubicBezTo>
                    <a:lnTo>
                      <a:pt x="0" y="122"/>
                    </a:lnTo>
                    <a:lnTo>
                      <a:pt x="4772" y="6566"/>
                    </a:lnTo>
                    <a:cubicBezTo>
                      <a:pt x="4894" y="6748"/>
                      <a:pt x="5107" y="6900"/>
                      <a:pt x="5319" y="6991"/>
                    </a:cubicBezTo>
                    <a:cubicBezTo>
                      <a:pt x="5411" y="7022"/>
                      <a:pt x="5532" y="7052"/>
                      <a:pt x="5623" y="7052"/>
                    </a:cubicBezTo>
                    <a:cubicBezTo>
                      <a:pt x="6140" y="7265"/>
                      <a:pt x="6566" y="7599"/>
                      <a:pt x="6900" y="8025"/>
                    </a:cubicBezTo>
                    <a:lnTo>
                      <a:pt x="7143" y="8390"/>
                    </a:lnTo>
                    <a:cubicBezTo>
                      <a:pt x="7240" y="8495"/>
                      <a:pt x="7359" y="8540"/>
                      <a:pt x="7475" y="8540"/>
                    </a:cubicBezTo>
                    <a:cubicBezTo>
                      <a:pt x="7795" y="8540"/>
                      <a:pt x="8096" y="8199"/>
                      <a:pt x="7873" y="7843"/>
                    </a:cubicBezTo>
                    <a:lnTo>
                      <a:pt x="7690" y="7599"/>
                    </a:lnTo>
                    <a:cubicBezTo>
                      <a:pt x="7326" y="7113"/>
                      <a:pt x="7113" y="6536"/>
                      <a:pt x="7082" y="5928"/>
                    </a:cubicBezTo>
                    <a:cubicBezTo>
                      <a:pt x="7082" y="5867"/>
                      <a:pt x="7082" y="5776"/>
                      <a:pt x="7082" y="5684"/>
                    </a:cubicBezTo>
                    <a:cubicBezTo>
                      <a:pt x="7052" y="5441"/>
                      <a:pt x="6961" y="5198"/>
                      <a:pt x="6839" y="5016"/>
                    </a:cubicBezTo>
                    <a:lnTo>
                      <a:pt x="3161" y="92"/>
                    </a:lnTo>
                    <a:cubicBezTo>
                      <a:pt x="2857" y="31"/>
                      <a:pt x="2553" y="0"/>
                      <a:pt x="22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7"/>
              <p:cNvSpPr/>
              <p:nvPr/>
            </p:nvSpPr>
            <p:spPr>
              <a:xfrm rot="1049798">
                <a:off x="230994" y="3153913"/>
                <a:ext cx="440147" cy="588576"/>
              </a:xfrm>
              <a:custGeom>
                <a:avLst/>
                <a:gdLst/>
                <a:ahLst/>
                <a:cxnLst/>
                <a:rect l="l" t="t" r="r" b="b"/>
                <a:pathLst>
                  <a:path w="11734" h="15691" extrusionOk="0">
                    <a:moveTo>
                      <a:pt x="253" y="1"/>
                    </a:moveTo>
                    <a:cubicBezTo>
                      <a:pt x="229" y="1"/>
                      <a:pt x="206" y="10"/>
                      <a:pt x="183" y="34"/>
                    </a:cubicBezTo>
                    <a:lnTo>
                      <a:pt x="61" y="125"/>
                    </a:lnTo>
                    <a:cubicBezTo>
                      <a:pt x="1" y="155"/>
                      <a:pt x="1" y="246"/>
                      <a:pt x="31" y="277"/>
                    </a:cubicBezTo>
                    <a:lnTo>
                      <a:pt x="11369" y="15627"/>
                    </a:lnTo>
                    <a:cubicBezTo>
                      <a:pt x="11387" y="15664"/>
                      <a:pt x="11429" y="15690"/>
                      <a:pt x="11466" y="15690"/>
                    </a:cubicBezTo>
                    <a:cubicBezTo>
                      <a:pt x="11489" y="15690"/>
                      <a:pt x="11509" y="15680"/>
                      <a:pt x="11521" y="15657"/>
                    </a:cubicBezTo>
                    <a:lnTo>
                      <a:pt x="11673" y="15566"/>
                    </a:lnTo>
                    <a:cubicBezTo>
                      <a:pt x="11733" y="15535"/>
                      <a:pt x="11733" y="15444"/>
                      <a:pt x="11703" y="15414"/>
                    </a:cubicBezTo>
                    <a:lnTo>
                      <a:pt x="365" y="64"/>
                    </a:lnTo>
                    <a:cubicBezTo>
                      <a:pt x="328" y="27"/>
                      <a:pt x="290" y="1"/>
                      <a:pt x="2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7"/>
              <p:cNvSpPr/>
              <p:nvPr/>
            </p:nvSpPr>
            <p:spPr>
              <a:xfrm rot="1049798">
                <a:off x="150022" y="2946896"/>
                <a:ext cx="288493" cy="256759"/>
              </a:xfrm>
              <a:custGeom>
                <a:avLst/>
                <a:gdLst/>
                <a:ahLst/>
                <a:cxnLst/>
                <a:rect l="l" t="t" r="r" b="b"/>
                <a:pathLst>
                  <a:path w="7691" h="6845" extrusionOk="0">
                    <a:moveTo>
                      <a:pt x="5775" y="0"/>
                    </a:moveTo>
                    <a:cubicBezTo>
                      <a:pt x="5745" y="0"/>
                      <a:pt x="5715" y="2"/>
                      <a:pt x="5684" y="6"/>
                    </a:cubicBezTo>
                    <a:cubicBezTo>
                      <a:pt x="5623" y="6"/>
                      <a:pt x="5563" y="36"/>
                      <a:pt x="5502" y="67"/>
                    </a:cubicBezTo>
                    <a:lnTo>
                      <a:pt x="5411" y="127"/>
                    </a:lnTo>
                    <a:lnTo>
                      <a:pt x="304" y="3897"/>
                    </a:lnTo>
                    <a:lnTo>
                      <a:pt x="213" y="3988"/>
                    </a:lnTo>
                    <a:cubicBezTo>
                      <a:pt x="183" y="4018"/>
                      <a:pt x="122" y="4079"/>
                      <a:pt x="91" y="4140"/>
                    </a:cubicBezTo>
                    <a:cubicBezTo>
                      <a:pt x="0" y="4352"/>
                      <a:pt x="31" y="4596"/>
                      <a:pt x="183" y="4778"/>
                    </a:cubicBezTo>
                    <a:lnTo>
                      <a:pt x="2128" y="6845"/>
                    </a:lnTo>
                    <a:lnTo>
                      <a:pt x="7690" y="2741"/>
                    </a:lnTo>
                    <a:lnTo>
                      <a:pt x="6262" y="249"/>
                    </a:lnTo>
                    <a:cubicBezTo>
                      <a:pt x="6156" y="90"/>
                      <a:pt x="5980" y="0"/>
                      <a:pt x="57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7"/>
              <p:cNvSpPr/>
              <p:nvPr/>
            </p:nvSpPr>
            <p:spPr>
              <a:xfrm rot="1049798">
                <a:off x="373120" y="2979482"/>
                <a:ext cx="69582" cy="115195"/>
              </a:xfrm>
              <a:custGeom>
                <a:avLst/>
                <a:gdLst/>
                <a:ahLst/>
                <a:cxnLst/>
                <a:rect l="l" t="t" r="r" b="b"/>
                <a:pathLst>
                  <a:path w="1855" h="3071" extrusionOk="0">
                    <a:moveTo>
                      <a:pt x="214" y="1"/>
                    </a:moveTo>
                    <a:cubicBezTo>
                      <a:pt x="122" y="1"/>
                      <a:pt x="62" y="31"/>
                      <a:pt x="1" y="31"/>
                    </a:cubicBezTo>
                    <a:lnTo>
                      <a:pt x="1733" y="3071"/>
                    </a:lnTo>
                    <a:lnTo>
                      <a:pt x="1855" y="2949"/>
                    </a:lnTo>
                    <a:lnTo>
                      <a:pt x="2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27"/>
              <p:cNvSpPr/>
              <p:nvPr/>
            </p:nvSpPr>
            <p:spPr>
              <a:xfrm rot="1049798">
                <a:off x="340357" y="2988853"/>
                <a:ext cx="73033" cy="115195"/>
              </a:xfrm>
              <a:custGeom>
                <a:avLst/>
                <a:gdLst/>
                <a:ahLst/>
                <a:cxnLst/>
                <a:rect l="l" t="t" r="r" b="b"/>
                <a:pathLst>
                  <a:path w="1947" h="3071" extrusionOk="0">
                    <a:moveTo>
                      <a:pt x="153" y="0"/>
                    </a:moveTo>
                    <a:lnTo>
                      <a:pt x="1" y="122"/>
                    </a:lnTo>
                    <a:lnTo>
                      <a:pt x="1794" y="3070"/>
                    </a:lnTo>
                    <a:lnTo>
                      <a:pt x="1946" y="2979"/>
                    </a:lnTo>
                    <a:lnTo>
                      <a:pt x="1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27"/>
              <p:cNvSpPr/>
              <p:nvPr/>
            </p:nvSpPr>
            <p:spPr>
              <a:xfrm rot="1049798">
                <a:off x="305851" y="3001153"/>
                <a:ext cx="76446" cy="112906"/>
              </a:xfrm>
              <a:custGeom>
                <a:avLst/>
                <a:gdLst/>
                <a:ahLst/>
                <a:cxnLst/>
                <a:rect l="l" t="t" r="r" b="b"/>
                <a:pathLst>
                  <a:path w="2038" h="3010" extrusionOk="0">
                    <a:moveTo>
                      <a:pt x="153" y="1"/>
                    </a:moveTo>
                    <a:lnTo>
                      <a:pt x="1" y="122"/>
                    </a:lnTo>
                    <a:lnTo>
                      <a:pt x="1916" y="3010"/>
                    </a:lnTo>
                    <a:lnTo>
                      <a:pt x="2037" y="2919"/>
                    </a:lnTo>
                    <a:lnTo>
                      <a:pt x="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7"/>
              <p:cNvSpPr/>
              <p:nvPr/>
            </p:nvSpPr>
            <p:spPr>
              <a:xfrm rot="1049798">
                <a:off x="271477" y="3013684"/>
                <a:ext cx="80985" cy="109493"/>
              </a:xfrm>
              <a:custGeom>
                <a:avLst/>
                <a:gdLst/>
                <a:ahLst/>
                <a:cxnLst/>
                <a:rect l="l" t="t" r="r" b="b"/>
                <a:pathLst>
                  <a:path w="2159" h="2919" extrusionOk="0">
                    <a:moveTo>
                      <a:pt x="152" y="0"/>
                    </a:moveTo>
                    <a:lnTo>
                      <a:pt x="0" y="122"/>
                    </a:lnTo>
                    <a:lnTo>
                      <a:pt x="2006" y="2918"/>
                    </a:lnTo>
                    <a:lnTo>
                      <a:pt x="2158" y="2827"/>
                    </a:lnTo>
                    <a:lnTo>
                      <a:pt x="1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7"/>
              <p:cNvSpPr/>
              <p:nvPr/>
            </p:nvSpPr>
            <p:spPr>
              <a:xfrm rot="1049798">
                <a:off x="238070" y="3026153"/>
                <a:ext cx="83273" cy="107205"/>
              </a:xfrm>
              <a:custGeom>
                <a:avLst/>
                <a:gdLst/>
                <a:ahLst/>
                <a:cxnLst/>
                <a:rect l="l" t="t" r="r" b="b"/>
                <a:pathLst>
                  <a:path w="2220" h="2858" extrusionOk="0">
                    <a:moveTo>
                      <a:pt x="152" y="1"/>
                    </a:moveTo>
                    <a:lnTo>
                      <a:pt x="0" y="122"/>
                    </a:lnTo>
                    <a:lnTo>
                      <a:pt x="2098" y="2858"/>
                    </a:lnTo>
                    <a:lnTo>
                      <a:pt x="2219" y="2767"/>
                    </a:lnTo>
                    <a:lnTo>
                      <a:pt x="1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27"/>
              <p:cNvSpPr/>
              <p:nvPr/>
            </p:nvSpPr>
            <p:spPr>
              <a:xfrm rot="1049798">
                <a:off x="203526" y="3038657"/>
                <a:ext cx="87812" cy="104917"/>
              </a:xfrm>
              <a:custGeom>
                <a:avLst/>
                <a:gdLst/>
                <a:ahLst/>
                <a:cxnLst/>
                <a:rect l="l" t="t" r="r" b="b"/>
                <a:pathLst>
                  <a:path w="2341" h="2797" extrusionOk="0">
                    <a:moveTo>
                      <a:pt x="152" y="0"/>
                    </a:moveTo>
                    <a:lnTo>
                      <a:pt x="0" y="122"/>
                    </a:lnTo>
                    <a:lnTo>
                      <a:pt x="2189" y="2797"/>
                    </a:lnTo>
                    <a:lnTo>
                      <a:pt x="2341" y="2675"/>
                    </a:lnTo>
                    <a:lnTo>
                      <a:pt x="1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27"/>
              <p:cNvSpPr/>
              <p:nvPr/>
            </p:nvSpPr>
            <p:spPr>
              <a:xfrm rot="1049798">
                <a:off x="169152" y="3050978"/>
                <a:ext cx="91263" cy="101503"/>
              </a:xfrm>
              <a:custGeom>
                <a:avLst/>
                <a:gdLst/>
                <a:ahLst/>
                <a:cxnLst/>
                <a:rect l="l" t="t" r="r" b="b"/>
                <a:pathLst>
                  <a:path w="2433" h="2706" extrusionOk="0">
                    <a:moveTo>
                      <a:pt x="153" y="1"/>
                    </a:moveTo>
                    <a:lnTo>
                      <a:pt x="1" y="122"/>
                    </a:lnTo>
                    <a:lnTo>
                      <a:pt x="2311" y="2706"/>
                    </a:lnTo>
                    <a:lnTo>
                      <a:pt x="2432" y="2615"/>
                    </a:lnTo>
                    <a:lnTo>
                      <a:pt x="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27"/>
              <p:cNvSpPr/>
              <p:nvPr/>
            </p:nvSpPr>
            <p:spPr>
              <a:xfrm rot="1049798">
                <a:off x="136844" y="3063826"/>
                <a:ext cx="93514" cy="99215"/>
              </a:xfrm>
              <a:custGeom>
                <a:avLst/>
                <a:gdLst/>
                <a:ahLst/>
                <a:cxnLst/>
                <a:rect l="l" t="t" r="r" b="b"/>
                <a:pathLst>
                  <a:path w="2493" h="2645" extrusionOk="0">
                    <a:moveTo>
                      <a:pt x="122" y="0"/>
                    </a:moveTo>
                    <a:cubicBezTo>
                      <a:pt x="92" y="61"/>
                      <a:pt x="31" y="122"/>
                      <a:pt x="0" y="183"/>
                    </a:cubicBezTo>
                    <a:lnTo>
                      <a:pt x="2371" y="2645"/>
                    </a:lnTo>
                    <a:lnTo>
                      <a:pt x="2493" y="2523"/>
                    </a:lnTo>
                    <a:lnTo>
                      <a:pt x="1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27"/>
              <p:cNvSpPr/>
              <p:nvPr/>
            </p:nvSpPr>
            <p:spPr>
              <a:xfrm rot="1049798">
                <a:off x="199729" y="2813063"/>
                <a:ext cx="110318" cy="97790"/>
              </a:xfrm>
              <a:custGeom>
                <a:avLst/>
                <a:gdLst/>
                <a:ahLst/>
                <a:cxnLst/>
                <a:rect l="l" t="t" r="r" b="b"/>
                <a:pathLst>
                  <a:path w="2941" h="2607" extrusionOk="0">
                    <a:moveTo>
                      <a:pt x="511" y="1"/>
                    </a:moveTo>
                    <a:cubicBezTo>
                      <a:pt x="465" y="1"/>
                      <a:pt x="426" y="15"/>
                      <a:pt x="397" y="47"/>
                    </a:cubicBezTo>
                    <a:cubicBezTo>
                      <a:pt x="1" y="443"/>
                      <a:pt x="1503" y="2606"/>
                      <a:pt x="2276" y="2606"/>
                    </a:cubicBezTo>
                    <a:cubicBezTo>
                      <a:pt x="2333" y="2606"/>
                      <a:pt x="2386" y="2594"/>
                      <a:pt x="2433" y="2569"/>
                    </a:cubicBezTo>
                    <a:cubicBezTo>
                      <a:pt x="2940" y="2316"/>
                      <a:pt x="1099" y="1"/>
                      <a:pt x="5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8" name="Google Shape;1028;p27"/>
            <p:cNvGrpSpPr/>
            <p:nvPr/>
          </p:nvGrpSpPr>
          <p:grpSpPr>
            <a:xfrm>
              <a:off x="8308025" y="4116106"/>
              <a:ext cx="1246898" cy="810834"/>
              <a:chOff x="8340025" y="2571750"/>
              <a:chExt cx="1159258" cy="753843"/>
            </a:xfrm>
          </p:grpSpPr>
          <p:sp>
            <p:nvSpPr>
              <p:cNvPr id="1029" name="Google Shape;1029;p27"/>
              <p:cNvSpPr/>
              <p:nvPr/>
            </p:nvSpPr>
            <p:spPr>
              <a:xfrm>
                <a:off x="8558386" y="2571750"/>
                <a:ext cx="760283" cy="753837"/>
              </a:xfrm>
              <a:custGeom>
                <a:avLst/>
                <a:gdLst/>
                <a:ahLst/>
                <a:cxnLst/>
                <a:rect l="l" t="t" r="r" b="b"/>
                <a:pathLst>
                  <a:path w="22646" h="22454" extrusionOk="0">
                    <a:moveTo>
                      <a:pt x="11268" y="0"/>
                    </a:moveTo>
                    <a:cubicBezTo>
                      <a:pt x="11110" y="0"/>
                      <a:pt x="10951" y="4"/>
                      <a:pt x="10791" y="10"/>
                    </a:cubicBezTo>
                    <a:cubicBezTo>
                      <a:pt x="5776" y="193"/>
                      <a:pt x="1521" y="3688"/>
                      <a:pt x="335" y="8551"/>
                    </a:cubicBezTo>
                    <a:cubicBezTo>
                      <a:pt x="92" y="9494"/>
                      <a:pt x="1" y="10436"/>
                      <a:pt x="1" y="11409"/>
                    </a:cubicBezTo>
                    <a:cubicBezTo>
                      <a:pt x="92" y="17062"/>
                      <a:pt x="4378" y="21774"/>
                      <a:pt x="9971" y="22381"/>
                    </a:cubicBezTo>
                    <a:cubicBezTo>
                      <a:pt x="10399" y="22430"/>
                      <a:pt x="10824" y="22454"/>
                      <a:pt x="11246" y="22454"/>
                    </a:cubicBezTo>
                    <a:cubicBezTo>
                      <a:pt x="16363" y="22454"/>
                      <a:pt x="20893" y="18956"/>
                      <a:pt x="22129" y="13901"/>
                    </a:cubicBezTo>
                    <a:cubicBezTo>
                      <a:pt x="22646" y="11834"/>
                      <a:pt x="22554" y="9706"/>
                      <a:pt x="21886" y="7700"/>
                    </a:cubicBezTo>
                    <a:cubicBezTo>
                      <a:pt x="20385" y="3109"/>
                      <a:pt x="16092" y="0"/>
                      <a:pt x="112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27"/>
              <p:cNvSpPr/>
              <p:nvPr/>
            </p:nvSpPr>
            <p:spPr>
              <a:xfrm>
                <a:off x="8770670" y="2630235"/>
                <a:ext cx="164304" cy="89840"/>
              </a:xfrm>
              <a:custGeom>
                <a:avLst/>
                <a:gdLst/>
                <a:ahLst/>
                <a:cxnLst/>
                <a:rect l="l" t="t" r="r" b="b"/>
                <a:pathLst>
                  <a:path w="4894" h="2676" extrusionOk="0">
                    <a:moveTo>
                      <a:pt x="2462" y="1"/>
                    </a:moveTo>
                    <a:cubicBezTo>
                      <a:pt x="1094" y="1"/>
                      <a:pt x="0" y="609"/>
                      <a:pt x="0" y="1338"/>
                    </a:cubicBezTo>
                    <a:cubicBezTo>
                      <a:pt x="0" y="2098"/>
                      <a:pt x="1094" y="2676"/>
                      <a:pt x="2462" y="2676"/>
                    </a:cubicBezTo>
                    <a:cubicBezTo>
                      <a:pt x="3800" y="2676"/>
                      <a:pt x="4894" y="2098"/>
                      <a:pt x="4894" y="1338"/>
                    </a:cubicBezTo>
                    <a:cubicBezTo>
                      <a:pt x="4894" y="609"/>
                      <a:pt x="3800" y="1"/>
                      <a:pt x="24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27"/>
              <p:cNvSpPr/>
              <p:nvPr/>
            </p:nvSpPr>
            <p:spPr>
              <a:xfrm>
                <a:off x="8688013" y="2707789"/>
                <a:ext cx="96957" cy="52105"/>
              </a:xfrm>
              <a:custGeom>
                <a:avLst/>
                <a:gdLst/>
                <a:ahLst/>
                <a:cxnLst/>
                <a:rect l="l" t="t" r="r" b="b"/>
                <a:pathLst>
                  <a:path w="2888" h="1552" extrusionOk="0">
                    <a:moveTo>
                      <a:pt x="1459" y="1"/>
                    </a:moveTo>
                    <a:cubicBezTo>
                      <a:pt x="669" y="1"/>
                      <a:pt x="0" y="335"/>
                      <a:pt x="0" y="791"/>
                    </a:cubicBezTo>
                    <a:cubicBezTo>
                      <a:pt x="0" y="1217"/>
                      <a:pt x="669" y="1551"/>
                      <a:pt x="1459" y="1551"/>
                    </a:cubicBezTo>
                    <a:cubicBezTo>
                      <a:pt x="2249" y="1551"/>
                      <a:pt x="2888" y="1217"/>
                      <a:pt x="2888" y="791"/>
                    </a:cubicBezTo>
                    <a:cubicBezTo>
                      <a:pt x="2888" y="366"/>
                      <a:pt x="2249" y="1"/>
                      <a:pt x="1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27"/>
              <p:cNvSpPr/>
              <p:nvPr/>
            </p:nvSpPr>
            <p:spPr>
              <a:xfrm>
                <a:off x="8836978" y="2761876"/>
                <a:ext cx="59222" cy="32700"/>
              </a:xfrm>
              <a:custGeom>
                <a:avLst/>
                <a:gdLst/>
                <a:ahLst/>
                <a:cxnLst/>
                <a:rect l="l" t="t" r="r" b="b"/>
                <a:pathLst>
                  <a:path w="1764" h="974" extrusionOk="0">
                    <a:moveTo>
                      <a:pt x="882" y="1"/>
                    </a:moveTo>
                    <a:cubicBezTo>
                      <a:pt x="396" y="1"/>
                      <a:pt x="1" y="214"/>
                      <a:pt x="1" y="487"/>
                    </a:cubicBezTo>
                    <a:cubicBezTo>
                      <a:pt x="1" y="761"/>
                      <a:pt x="396" y="974"/>
                      <a:pt x="882" y="974"/>
                    </a:cubicBezTo>
                    <a:cubicBezTo>
                      <a:pt x="1369" y="974"/>
                      <a:pt x="1764" y="761"/>
                      <a:pt x="1764" y="487"/>
                    </a:cubicBezTo>
                    <a:cubicBezTo>
                      <a:pt x="1764" y="214"/>
                      <a:pt x="1369" y="1"/>
                      <a:pt x="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7"/>
              <p:cNvSpPr/>
              <p:nvPr/>
            </p:nvSpPr>
            <p:spPr>
              <a:xfrm>
                <a:off x="8558386" y="2830265"/>
                <a:ext cx="760283" cy="495329"/>
              </a:xfrm>
              <a:custGeom>
                <a:avLst/>
                <a:gdLst/>
                <a:ahLst/>
                <a:cxnLst/>
                <a:rect l="l" t="t" r="r" b="b"/>
                <a:pathLst>
                  <a:path w="22646" h="14754" extrusionOk="0">
                    <a:moveTo>
                      <a:pt x="21886" y="0"/>
                    </a:moveTo>
                    <a:cubicBezTo>
                      <a:pt x="21886" y="0"/>
                      <a:pt x="16492" y="6477"/>
                      <a:pt x="8692" y="6477"/>
                    </a:cubicBezTo>
                    <a:cubicBezTo>
                      <a:pt x="6035" y="6477"/>
                      <a:pt x="3098" y="5725"/>
                      <a:pt x="1" y="3709"/>
                    </a:cubicBezTo>
                    <a:lnTo>
                      <a:pt x="1" y="3709"/>
                    </a:lnTo>
                    <a:cubicBezTo>
                      <a:pt x="92" y="9362"/>
                      <a:pt x="4378" y="14074"/>
                      <a:pt x="9971" y="14681"/>
                    </a:cubicBezTo>
                    <a:cubicBezTo>
                      <a:pt x="10399" y="14730"/>
                      <a:pt x="10824" y="14754"/>
                      <a:pt x="11246" y="14754"/>
                    </a:cubicBezTo>
                    <a:cubicBezTo>
                      <a:pt x="16363" y="14754"/>
                      <a:pt x="20893" y="11256"/>
                      <a:pt x="22129" y="6201"/>
                    </a:cubicBezTo>
                    <a:cubicBezTo>
                      <a:pt x="22646" y="4134"/>
                      <a:pt x="22554" y="2006"/>
                      <a:pt x="21886" y="0"/>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27"/>
              <p:cNvSpPr/>
              <p:nvPr/>
            </p:nvSpPr>
            <p:spPr>
              <a:xfrm>
                <a:off x="8340025" y="2830265"/>
                <a:ext cx="1159258" cy="341600"/>
              </a:xfrm>
              <a:custGeom>
                <a:avLst/>
                <a:gdLst/>
                <a:ahLst/>
                <a:cxnLst/>
                <a:rect l="l" t="t" r="r" b="b"/>
                <a:pathLst>
                  <a:path w="34530" h="10175" extrusionOk="0">
                    <a:moveTo>
                      <a:pt x="3906" y="0"/>
                    </a:moveTo>
                    <a:cubicBezTo>
                      <a:pt x="1825" y="0"/>
                      <a:pt x="533" y="311"/>
                      <a:pt x="365" y="943"/>
                    </a:cubicBezTo>
                    <a:cubicBezTo>
                      <a:pt x="0" y="2554"/>
                      <a:pt x="7265" y="5745"/>
                      <a:pt x="16627" y="8025"/>
                    </a:cubicBezTo>
                    <a:cubicBezTo>
                      <a:pt x="22332" y="9433"/>
                      <a:pt x="27507" y="10174"/>
                      <a:pt x="30768" y="10174"/>
                    </a:cubicBezTo>
                    <a:cubicBezTo>
                      <a:pt x="32858" y="10174"/>
                      <a:pt x="34163" y="9870"/>
                      <a:pt x="34317" y="9241"/>
                    </a:cubicBezTo>
                    <a:cubicBezTo>
                      <a:pt x="34530" y="8359"/>
                      <a:pt x="32341" y="6961"/>
                      <a:pt x="28724" y="5472"/>
                    </a:cubicBezTo>
                    <a:lnTo>
                      <a:pt x="28694" y="5593"/>
                    </a:lnTo>
                    <a:cubicBezTo>
                      <a:pt x="30153" y="6323"/>
                      <a:pt x="30943" y="6961"/>
                      <a:pt x="30821" y="7417"/>
                    </a:cubicBezTo>
                    <a:cubicBezTo>
                      <a:pt x="30722" y="7837"/>
                      <a:pt x="29840" y="8040"/>
                      <a:pt x="28406" y="8040"/>
                    </a:cubicBezTo>
                    <a:cubicBezTo>
                      <a:pt x="25901" y="8040"/>
                      <a:pt x="21710" y="7422"/>
                      <a:pt x="17052" y="6262"/>
                    </a:cubicBezTo>
                    <a:cubicBezTo>
                      <a:pt x="9757" y="4469"/>
                      <a:pt x="4043" y="2098"/>
                      <a:pt x="4316" y="912"/>
                    </a:cubicBezTo>
                    <a:cubicBezTo>
                      <a:pt x="4430" y="485"/>
                      <a:pt x="5319" y="271"/>
                      <a:pt x="6782" y="271"/>
                    </a:cubicBezTo>
                    <a:cubicBezTo>
                      <a:pt x="6880" y="271"/>
                      <a:pt x="6980" y="272"/>
                      <a:pt x="7082" y="274"/>
                    </a:cubicBezTo>
                    <a:cubicBezTo>
                      <a:pt x="7082" y="244"/>
                      <a:pt x="7082" y="213"/>
                      <a:pt x="7113" y="183"/>
                    </a:cubicBezTo>
                    <a:cubicBezTo>
                      <a:pt x="5908" y="61"/>
                      <a:pt x="4829" y="0"/>
                      <a:pt x="3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35" name="Google Shape;1035;p27"/>
          <p:cNvGrpSpPr/>
          <p:nvPr/>
        </p:nvGrpSpPr>
        <p:grpSpPr>
          <a:xfrm>
            <a:off x="3771652" y="53884"/>
            <a:ext cx="5314076" cy="5690420"/>
            <a:chOff x="3771652" y="53884"/>
            <a:chExt cx="5314076" cy="5690420"/>
          </a:xfrm>
        </p:grpSpPr>
        <p:grpSp>
          <p:nvGrpSpPr>
            <p:cNvPr id="1036" name="Google Shape;1036;p27"/>
            <p:cNvGrpSpPr/>
            <p:nvPr/>
          </p:nvGrpSpPr>
          <p:grpSpPr>
            <a:xfrm rot="9394993" flipH="1">
              <a:off x="3887841" y="4394640"/>
              <a:ext cx="1985378" cy="996177"/>
              <a:chOff x="386493" y="282479"/>
              <a:chExt cx="1985461" cy="996218"/>
            </a:xfrm>
          </p:grpSpPr>
          <p:sp>
            <p:nvSpPr>
              <p:cNvPr id="1037" name="Google Shape;1037;p27"/>
              <p:cNvSpPr/>
              <p:nvPr/>
            </p:nvSpPr>
            <p:spPr>
              <a:xfrm>
                <a:off x="386493" y="1111169"/>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27"/>
              <p:cNvSpPr/>
              <p:nvPr/>
            </p:nvSpPr>
            <p:spPr>
              <a:xfrm>
                <a:off x="2295017" y="282479"/>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27"/>
              <p:cNvSpPr/>
              <p:nvPr/>
            </p:nvSpPr>
            <p:spPr>
              <a:xfrm>
                <a:off x="629435" y="116098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0" name="Google Shape;1040;p27"/>
            <p:cNvGrpSpPr/>
            <p:nvPr/>
          </p:nvGrpSpPr>
          <p:grpSpPr>
            <a:xfrm rot="5400000">
              <a:off x="8063335" y="1373191"/>
              <a:ext cx="1736292" cy="308495"/>
              <a:chOff x="884340" y="164158"/>
              <a:chExt cx="1736292" cy="308495"/>
            </a:xfrm>
          </p:grpSpPr>
          <p:sp>
            <p:nvSpPr>
              <p:cNvPr id="1041" name="Google Shape;1041;p27"/>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7"/>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7"/>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4" name="Google Shape;1044;p27"/>
            <p:cNvGrpSpPr/>
            <p:nvPr/>
          </p:nvGrpSpPr>
          <p:grpSpPr>
            <a:xfrm rot="5132281">
              <a:off x="5625405" y="-193905"/>
              <a:ext cx="384603" cy="953171"/>
              <a:chOff x="214131" y="2367108"/>
              <a:chExt cx="384592" cy="953142"/>
            </a:xfrm>
          </p:grpSpPr>
          <p:sp>
            <p:nvSpPr>
              <p:cNvPr id="1045" name="Google Shape;1045;p27"/>
              <p:cNvSpPr/>
              <p:nvPr/>
            </p:nvSpPr>
            <p:spPr>
              <a:xfrm>
                <a:off x="448093" y="23671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6" name="Google Shape;1046;p27"/>
              <p:cNvGrpSpPr/>
              <p:nvPr/>
            </p:nvGrpSpPr>
            <p:grpSpPr>
              <a:xfrm>
                <a:off x="214131" y="2799658"/>
                <a:ext cx="254979" cy="520592"/>
                <a:chOff x="264806" y="1483558"/>
                <a:chExt cx="254979" cy="520592"/>
              </a:xfrm>
            </p:grpSpPr>
            <p:sp>
              <p:nvSpPr>
                <p:cNvPr id="1047" name="Google Shape;1047;p27"/>
                <p:cNvSpPr/>
                <p:nvPr/>
              </p:nvSpPr>
              <p:spPr>
                <a:xfrm>
                  <a:off x="441296" y="1944519"/>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27"/>
                <p:cNvSpPr/>
                <p:nvPr/>
              </p:nvSpPr>
              <p:spPr>
                <a:xfrm>
                  <a:off x="264806" y="14835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049" name="Google Shape;1049;p27"/>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2">
  <p:cSld name="TITLE_AND_TWO_COLUMNS_1_1_1_1">
    <p:spTree>
      <p:nvGrpSpPr>
        <p:cNvPr id="1" name="Shape 1050"/>
        <p:cNvGrpSpPr/>
        <p:nvPr/>
      </p:nvGrpSpPr>
      <p:grpSpPr>
        <a:xfrm>
          <a:off x="0" y="0"/>
          <a:ext cx="0" cy="0"/>
          <a:chOff x="0" y="0"/>
          <a:chExt cx="0" cy="0"/>
        </a:xfrm>
      </p:grpSpPr>
      <p:grpSp>
        <p:nvGrpSpPr>
          <p:cNvPr id="1051" name="Google Shape;1051;p28"/>
          <p:cNvGrpSpPr/>
          <p:nvPr/>
        </p:nvGrpSpPr>
        <p:grpSpPr>
          <a:xfrm flipH="1">
            <a:off x="-1500" y="2577600"/>
            <a:ext cx="6379027" cy="2565891"/>
            <a:chOff x="2764961" y="2577600"/>
            <a:chExt cx="6379027" cy="2565891"/>
          </a:xfrm>
        </p:grpSpPr>
        <p:sp>
          <p:nvSpPr>
            <p:cNvPr id="1052" name="Google Shape;1052;p28"/>
            <p:cNvSpPr/>
            <p:nvPr/>
          </p:nvSpPr>
          <p:spPr>
            <a:xfrm>
              <a:off x="7885875" y="2577600"/>
              <a:ext cx="1258113" cy="1901601"/>
            </a:xfrm>
            <a:custGeom>
              <a:avLst/>
              <a:gdLst/>
              <a:ahLst/>
              <a:cxnLst/>
              <a:rect l="l" t="t" r="r" b="b"/>
              <a:pathLst>
                <a:path w="21096" h="31886" extrusionOk="0">
                  <a:moveTo>
                    <a:pt x="21095" y="1"/>
                  </a:moveTo>
                  <a:cubicBezTo>
                    <a:pt x="1" y="16840"/>
                    <a:pt x="21095" y="31886"/>
                    <a:pt x="21095" y="31886"/>
                  </a:cubicBezTo>
                  <a:lnTo>
                    <a:pt x="210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8"/>
            <p:cNvSpPr/>
            <p:nvPr/>
          </p:nvSpPr>
          <p:spPr>
            <a:xfrm rot="5400000">
              <a:off x="3083723" y="3989814"/>
              <a:ext cx="834916" cy="1472439"/>
            </a:xfrm>
            <a:custGeom>
              <a:avLst/>
              <a:gdLst/>
              <a:ahLst/>
              <a:cxnLst/>
              <a:rect l="l" t="t" r="r" b="b"/>
              <a:pathLst>
                <a:path w="21855" h="38543" extrusionOk="0">
                  <a:moveTo>
                    <a:pt x="21855" y="1"/>
                  </a:moveTo>
                  <a:cubicBezTo>
                    <a:pt x="0" y="21825"/>
                    <a:pt x="21855" y="38543"/>
                    <a:pt x="21855" y="38543"/>
                  </a:cubicBezTo>
                  <a:lnTo>
                    <a:pt x="21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4" name="Google Shape;1054;p28"/>
          <p:cNvGrpSpPr/>
          <p:nvPr/>
        </p:nvGrpSpPr>
        <p:grpSpPr>
          <a:xfrm>
            <a:off x="1268812" y="0"/>
            <a:ext cx="7885887" cy="4182530"/>
            <a:chOff x="1268812" y="0"/>
            <a:chExt cx="7885887" cy="4182530"/>
          </a:xfrm>
        </p:grpSpPr>
        <p:sp>
          <p:nvSpPr>
            <p:cNvPr id="1055" name="Google Shape;1055;p28"/>
            <p:cNvSpPr/>
            <p:nvPr/>
          </p:nvSpPr>
          <p:spPr>
            <a:xfrm flipH="1">
              <a:off x="8376800" y="2830777"/>
              <a:ext cx="777899" cy="1351753"/>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8"/>
            <p:cNvSpPr/>
            <p:nvPr/>
          </p:nvSpPr>
          <p:spPr>
            <a:xfrm flipH="1">
              <a:off x="1268812" y="0"/>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7" name="Google Shape;1057;p28"/>
          <p:cNvGrpSpPr/>
          <p:nvPr/>
        </p:nvGrpSpPr>
        <p:grpSpPr>
          <a:xfrm>
            <a:off x="-330850" y="928064"/>
            <a:ext cx="9858632" cy="3810852"/>
            <a:chOff x="-330850" y="928064"/>
            <a:chExt cx="9858632" cy="3810852"/>
          </a:xfrm>
        </p:grpSpPr>
        <p:grpSp>
          <p:nvGrpSpPr>
            <p:cNvPr id="1058" name="Google Shape;1058;p28"/>
            <p:cNvGrpSpPr/>
            <p:nvPr/>
          </p:nvGrpSpPr>
          <p:grpSpPr>
            <a:xfrm>
              <a:off x="-330850" y="3608126"/>
              <a:ext cx="1024018" cy="1130791"/>
              <a:chOff x="-330850" y="3608126"/>
              <a:chExt cx="1024018" cy="1130791"/>
            </a:xfrm>
          </p:grpSpPr>
          <p:sp>
            <p:nvSpPr>
              <p:cNvPr id="1059" name="Google Shape;1059;p28"/>
              <p:cNvSpPr/>
              <p:nvPr/>
            </p:nvSpPr>
            <p:spPr>
              <a:xfrm>
                <a:off x="-330850" y="3639709"/>
                <a:ext cx="984846" cy="1097497"/>
              </a:xfrm>
              <a:custGeom>
                <a:avLst/>
                <a:gdLst/>
                <a:ahLst/>
                <a:cxnLst/>
                <a:rect l="l" t="t" r="r" b="b"/>
                <a:pathLst>
                  <a:path w="18429" h="20537" extrusionOk="0">
                    <a:moveTo>
                      <a:pt x="13191" y="1"/>
                    </a:moveTo>
                    <a:lnTo>
                      <a:pt x="10723" y="4737"/>
                    </a:lnTo>
                    <a:cubicBezTo>
                      <a:pt x="10401" y="4700"/>
                      <a:pt x="10083" y="4682"/>
                      <a:pt x="9771" y="4682"/>
                    </a:cubicBezTo>
                    <a:cubicBezTo>
                      <a:pt x="3943" y="4682"/>
                      <a:pt x="1" y="10995"/>
                      <a:pt x="2850" y="16346"/>
                    </a:cubicBezTo>
                    <a:cubicBezTo>
                      <a:pt x="4340" y="19144"/>
                      <a:pt x="7087" y="20536"/>
                      <a:pt x="9836" y="20536"/>
                    </a:cubicBezTo>
                    <a:cubicBezTo>
                      <a:pt x="12625" y="20536"/>
                      <a:pt x="15415" y="19102"/>
                      <a:pt x="16894" y="16246"/>
                    </a:cubicBezTo>
                    <a:cubicBezTo>
                      <a:pt x="18428" y="13244"/>
                      <a:pt x="17928" y="9608"/>
                      <a:pt x="15593" y="7173"/>
                    </a:cubicBezTo>
                    <a:lnTo>
                      <a:pt x="15993" y="6439"/>
                    </a:lnTo>
                    <a:cubicBezTo>
                      <a:pt x="16860" y="4737"/>
                      <a:pt x="18028" y="2502"/>
                      <a:pt x="18028" y="2502"/>
                    </a:cubicBezTo>
                    <a:lnTo>
                      <a:pt x="131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8"/>
              <p:cNvSpPr/>
              <p:nvPr/>
            </p:nvSpPr>
            <p:spPr>
              <a:xfrm>
                <a:off x="-34149" y="3947419"/>
                <a:ext cx="253145" cy="173894"/>
              </a:xfrm>
              <a:custGeom>
                <a:avLst/>
                <a:gdLst/>
                <a:ahLst/>
                <a:cxnLst/>
                <a:rect l="l" t="t" r="r" b="b"/>
                <a:pathLst>
                  <a:path w="4737" h="3254" extrusionOk="0">
                    <a:moveTo>
                      <a:pt x="3291" y="1"/>
                    </a:moveTo>
                    <a:cubicBezTo>
                      <a:pt x="2812" y="1"/>
                      <a:pt x="2244" y="151"/>
                      <a:pt x="1701" y="447"/>
                    </a:cubicBezTo>
                    <a:cubicBezTo>
                      <a:pt x="601" y="1081"/>
                      <a:pt x="0" y="2115"/>
                      <a:pt x="367" y="2749"/>
                    </a:cubicBezTo>
                    <a:cubicBezTo>
                      <a:pt x="553" y="3087"/>
                      <a:pt x="944" y="3253"/>
                      <a:pt x="1432" y="3253"/>
                    </a:cubicBezTo>
                    <a:cubicBezTo>
                      <a:pt x="1908" y="3253"/>
                      <a:pt x="2476" y="3095"/>
                      <a:pt x="3036" y="2782"/>
                    </a:cubicBezTo>
                    <a:cubicBezTo>
                      <a:pt x="4136" y="2148"/>
                      <a:pt x="4737" y="1114"/>
                      <a:pt x="4370" y="481"/>
                    </a:cubicBezTo>
                    <a:cubicBezTo>
                      <a:pt x="4184" y="159"/>
                      <a:pt x="3784" y="1"/>
                      <a:pt x="32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8"/>
              <p:cNvSpPr/>
              <p:nvPr/>
            </p:nvSpPr>
            <p:spPr>
              <a:xfrm>
                <a:off x="-169620" y="4406258"/>
                <a:ext cx="659610" cy="282003"/>
              </a:xfrm>
              <a:custGeom>
                <a:avLst/>
                <a:gdLst/>
                <a:ahLst/>
                <a:cxnLst/>
                <a:rect l="l" t="t" r="r" b="b"/>
                <a:pathLst>
                  <a:path w="12343" h="5277" extrusionOk="0">
                    <a:moveTo>
                      <a:pt x="0" y="0"/>
                    </a:moveTo>
                    <a:lnTo>
                      <a:pt x="0" y="0"/>
                    </a:lnTo>
                    <a:cubicBezTo>
                      <a:pt x="916" y="3358"/>
                      <a:pt x="3905" y="5276"/>
                      <a:pt x="6953" y="5276"/>
                    </a:cubicBezTo>
                    <a:cubicBezTo>
                      <a:pt x="8901" y="5276"/>
                      <a:pt x="10873" y="4493"/>
                      <a:pt x="12342" y="2802"/>
                    </a:cubicBez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28"/>
              <p:cNvSpPr/>
              <p:nvPr/>
            </p:nvSpPr>
            <p:spPr>
              <a:xfrm>
                <a:off x="-212426" y="3653978"/>
                <a:ext cx="905594" cy="1084939"/>
              </a:xfrm>
              <a:custGeom>
                <a:avLst/>
                <a:gdLst/>
                <a:ahLst/>
                <a:cxnLst/>
                <a:rect l="l" t="t" r="r" b="b"/>
                <a:pathLst>
                  <a:path w="16946" h="20302" extrusionOk="0">
                    <a:moveTo>
                      <a:pt x="11509" y="1"/>
                    </a:moveTo>
                    <a:lnTo>
                      <a:pt x="11275" y="201"/>
                    </a:lnTo>
                    <a:lnTo>
                      <a:pt x="14377" y="2402"/>
                    </a:lnTo>
                    <a:lnTo>
                      <a:pt x="12209" y="6572"/>
                    </a:lnTo>
                    <a:cubicBezTo>
                      <a:pt x="12209" y="6605"/>
                      <a:pt x="13277" y="11876"/>
                      <a:pt x="9507" y="15312"/>
                    </a:cubicBezTo>
                    <a:cubicBezTo>
                      <a:pt x="8276" y="16412"/>
                      <a:pt x="6886" y="16859"/>
                      <a:pt x="5518" y="16859"/>
                    </a:cubicBezTo>
                    <a:cubicBezTo>
                      <a:pt x="3401" y="16859"/>
                      <a:pt x="1338" y="15789"/>
                      <a:pt x="0" y="14411"/>
                    </a:cubicBezTo>
                    <a:lnTo>
                      <a:pt x="0" y="14411"/>
                    </a:lnTo>
                    <a:cubicBezTo>
                      <a:pt x="968" y="18041"/>
                      <a:pt x="4236" y="20301"/>
                      <a:pt x="7676" y="20301"/>
                    </a:cubicBezTo>
                    <a:cubicBezTo>
                      <a:pt x="8978" y="20301"/>
                      <a:pt x="10305" y="19977"/>
                      <a:pt x="11542" y="19281"/>
                    </a:cubicBezTo>
                    <a:cubicBezTo>
                      <a:pt x="16045" y="16746"/>
                      <a:pt x="16946" y="10642"/>
                      <a:pt x="13377" y="6906"/>
                    </a:cubicBezTo>
                    <a:cubicBezTo>
                      <a:pt x="14244" y="5238"/>
                      <a:pt x="15812" y="2235"/>
                      <a:pt x="15812" y="2235"/>
                    </a:cubicBezTo>
                    <a:lnTo>
                      <a:pt x="11509" y="1"/>
                    </a:ln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28"/>
              <p:cNvSpPr/>
              <p:nvPr/>
            </p:nvSpPr>
            <p:spPr>
              <a:xfrm>
                <a:off x="338865" y="3608126"/>
                <a:ext cx="345383" cy="189178"/>
              </a:xfrm>
              <a:custGeom>
                <a:avLst/>
                <a:gdLst/>
                <a:ahLst/>
                <a:cxnLst/>
                <a:rect l="l" t="t" r="r" b="b"/>
                <a:pathLst>
                  <a:path w="6463" h="3540" extrusionOk="0">
                    <a:moveTo>
                      <a:pt x="610" y="0"/>
                    </a:moveTo>
                    <a:cubicBezTo>
                      <a:pt x="226" y="0"/>
                      <a:pt x="0" y="565"/>
                      <a:pt x="425" y="792"/>
                    </a:cubicBezTo>
                    <a:lnTo>
                      <a:pt x="5663" y="3494"/>
                    </a:lnTo>
                    <a:cubicBezTo>
                      <a:pt x="5725" y="3525"/>
                      <a:pt x="5787" y="3539"/>
                      <a:pt x="5845" y="3539"/>
                    </a:cubicBezTo>
                    <a:cubicBezTo>
                      <a:pt x="6221" y="3539"/>
                      <a:pt x="6463" y="2962"/>
                      <a:pt x="6029" y="2760"/>
                    </a:cubicBezTo>
                    <a:lnTo>
                      <a:pt x="826" y="58"/>
                    </a:lnTo>
                    <a:cubicBezTo>
                      <a:pt x="751" y="18"/>
                      <a:pt x="678" y="0"/>
                      <a:pt x="6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28"/>
              <p:cNvSpPr/>
              <p:nvPr/>
            </p:nvSpPr>
            <p:spPr>
              <a:xfrm>
                <a:off x="270568" y="3693577"/>
                <a:ext cx="139211" cy="227120"/>
              </a:xfrm>
              <a:custGeom>
                <a:avLst/>
                <a:gdLst/>
                <a:ahLst/>
                <a:cxnLst/>
                <a:rect l="l" t="t" r="r" b="b"/>
                <a:pathLst>
                  <a:path w="2605" h="4250" extrusionOk="0">
                    <a:moveTo>
                      <a:pt x="2272" y="1"/>
                    </a:moveTo>
                    <a:cubicBezTo>
                      <a:pt x="2155" y="1"/>
                      <a:pt x="2052" y="63"/>
                      <a:pt x="2004" y="160"/>
                    </a:cubicBezTo>
                    <a:lnTo>
                      <a:pt x="136" y="3829"/>
                    </a:lnTo>
                    <a:cubicBezTo>
                      <a:pt x="0" y="4055"/>
                      <a:pt x="200" y="4250"/>
                      <a:pt x="406" y="4250"/>
                    </a:cubicBezTo>
                    <a:cubicBezTo>
                      <a:pt x="504" y="4250"/>
                      <a:pt x="604" y="4205"/>
                      <a:pt x="669" y="4096"/>
                    </a:cubicBezTo>
                    <a:lnTo>
                      <a:pt x="2537" y="427"/>
                    </a:lnTo>
                    <a:cubicBezTo>
                      <a:pt x="2604" y="294"/>
                      <a:pt x="2537" y="93"/>
                      <a:pt x="2404" y="27"/>
                    </a:cubicBezTo>
                    <a:cubicBezTo>
                      <a:pt x="2359" y="9"/>
                      <a:pt x="2315" y="1"/>
                      <a:pt x="2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5" name="Google Shape;1065;p28"/>
            <p:cNvGrpSpPr/>
            <p:nvPr/>
          </p:nvGrpSpPr>
          <p:grpSpPr>
            <a:xfrm rot="2521077" flipH="1">
              <a:off x="8220617" y="1205951"/>
              <a:ext cx="1165151" cy="871711"/>
              <a:chOff x="2923063" y="846627"/>
              <a:chExt cx="1475425" cy="1103947"/>
            </a:xfrm>
          </p:grpSpPr>
          <p:sp>
            <p:nvSpPr>
              <p:cNvPr id="1066" name="Google Shape;1066;p28"/>
              <p:cNvSpPr/>
              <p:nvPr/>
            </p:nvSpPr>
            <p:spPr>
              <a:xfrm>
                <a:off x="3485903" y="1027540"/>
                <a:ext cx="428518" cy="763230"/>
              </a:xfrm>
              <a:custGeom>
                <a:avLst/>
                <a:gdLst/>
                <a:ahLst/>
                <a:cxnLst/>
                <a:rect l="l" t="t" r="r" b="b"/>
                <a:pathLst>
                  <a:path w="12343" h="21984" extrusionOk="0">
                    <a:moveTo>
                      <a:pt x="934" y="1"/>
                    </a:moveTo>
                    <a:lnTo>
                      <a:pt x="0" y="401"/>
                    </a:lnTo>
                    <a:lnTo>
                      <a:pt x="4570" y="11475"/>
                    </a:lnTo>
                    <a:lnTo>
                      <a:pt x="11508" y="21983"/>
                    </a:lnTo>
                    <a:lnTo>
                      <a:pt x="12342" y="21449"/>
                    </a:lnTo>
                    <a:lnTo>
                      <a:pt x="5437" y="11008"/>
                    </a:lnTo>
                    <a:lnTo>
                      <a:pt x="9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28"/>
              <p:cNvSpPr/>
              <p:nvPr/>
            </p:nvSpPr>
            <p:spPr>
              <a:xfrm>
                <a:off x="3172057" y="1137560"/>
                <a:ext cx="973965" cy="560549"/>
              </a:xfrm>
              <a:custGeom>
                <a:avLst/>
                <a:gdLst/>
                <a:ahLst/>
                <a:cxnLst/>
                <a:rect l="l" t="t" r="r" b="b"/>
                <a:pathLst>
                  <a:path w="28054" h="16146" extrusionOk="0">
                    <a:moveTo>
                      <a:pt x="27587" y="1"/>
                    </a:moveTo>
                    <a:lnTo>
                      <a:pt x="0" y="15245"/>
                    </a:lnTo>
                    <a:lnTo>
                      <a:pt x="501" y="16145"/>
                    </a:lnTo>
                    <a:lnTo>
                      <a:pt x="28054" y="868"/>
                    </a:lnTo>
                    <a:lnTo>
                      <a:pt x="27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28"/>
              <p:cNvSpPr/>
              <p:nvPr/>
            </p:nvSpPr>
            <p:spPr>
              <a:xfrm>
                <a:off x="3328389" y="846627"/>
                <a:ext cx="297807" cy="236704"/>
              </a:xfrm>
              <a:custGeom>
                <a:avLst/>
                <a:gdLst/>
                <a:ahLst/>
                <a:cxnLst/>
                <a:rect l="l" t="t" r="r" b="b"/>
                <a:pathLst>
                  <a:path w="8578" h="6818" extrusionOk="0">
                    <a:moveTo>
                      <a:pt x="4320" y="1"/>
                    </a:moveTo>
                    <a:cubicBezTo>
                      <a:pt x="3759" y="1"/>
                      <a:pt x="3192" y="143"/>
                      <a:pt x="2669" y="442"/>
                    </a:cubicBezTo>
                    <a:cubicBezTo>
                      <a:pt x="1" y="1909"/>
                      <a:pt x="468" y="5845"/>
                      <a:pt x="3370" y="6679"/>
                    </a:cubicBezTo>
                    <a:cubicBezTo>
                      <a:pt x="3698" y="6774"/>
                      <a:pt x="4020" y="6818"/>
                      <a:pt x="4333" y="6818"/>
                    </a:cubicBezTo>
                    <a:cubicBezTo>
                      <a:pt x="6780" y="6818"/>
                      <a:pt x="8578" y="4113"/>
                      <a:pt x="7306" y="1776"/>
                    </a:cubicBezTo>
                    <a:cubicBezTo>
                      <a:pt x="6671" y="642"/>
                      <a:pt x="5511" y="1"/>
                      <a:pt x="43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8"/>
              <p:cNvSpPr/>
              <p:nvPr/>
            </p:nvSpPr>
            <p:spPr>
              <a:xfrm>
                <a:off x="3786591" y="1714045"/>
                <a:ext cx="287634" cy="236530"/>
              </a:xfrm>
              <a:custGeom>
                <a:avLst/>
                <a:gdLst/>
                <a:ahLst/>
                <a:cxnLst/>
                <a:rect l="l" t="t" r="r" b="b"/>
                <a:pathLst>
                  <a:path w="8285" h="6813" extrusionOk="0">
                    <a:moveTo>
                      <a:pt x="4429" y="1"/>
                    </a:moveTo>
                    <a:cubicBezTo>
                      <a:pt x="2127" y="1"/>
                      <a:pt x="0" y="2487"/>
                      <a:pt x="1413" y="5044"/>
                    </a:cubicBezTo>
                    <a:cubicBezTo>
                      <a:pt x="1713" y="5578"/>
                      <a:pt x="2147" y="6045"/>
                      <a:pt x="2681" y="6345"/>
                    </a:cubicBezTo>
                    <a:cubicBezTo>
                      <a:pt x="3212" y="6654"/>
                      <a:pt x="3805" y="6813"/>
                      <a:pt x="4401" y="6813"/>
                    </a:cubicBezTo>
                    <a:cubicBezTo>
                      <a:pt x="4965" y="6813"/>
                      <a:pt x="5531" y="6671"/>
                      <a:pt x="6050" y="6379"/>
                    </a:cubicBezTo>
                    <a:cubicBezTo>
                      <a:pt x="7684" y="5478"/>
                      <a:pt x="8285" y="3410"/>
                      <a:pt x="7351" y="1775"/>
                    </a:cubicBezTo>
                    <a:cubicBezTo>
                      <a:pt x="7251" y="1542"/>
                      <a:pt x="7084" y="1308"/>
                      <a:pt x="6884" y="1142"/>
                    </a:cubicBezTo>
                    <a:cubicBezTo>
                      <a:pt x="6154" y="340"/>
                      <a:pt x="5280" y="1"/>
                      <a:pt x="44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8"/>
              <p:cNvSpPr/>
              <p:nvPr/>
            </p:nvSpPr>
            <p:spPr>
              <a:xfrm>
                <a:off x="3386298" y="1178388"/>
                <a:ext cx="550134" cy="484899"/>
              </a:xfrm>
              <a:custGeom>
                <a:avLst/>
                <a:gdLst/>
                <a:ahLst/>
                <a:cxnLst/>
                <a:rect l="l" t="t" r="r" b="b"/>
                <a:pathLst>
                  <a:path w="15846" h="13967" extrusionOk="0">
                    <a:moveTo>
                      <a:pt x="7938" y="1"/>
                    </a:moveTo>
                    <a:cubicBezTo>
                      <a:pt x="5703" y="1"/>
                      <a:pt x="3517" y="1068"/>
                      <a:pt x="2169" y="3028"/>
                    </a:cubicBezTo>
                    <a:cubicBezTo>
                      <a:pt x="0" y="6163"/>
                      <a:pt x="734" y="10400"/>
                      <a:pt x="3803" y="12668"/>
                    </a:cubicBezTo>
                    <a:cubicBezTo>
                      <a:pt x="4993" y="13528"/>
                      <a:pt x="6414" y="13967"/>
                      <a:pt x="7840" y="13967"/>
                    </a:cubicBezTo>
                    <a:cubicBezTo>
                      <a:pt x="9012" y="13967"/>
                      <a:pt x="10188" y="13670"/>
                      <a:pt x="11242" y="13068"/>
                    </a:cubicBezTo>
                    <a:cubicBezTo>
                      <a:pt x="14611" y="11200"/>
                      <a:pt x="15845" y="6964"/>
                      <a:pt x="13977" y="3595"/>
                    </a:cubicBezTo>
                    <a:cubicBezTo>
                      <a:pt x="13443" y="2594"/>
                      <a:pt x="12676" y="1760"/>
                      <a:pt x="11742" y="1126"/>
                    </a:cubicBezTo>
                    <a:cubicBezTo>
                      <a:pt x="10562" y="364"/>
                      <a:pt x="9242" y="1"/>
                      <a:pt x="79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8"/>
              <p:cNvSpPr/>
              <p:nvPr/>
            </p:nvSpPr>
            <p:spPr>
              <a:xfrm>
                <a:off x="4049403" y="939219"/>
                <a:ext cx="349084" cy="320581"/>
              </a:xfrm>
              <a:custGeom>
                <a:avLst/>
                <a:gdLst/>
                <a:ahLst/>
                <a:cxnLst/>
                <a:rect l="l" t="t" r="r" b="b"/>
                <a:pathLst>
                  <a:path w="10055" h="9234" extrusionOk="0">
                    <a:moveTo>
                      <a:pt x="4779" y="0"/>
                    </a:moveTo>
                    <a:cubicBezTo>
                      <a:pt x="2488" y="0"/>
                      <a:pt x="347" y="1726"/>
                      <a:pt x="181" y="4313"/>
                    </a:cubicBezTo>
                    <a:cubicBezTo>
                      <a:pt x="0" y="7122"/>
                      <a:pt x="2269" y="9234"/>
                      <a:pt x="4787" y="9234"/>
                    </a:cubicBezTo>
                    <a:cubicBezTo>
                      <a:pt x="5528" y="9234"/>
                      <a:pt x="6291" y="9051"/>
                      <a:pt x="7019" y="8649"/>
                    </a:cubicBezTo>
                    <a:cubicBezTo>
                      <a:pt x="9221" y="7415"/>
                      <a:pt x="10055" y="4613"/>
                      <a:pt x="8820" y="2378"/>
                    </a:cubicBezTo>
                    <a:cubicBezTo>
                      <a:pt x="8487" y="1811"/>
                      <a:pt x="8053" y="1310"/>
                      <a:pt x="7519" y="910"/>
                    </a:cubicBezTo>
                    <a:cubicBezTo>
                      <a:pt x="6663" y="284"/>
                      <a:pt x="5709" y="0"/>
                      <a:pt x="4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8"/>
              <p:cNvSpPr/>
              <p:nvPr/>
            </p:nvSpPr>
            <p:spPr>
              <a:xfrm>
                <a:off x="2923063" y="1574168"/>
                <a:ext cx="319679" cy="319644"/>
              </a:xfrm>
              <a:custGeom>
                <a:avLst/>
                <a:gdLst/>
                <a:ahLst/>
                <a:cxnLst/>
                <a:rect l="l" t="t" r="r" b="b"/>
                <a:pathLst>
                  <a:path w="9208" h="9207" extrusionOk="0">
                    <a:moveTo>
                      <a:pt x="4604" y="0"/>
                    </a:moveTo>
                    <a:cubicBezTo>
                      <a:pt x="2069" y="0"/>
                      <a:pt x="1" y="2068"/>
                      <a:pt x="1" y="4604"/>
                    </a:cubicBezTo>
                    <a:cubicBezTo>
                      <a:pt x="1" y="7139"/>
                      <a:pt x="2069" y="9207"/>
                      <a:pt x="4604" y="9207"/>
                    </a:cubicBezTo>
                    <a:cubicBezTo>
                      <a:pt x="7139" y="9207"/>
                      <a:pt x="9207" y="7139"/>
                      <a:pt x="9207" y="4604"/>
                    </a:cubicBezTo>
                    <a:cubicBezTo>
                      <a:pt x="9207" y="2068"/>
                      <a:pt x="7139" y="0"/>
                      <a:pt x="46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8"/>
              <p:cNvSpPr/>
              <p:nvPr/>
            </p:nvSpPr>
            <p:spPr>
              <a:xfrm>
                <a:off x="3518329" y="1217480"/>
                <a:ext cx="416922" cy="445807"/>
              </a:xfrm>
              <a:custGeom>
                <a:avLst/>
                <a:gdLst/>
                <a:ahLst/>
                <a:cxnLst/>
                <a:rect l="l" t="t" r="r" b="b"/>
                <a:pathLst>
                  <a:path w="12009" h="12841" extrusionOk="0">
                    <a:moveTo>
                      <a:pt x="7906" y="0"/>
                    </a:moveTo>
                    <a:cubicBezTo>
                      <a:pt x="7906" y="1"/>
                      <a:pt x="10374" y="11275"/>
                      <a:pt x="0" y="11542"/>
                    </a:cubicBezTo>
                    <a:cubicBezTo>
                      <a:pt x="1190" y="12402"/>
                      <a:pt x="2611" y="12841"/>
                      <a:pt x="4037" y="12841"/>
                    </a:cubicBezTo>
                    <a:cubicBezTo>
                      <a:pt x="5209" y="12841"/>
                      <a:pt x="6385" y="12544"/>
                      <a:pt x="7439" y="11942"/>
                    </a:cubicBezTo>
                    <a:cubicBezTo>
                      <a:pt x="10808" y="10074"/>
                      <a:pt x="12009" y="5838"/>
                      <a:pt x="10174" y="2469"/>
                    </a:cubicBezTo>
                    <a:cubicBezTo>
                      <a:pt x="9607" y="1468"/>
                      <a:pt x="8840" y="634"/>
                      <a:pt x="7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8"/>
              <p:cNvSpPr/>
              <p:nvPr/>
            </p:nvSpPr>
            <p:spPr>
              <a:xfrm>
                <a:off x="4145987" y="970812"/>
                <a:ext cx="251355" cy="288884"/>
              </a:xfrm>
              <a:custGeom>
                <a:avLst/>
                <a:gdLst/>
                <a:ahLst/>
                <a:cxnLst/>
                <a:rect l="l" t="t" r="r" b="b"/>
                <a:pathLst>
                  <a:path w="7240" h="8321" extrusionOk="0">
                    <a:moveTo>
                      <a:pt x="4704" y="0"/>
                    </a:moveTo>
                    <a:lnTo>
                      <a:pt x="4704" y="0"/>
                    </a:lnTo>
                    <a:cubicBezTo>
                      <a:pt x="4771" y="267"/>
                      <a:pt x="6138" y="6738"/>
                      <a:pt x="1" y="7872"/>
                    </a:cubicBezTo>
                    <a:cubicBezTo>
                      <a:pt x="627" y="8170"/>
                      <a:pt x="1305" y="8320"/>
                      <a:pt x="1986" y="8320"/>
                    </a:cubicBezTo>
                    <a:cubicBezTo>
                      <a:pt x="2756" y="8320"/>
                      <a:pt x="3529" y="8128"/>
                      <a:pt x="4237" y="7739"/>
                    </a:cubicBezTo>
                    <a:cubicBezTo>
                      <a:pt x="6439" y="6505"/>
                      <a:pt x="7239" y="3703"/>
                      <a:pt x="6005" y="1468"/>
                    </a:cubicBezTo>
                    <a:cubicBezTo>
                      <a:pt x="5705" y="901"/>
                      <a:pt x="5271" y="400"/>
                      <a:pt x="47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8"/>
              <p:cNvSpPr/>
              <p:nvPr/>
            </p:nvSpPr>
            <p:spPr>
              <a:xfrm>
                <a:off x="3013397" y="1605413"/>
                <a:ext cx="251320" cy="288502"/>
              </a:xfrm>
              <a:custGeom>
                <a:avLst/>
                <a:gdLst/>
                <a:ahLst/>
                <a:cxnLst/>
                <a:rect l="l" t="t" r="r" b="b"/>
                <a:pathLst>
                  <a:path w="7239" h="8310" extrusionOk="0">
                    <a:moveTo>
                      <a:pt x="4704" y="1"/>
                    </a:moveTo>
                    <a:cubicBezTo>
                      <a:pt x="4771" y="268"/>
                      <a:pt x="6138" y="6739"/>
                      <a:pt x="0" y="7873"/>
                    </a:cubicBezTo>
                    <a:cubicBezTo>
                      <a:pt x="618" y="8166"/>
                      <a:pt x="1292" y="8310"/>
                      <a:pt x="1967" y="8310"/>
                    </a:cubicBezTo>
                    <a:cubicBezTo>
                      <a:pt x="2752" y="8310"/>
                      <a:pt x="3538" y="8116"/>
                      <a:pt x="4237" y="7740"/>
                    </a:cubicBezTo>
                    <a:cubicBezTo>
                      <a:pt x="6438" y="6506"/>
                      <a:pt x="7239" y="3704"/>
                      <a:pt x="6005" y="1469"/>
                    </a:cubicBezTo>
                    <a:cubicBezTo>
                      <a:pt x="5705" y="868"/>
                      <a:pt x="5238" y="368"/>
                      <a:pt x="4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8"/>
              <p:cNvSpPr/>
              <p:nvPr/>
            </p:nvSpPr>
            <p:spPr>
              <a:xfrm>
                <a:off x="3879634" y="1753657"/>
                <a:ext cx="194592" cy="196918"/>
              </a:xfrm>
              <a:custGeom>
                <a:avLst/>
                <a:gdLst/>
                <a:ahLst/>
                <a:cxnLst/>
                <a:rect l="l" t="t" r="r" b="b"/>
                <a:pathLst>
                  <a:path w="5605" h="5672" extrusionOk="0">
                    <a:moveTo>
                      <a:pt x="4204" y="1"/>
                    </a:moveTo>
                    <a:cubicBezTo>
                      <a:pt x="4204" y="1"/>
                      <a:pt x="4470" y="4804"/>
                      <a:pt x="1" y="5204"/>
                    </a:cubicBezTo>
                    <a:cubicBezTo>
                      <a:pt x="532" y="5513"/>
                      <a:pt x="1125" y="5672"/>
                      <a:pt x="1721" y="5672"/>
                    </a:cubicBezTo>
                    <a:cubicBezTo>
                      <a:pt x="2285" y="5672"/>
                      <a:pt x="2851" y="5530"/>
                      <a:pt x="3370" y="5238"/>
                    </a:cubicBezTo>
                    <a:cubicBezTo>
                      <a:pt x="5004" y="4337"/>
                      <a:pt x="5605" y="2269"/>
                      <a:pt x="4671" y="634"/>
                    </a:cubicBezTo>
                    <a:cubicBezTo>
                      <a:pt x="4571" y="401"/>
                      <a:pt x="4404" y="167"/>
                      <a:pt x="42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28"/>
              <p:cNvSpPr/>
              <p:nvPr/>
            </p:nvSpPr>
            <p:spPr>
              <a:xfrm>
                <a:off x="3418724" y="885094"/>
                <a:ext cx="194592" cy="197647"/>
              </a:xfrm>
              <a:custGeom>
                <a:avLst/>
                <a:gdLst/>
                <a:ahLst/>
                <a:cxnLst/>
                <a:rect l="l" t="t" r="r" b="b"/>
                <a:pathLst>
                  <a:path w="5605" h="5693" extrusionOk="0">
                    <a:moveTo>
                      <a:pt x="4237" y="1"/>
                    </a:moveTo>
                    <a:cubicBezTo>
                      <a:pt x="4237" y="1"/>
                      <a:pt x="4504" y="4837"/>
                      <a:pt x="0" y="5238"/>
                    </a:cubicBezTo>
                    <a:cubicBezTo>
                      <a:pt x="525" y="5542"/>
                      <a:pt x="1118" y="5692"/>
                      <a:pt x="1714" y="5692"/>
                    </a:cubicBezTo>
                    <a:cubicBezTo>
                      <a:pt x="2294" y="5692"/>
                      <a:pt x="2877" y="5551"/>
                      <a:pt x="3403" y="5271"/>
                    </a:cubicBezTo>
                    <a:cubicBezTo>
                      <a:pt x="5004" y="4337"/>
                      <a:pt x="5604" y="2269"/>
                      <a:pt x="4670" y="634"/>
                    </a:cubicBezTo>
                    <a:cubicBezTo>
                      <a:pt x="4570" y="401"/>
                      <a:pt x="4404" y="201"/>
                      <a:pt x="42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78" name="Google Shape;1078;p28"/>
          <p:cNvGrpSpPr/>
          <p:nvPr/>
        </p:nvGrpSpPr>
        <p:grpSpPr>
          <a:xfrm>
            <a:off x="875568" y="70483"/>
            <a:ext cx="8737831" cy="5648283"/>
            <a:chOff x="875568" y="70483"/>
            <a:chExt cx="8737831" cy="5648283"/>
          </a:xfrm>
        </p:grpSpPr>
        <p:grpSp>
          <p:nvGrpSpPr>
            <p:cNvPr id="1079" name="Google Shape;1079;p28"/>
            <p:cNvGrpSpPr/>
            <p:nvPr/>
          </p:nvGrpSpPr>
          <p:grpSpPr>
            <a:xfrm rot="3994993" flipH="1">
              <a:off x="8082889" y="3156265"/>
              <a:ext cx="1635758" cy="844761"/>
              <a:chOff x="596274" y="343048"/>
              <a:chExt cx="1635826" cy="844796"/>
            </a:xfrm>
          </p:grpSpPr>
          <p:sp>
            <p:nvSpPr>
              <p:cNvPr id="1080" name="Google Shape;1080;p28"/>
              <p:cNvSpPr/>
              <p:nvPr/>
            </p:nvSpPr>
            <p:spPr>
              <a:xfrm>
                <a:off x="596274" y="1020316"/>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8"/>
              <p:cNvSpPr/>
              <p:nvPr/>
            </p:nvSpPr>
            <p:spPr>
              <a:xfrm>
                <a:off x="2155163" y="343048"/>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8"/>
              <p:cNvSpPr/>
              <p:nvPr/>
            </p:nvSpPr>
            <p:spPr>
              <a:xfrm>
                <a:off x="839216" y="1070134"/>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3" name="Google Shape;1083;p28"/>
            <p:cNvGrpSpPr/>
            <p:nvPr/>
          </p:nvGrpSpPr>
          <p:grpSpPr>
            <a:xfrm flipH="1">
              <a:off x="875568" y="70483"/>
              <a:ext cx="1736292" cy="308495"/>
              <a:chOff x="884340" y="164158"/>
              <a:chExt cx="1736292" cy="308495"/>
            </a:xfrm>
          </p:grpSpPr>
          <p:sp>
            <p:nvSpPr>
              <p:cNvPr id="1084" name="Google Shape;1084;p28"/>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28"/>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28"/>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7" name="Google Shape;1087;p28"/>
            <p:cNvGrpSpPr/>
            <p:nvPr/>
          </p:nvGrpSpPr>
          <p:grpSpPr>
            <a:xfrm rot="-3994993">
              <a:off x="5132662" y="3945783"/>
              <a:ext cx="915074" cy="1936614"/>
              <a:chOff x="757054" y="1199812"/>
              <a:chExt cx="915112" cy="1936695"/>
            </a:xfrm>
          </p:grpSpPr>
          <p:sp>
            <p:nvSpPr>
              <p:cNvPr id="1088" name="Google Shape;1088;p28"/>
              <p:cNvSpPr/>
              <p:nvPr/>
            </p:nvSpPr>
            <p:spPr>
              <a:xfrm>
                <a:off x="757054" y="1199812"/>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8"/>
              <p:cNvSpPr/>
              <p:nvPr/>
            </p:nvSpPr>
            <p:spPr>
              <a:xfrm>
                <a:off x="1595229" y="3076829"/>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8"/>
              <p:cNvSpPr/>
              <p:nvPr/>
            </p:nvSpPr>
            <p:spPr>
              <a:xfrm>
                <a:off x="1020923" y="1489696"/>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91" name="Google Shape;1091;p28"/>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3">
  <p:cSld name="TITLE_AND_TWO_COLUMNS_1_1_1_1_1">
    <p:spTree>
      <p:nvGrpSpPr>
        <p:cNvPr id="1" name="Shape 1092"/>
        <p:cNvGrpSpPr/>
        <p:nvPr/>
      </p:nvGrpSpPr>
      <p:grpSpPr>
        <a:xfrm>
          <a:off x="0" y="0"/>
          <a:ext cx="0" cy="0"/>
          <a:chOff x="0" y="0"/>
          <a:chExt cx="0" cy="0"/>
        </a:xfrm>
      </p:grpSpPr>
      <p:grpSp>
        <p:nvGrpSpPr>
          <p:cNvPr id="1093" name="Google Shape;1093;p29"/>
          <p:cNvGrpSpPr/>
          <p:nvPr/>
        </p:nvGrpSpPr>
        <p:grpSpPr>
          <a:xfrm>
            <a:off x="3408748" y="923584"/>
            <a:ext cx="5747463" cy="4223064"/>
            <a:chOff x="3408748" y="923584"/>
            <a:chExt cx="5747463" cy="4223064"/>
          </a:xfrm>
        </p:grpSpPr>
        <p:sp>
          <p:nvSpPr>
            <p:cNvPr id="1094" name="Google Shape;1094;p29"/>
            <p:cNvSpPr/>
            <p:nvPr/>
          </p:nvSpPr>
          <p:spPr>
            <a:xfrm rot="-5400000">
              <a:off x="3737573" y="3926334"/>
              <a:ext cx="891490" cy="1549139"/>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29"/>
            <p:cNvSpPr/>
            <p:nvPr/>
          </p:nvSpPr>
          <p:spPr>
            <a:xfrm rot="5400000">
              <a:off x="8488607" y="1334736"/>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6" name="Google Shape;1096;p29"/>
          <p:cNvGrpSpPr/>
          <p:nvPr/>
        </p:nvGrpSpPr>
        <p:grpSpPr>
          <a:xfrm>
            <a:off x="-18" y="0"/>
            <a:ext cx="5937217" cy="3309325"/>
            <a:chOff x="-18" y="0"/>
            <a:chExt cx="5937217" cy="3309325"/>
          </a:xfrm>
        </p:grpSpPr>
        <p:sp>
          <p:nvSpPr>
            <p:cNvPr id="1097" name="Google Shape;1097;p29"/>
            <p:cNvSpPr/>
            <p:nvPr/>
          </p:nvSpPr>
          <p:spPr>
            <a:xfrm rot="-5400000">
              <a:off x="4802987" y="-230987"/>
              <a:ext cx="903225" cy="1365199"/>
            </a:xfrm>
            <a:custGeom>
              <a:avLst/>
              <a:gdLst/>
              <a:ahLst/>
              <a:cxnLst/>
              <a:rect l="l" t="t" r="r" b="b"/>
              <a:pathLst>
                <a:path w="21096" h="31886" extrusionOk="0">
                  <a:moveTo>
                    <a:pt x="21095" y="1"/>
                  </a:moveTo>
                  <a:cubicBezTo>
                    <a:pt x="1" y="16840"/>
                    <a:pt x="21095" y="31886"/>
                    <a:pt x="21095" y="31886"/>
                  </a:cubicBezTo>
                  <a:lnTo>
                    <a:pt x="210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29"/>
            <p:cNvSpPr/>
            <p:nvPr/>
          </p:nvSpPr>
          <p:spPr>
            <a:xfrm rot="10800000">
              <a:off x="-18" y="1609964"/>
              <a:ext cx="963642" cy="1699361"/>
            </a:xfrm>
            <a:custGeom>
              <a:avLst/>
              <a:gdLst/>
              <a:ahLst/>
              <a:cxnLst/>
              <a:rect l="l" t="t" r="r" b="b"/>
              <a:pathLst>
                <a:path w="21855" h="38543" extrusionOk="0">
                  <a:moveTo>
                    <a:pt x="21855" y="1"/>
                  </a:moveTo>
                  <a:cubicBezTo>
                    <a:pt x="0" y="21825"/>
                    <a:pt x="21855" y="38543"/>
                    <a:pt x="21855" y="38543"/>
                  </a:cubicBezTo>
                  <a:lnTo>
                    <a:pt x="21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9" name="Google Shape;1099;p29"/>
          <p:cNvGrpSpPr/>
          <p:nvPr/>
        </p:nvGrpSpPr>
        <p:grpSpPr>
          <a:xfrm>
            <a:off x="-319301" y="1022830"/>
            <a:ext cx="9608609" cy="3686483"/>
            <a:chOff x="-319301" y="1022830"/>
            <a:chExt cx="9608609" cy="3686483"/>
          </a:xfrm>
        </p:grpSpPr>
        <p:grpSp>
          <p:nvGrpSpPr>
            <p:cNvPr id="1100" name="Google Shape;1100;p29"/>
            <p:cNvGrpSpPr/>
            <p:nvPr/>
          </p:nvGrpSpPr>
          <p:grpSpPr>
            <a:xfrm rot="-671328">
              <a:off x="8416934" y="3486999"/>
              <a:ext cx="767229" cy="1158890"/>
              <a:chOff x="7754225" y="1474150"/>
              <a:chExt cx="641150" cy="968450"/>
            </a:xfrm>
          </p:grpSpPr>
          <p:sp>
            <p:nvSpPr>
              <p:cNvPr id="1101" name="Google Shape;1101;p29"/>
              <p:cNvSpPr/>
              <p:nvPr/>
            </p:nvSpPr>
            <p:spPr>
              <a:xfrm>
                <a:off x="8162025" y="1959225"/>
                <a:ext cx="45875" cy="122625"/>
              </a:xfrm>
              <a:custGeom>
                <a:avLst/>
                <a:gdLst/>
                <a:ahLst/>
                <a:cxnLst/>
                <a:rect l="l" t="t" r="r" b="b"/>
                <a:pathLst>
                  <a:path w="1835" h="4905" extrusionOk="0">
                    <a:moveTo>
                      <a:pt x="0" y="1"/>
                    </a:moveTo>
                    <a:lnTo>
                      <a:pt x="1835" y="4904"/>
                    </a:lnTo>
                  </a:path>
                </a:pathLst>
              </a:custGeom>
              <a:solidFill>
                <a:srgbClr val="6D6E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9"/>
              <p:cNvSpPr/>
              <p:nvPr/>
            </p:nvSpPr>
            <p:spPr>
              <a:xfrm>
                <a:off x="8138675" y="1950900"/>
                <a:ext cx="92575" cy="139275"/>
              </a:xfrm>
              <a:custGeom>
                <a:avLst/>
                <a:gdLst/>
                <a:ahLst/>
                <a:cxnLst/>
                <a:rect l="l" t="t" r="r" b="b"/>
                <a:pathLst>
                  <a:path w="3703" h="5571" extrusionOk="0">
                    <a:moveTo>
                      <a:pt x="1835" y="0"/>
                    </a:moveTo>
                    <a:lnTo>
                      <a:pt x="1068" y="300"/>
                    </a:lnTo>
                    <a:lnTo>
                      <a:pt x="0" y="701"/>
                    </a:lnTo>
                    <a:lnTo>
                      <a:pt x="1301" y="4070"/>
                    </a:lnTo>
                    <a:lnTo>
                      <a:pt x="1868" y="5571"/>
                    </a:lnTo>
                    <a:lnTo>
                      <a:pt x="2769" y="5237"/>
                    </a:lnTo>
                    <a:lnTo>
                      <a:pt x="3703" y="4870"/>
                    </a:lnTo>
                    <a:lnTo>
                      <a:pt x="3136" y="3369"/>
                    </a:lnTo>
                    <a:lnTo>
                      <a:pt x="18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9"/>
              <p:cNvSpPr/>
              <p:nvPr/>
            </p:nvSpPr>
            <p:spPr>
              <a:xfrm>
                <a:off x="8142825" y="2033775"/>
                <a:ext cx="248550" cy="408825"/>
              </a:xfrm>
              <a:custGeom>
                <a:avLst/>
                <a:gdLst/>
                <a:ahLst/>
                <a:cxnLst/>
                <a:rect l="l" t="t" r="r" b="b"/>
                <a:pathLst>
                  <a:path w="9942" h="16353" extrusionOk="0">
                    <a:moveTo>
                      <a:pt x="3492" y="1"/>
                    </a:moveTo>
                    <a:cubicBezTo>
                      <a:pt x="3330" y="1"/>
                      <a:pt x="3165" y="29"/>
                      <a:pt x="3003" y="87"/>
                    </a:cubicBezTo>
                    <a:lnTo>
                      <a:pt x="2970" y="87"/>
                    </a:lnTo>
                    <a:lnTo>
                      <a:pt x="2369" y="321"/>
                    </a:lnTo>
                    <a:lnTo>
                      <a:pt x="2036" y="421"/>
                    </a:lnTo>
                    <a:lnTo>
                      <a:pt x="1135" y="788"/>
                    </a:lnTo>
                    <a:lnTo>
                      <a:pt x="1102" y="788"/>
                    </a:lnTo>
                    <a:cubicBezTo>
                      <a:pt x="368" y="1055"/>
                      <a:pt x="1" y="1889"/>
                      <a:pt x="301" y="2623"/>
                    </a:cubicBezTo>
                    <a:lnTo>
                      <a:pt x="5138" y="15432"/>
                    </a:lnTo>
                    <a:cubicBezTo>
                      <a:pt x="5346" y="16004"/>
                      <a:pt x="5898" y="16353"/>
                      <a:pt x="6479" y="16353"/>
                    </a:cubicBezTo>
                    <a:cubicBezTo>
                      <a:pt x="6644" y="16353"/>
                      <a:pt x="6811" y="16325"/>
                      <a:pt x="6973" y="16266"/>
                    </a:cubicBezTo>
                    <a:lnTo>
                      <a:pt x="7940" y="15899"/>
                    </a:lnTo>
                    <a:lnTo>
                      <a:pt x="8207" y="15799"/>
                    </a:lnTo>
                    <a:lnTo>
                      <a:pt x="8874" y="15565"/>
                    </a:lnTo>
                    <a:cubicBezTo>
                      <a:pt x="9608" y="15265"/>
                      <a:pt x="9941" y="14431"/>
                      <a:pt x="9674" y="13731"/>
                    </a:cubicBezTo>
                    <a:lnTo>
                      <a:pt x="4804" y="921"/>
                    </a:lnTo>
                    <a:cubicBezTo>
                      <a:pt x="4596" y="350"/>
                      <a:pt x="4064" y="1"/>
                      <a:pt x="34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9"/>
              <p:cNvSpPr/>
              <p:nvPr/>
            </p:nvSpPr>
            <p:spPr>
              <a:xfrm>
                <a:off x="7831925" y="1523875"/>
                <a:ext cx="475225" cy="430650"/>
              </a:xfrm>
              <a:custGeom>
                <a:avLst/>
                <a:gdLst/>
                <a:ahLst/>
                <a:cxnLst/>
                <a:rect l="l" t="t" r="r" b="b"/>
                <a:pathLst>
                  <a:path w="19009" h="17226" extrusionOk="0">
                    <a:moveTo>
                      <a:pt x="9815" y="0"/>
                    </a:moveTo>
                    <a:cubicBezTo>
                      <a:pt x="4198" y="0"/>
                      <a:pt x="0" y="5397"/>
                      <a:pt x="1562" y="10977"/>
                    </a:cubicBezTo>
                    <a:cubicBezTo>
                      <a:pt x="1629" y="11210"/>
                      <a:pt x="1696" y="11444"/>
                      <a:pt x="1796" y="11677"/>
                    </a:cubicBezTo>
                    <a:cubicBezTo>
                      <a:pt x="2296" y="13011"/>
                      <a:pt x="3130" y="14179"/>
                      <a:pt x="4231" y="15113"/>
                    </a:cubicBezTo>
                    <a:cubicBezTo>
                      <a:pt x="4331" y="15213"/>
                      <a:pt x="4431" y="15313"/>
                      <a:pt x="4565" y="15413"/>
                    </a:cubicBezTo>
                    <a:cubicBezTo>
                      <a:pt x="5165" y="15880"/>
                      <a:pt x="5832" y="16280"/>
                      <a:pt x="6533" y="16547"/>
                    </a:cubicBezTo>
                    <a:cubicBezTo>
                      <a:pt x="7540" y="16992"/>
                      <a:pt x="8626" y="17226"/>
                      <a:pt x="9721" y="17226"/>
                    </a:cubicBezTo>
                    <a:cubicBezTo>
                      <a:pt x="9859" y="17226"/>
                      <a:pt x="9997" y="17222"/>
                      <a:pt x="10135" y="17214"/>
                    </a:cubicBezTo>
                    <a:cubicBezTo>
                      <a:pt x="11103" y="17214"/>
                      <a:pt x="12037" y="17014"/>
                      <a:pt x="12904" y="16681"/>
                    </a:cubicBezTo>
                    <a:cubicBezTo>
                      <a:pt x="16740" y="15213"/>
                      <a:pt x="19008" y="11310"/>
                      <a:pt x="18374" y="7274"/>
                    </a:cubicBezTo>
                    <a:cubicBezTo>
                      <a:pt x="18341" y="6974"/>
                      <a:pt x="18274" y="6640"/>
                      <a:pt x="18174" y="6373"/>
                    </a:cubicBezTo>
                    <a:cubicBezTo>
                      <a:pt x="18108" y="6073"/>
                      <a:pt x="18008" y="5806"/>
                      <a:pt x="17907" y="5539"/>
                    </a:cubicBezTo>
                    <a:cubicBezTo>
                      <a:pt x="17707" y="5006"/>
                      <a:pt x="17440" y="4472"/>
                      <a:pt x="17107" y="3972"/>
                    </a:cubicBezTo>
                    <a:lnTo>
                      <a:pt x="17040" y="3838"/>
                    </a:lnTo>
                    <a:cubicBezTo>
                      <a:pt x="16540" y="3071"/>
                      <a:pt x="15906" y="2404"/>
                      <a:pt x="15206" y="1837"/>
                    </a:cubicBezTo>
                    <a:lnTo>
                      <a:pt x="15139" y="1803"/>
                    </a:lnTo>
                    <a:cubicBezTo>
                      <a:pt x="13838" y="769"/>
                      <a:pt x="12270" y="169"/>
                      <a:pt x="10602" y="35"/>
                    </a:cubicBezTo>
                    <a:cubicBezTo>
                      <a:pt x="10337" y="12"/>
                      <a:pt x="10074" y="0"/>
                      <a:pt x="98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9"/>
              <p:cNvSpPr/>
              <p:nvPr/>
            </p:nvSpPr>
            <p:spPr>
              <a:xfrm>
                <a:off x="8165350" y="1950900"/>
                <a:ext cx="226025" cy="480350"/>
              </a:xfrm>
              <a:custGeom>
                <a:avLst/>
                <a:gdLst/>
                <a:ahLst/>
                <a:cxnLst/>
                <a:rect l="l" t="t" r="r" b="b"/>
                <a:pathLst>
                  <a:path w="9041" h="19214" extrusionOk="0">
                    <a:moveTo>
                      <a:pt x="768" y="0"/>
                    </a:moveTo>
                    <a:lnTo>
                      <a:pt x="1" y="267"/>
                    </a:lnTo>
                    <a:lnTo>
                      <a:pt x="67" y="934"/>
                    </a:lnTo>
                    <a:lnTo>
                      <a:pt x="1135" y="3736"/>
                    </a:lnTo>
                    <a:lnTo>
                      <a:pt x="1702" y="5237"/>
                    </a:lnTo>
                    <a:lnTo>
                      <a:pt x="7039" y="19214"/>
                    </a:lnTo>
                    <a:lnTo>
                      <a:pt x="7306" y="19114"/>
                    </a:lnTo>
                    <a:lnTo>
                      <a:pt x="7973" y="18880"/>
                    </a:lnTo>
                    <a:cubicBezTo>
                      <a:pt x="8707" y="18580"/>
                      <a:pt x="9040" y="17746"/>
                      <a:pt x="8773" y="17046"/>
                    </a:cubicBezTo>
                    <a:lnTo>
                      <a:pt x="3903" y="4236"/>
                    </a:lnTo>
                    <a:cubicBezTo>
                      <a:pt x="3693" y="3657"/>
                      <a:pt x="3150" y="3286"/>
                      <a:pt x="2570" y="3286"/>
                    </a:cubicBezTo>
                    <a:cubicBezTo>
                      <a:pt x="2415" y="3286"/>
                      <a:pt x="2257" y="3313"/>
                      <a:pt x="2102" y="3369"/>
                    </a:cubicBezTo>
                    <a:lnTo>
                      <a:pt x="2069" y="3369"/>
                    </a:lnTo>
                    <a:lnTo>
                      <a:pt x="768" y="0"/>
                    </a:lnTo>
                    <a:close/>
                  </a:path>
                </a:pathLst>
              </a:custGeom>
              <a:solidFill>
                <a:srgbClr val="002F57">
                  <a:alpha val="13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9"/>
              <p:cNvSpPr/>
              <p:nvPr/>
            </p:nvSpPr>
            <p:spPr>
              <a:xfrm>
                <a:off x="7754225" y="1474150"/>
                <a:ext cx="641150" cy="530375"/>
              </a:xfrm>
              <a:custGeom>
                <a:avLst/>
                <a:gdLst/>
                <a:ahLst/>
                <a:cxnLst/>
                <a:rect l="l" t="t" r="r" b="b"/>
                <a:pathLst>
                  <a:path w="25646" h="21215" extrusionOk="0">
                    <a:moveTo>
                      <a:pt x="12930" y="1934"/>
                    </a:moveTo>
                    <a:cubicBezTo>
                      <a:pt x="14099" y="1934"/>
                      <a:pt x="15310" y="2181"/>
                      <a:pt x="16512" y="2725"/>
                    </a:cubicBezTo>
                    <a:cubicBezTo>
                      <a:pt x="23517" y="5861"/>
                      <a:pt x="23217" y="15934"/>
                      <a:pt x="16012" y="18670"/>
                    </a:cubicBezTo>
                    <a:cubicBezTo>
                      <a:pt x="15015" y="19044"/>
                      <a:pt x="13991" y="19222"/>
                      <a:pt x="12984" y="19222"/>
                    </a:cubicBezTo>
                    <a:cubicBezTo>
                      <a:pt x="9507" y="19222"/>
                      <a:pt x="6223" y="17106"/>
                      <a:pt x="4904" y="13666"/>
                    </a:cubicBezTo>
                    <a:cubicBezTo>
                      <a:pt x="2638" y="7697"/>
                      <a:pt x="7286" y="1934"/>
                      <a:pt x="12930" y="1934"/>
                    </a:cubicBezTo>
                    <a:close/>
                    <a:moveTo>
                      <a:pt x="12965" y="1"/>
                    </a:moveTo>
                    <a:cubicBezTo>
                      <a:pt x="11715" y="1"/>
                      <a:pt x="10444" y="223"/>
                      <a:pt x="9207" y="690"/>
                    </a:cubicBezTo>
                    <a:cubicBezTo>
                      <a:pt x="401" y="4026"/>
                      <a:pt x="0" y="16368"/>
                      <a:pt x="8607" y="20238"/>
                    </a:cubicBezTo>
                    <a:cubicBezTo>
                      <a:pt x="10088" y="20909"/>
                      <a:pt x="11581" y="21214"/>
                      <a:pt x="13020" y="21214"/>
                    </a:cubicBezTo>
                    <a:cubicBezTo>
                      <a:pt x="19947" y="21214"/>
                      <a:pt x="25645" y="14152"/>
                      <a:pt x="22883" y="6861"/>
                    </a:cubicBezTo>
                    <a:cubicBezTo>
                      <a:pt x="21283" y="2602"/>
                      <a:pt x="17245" y="1"/>
                      <a:pt x="129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7" name="Google Shape;1107;p29"/>
            <p:cNvGrpSpPr/>
            <p:nvPr/>
          </p:nvGrpSpPr>
          <p:grpSpPr>
            <a:xfrm rot="5650587">
              <a:off x="-233029" y="1007511"/>
              <a:ext cx="958328" cy="1063903"/>
              <a:chOff x="7346251" y="563301"/>
              <a:chExt cx="1165163" cy="1293524"/>
            </a:xfrm>
          </p:grpSpPr>
          <p:sp>
            <p:nvSpPr>
              <p:cNvPr id="1108" name="Google Shape;1108;p29"/>
              <p:cNvSpPr/>
              <p:nvPr/>
            </p:nvSpPr>
            <p:spPr>
              <a:xfrm rot="1693449">
                <a:off x="7551679" y="1144858"/>
                <a:ext cx="928371" cy="366040"/>
              </a:xfrm>
              <a:custGeom>
                <a:avLst/>
                <a:gdLst/>
                <a:ahLst/>
                <a:cxnLst/>
                <a:rect l="l" t="t" r="r" b="b"/>
                <a:pathLst>
                  <a:path w="22281" h="8785" extrusionOk="0">
                    <a:moveTo>
                      <a:pt x="11156" y="1"/>
                    </a:moveTo>
                    <a:lnTo>
                      <a:pt x="0" y="8147"/>
                    </a:lnTo>
                    <a:lnTo>
                      <a:pt x="456" y="8785"/>
                    </a:lnTo>
                    <a:lnTo>
                      <a:pt x="11156" y="943"/>
                    </a:lnTo>
                    <a:lnTo>
                      <a:pt x="21824" y="8785"/>
                    </a:lnTo>
                    <a:lnTo>
                      <a:pt x="22280" y="8147"/>
                    </a:lnTo>
                    <a:lnTo>
                      <a:pt x="111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9"/>
              <p:cNvSpPr/>
              <p:nvPr/>
            </p:nvSpPr>
            <p:spPr>
              <a:xfrm rot="1693449">
                <a:off x="8193466" y="722377"/>
                <a:ext cx="31708" cy="490164"/>
              </a:xfrm>
              <a:custGeom>
                <a:avLst/>
                <a:gdLst/>
                <a:ahLst/>
                <a:cxnLst/>
                <a:rect l="l" t="t" r="r" b="b"/>
                <a:pathLst>
                  <a:path w="761" h="11764" extrusionOk="0">
                    <a:moveTo>
                      <a:pt x="0" y="1"/>
                    </a:moveTo>
                    <a:lnTo>
                      <a:pt x="0" y="11764"/>
                    </a:lnTo>
                    <a:lnTo>
                      <a:pt x="760" y="11764"/>
                    </a:lnTo>
                    <a:lnTo>
                      <a:pt x="7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9"/>
              <p:cNvSpPr/>
              <p:nvPr/>
            </p:nvSpPr>
            <p:spPr>
              <a:xfrm rot="1693449">
                <a:off x="7387886" y="1133150"/>
                <a:ext cx="271332" cy="244291"/>
              </a:xfrm>
              <a:custGeom>
                <a:avLst/>
                <a:gdLst/>
                <a:ahLst/>
                <a:cxnLst/>
                <a:rect l="l" t="t" r="r" b="b"/>
                <a:pathLst>
                  <a:path w="6512" h="5863" extrusionOk="0">
                    <a:moveTo>
                      <a:pt x="3613" y="0"/>
                    </a:moveTo>
                    <a:cubicBezTo>
                      <a:pt x="1736" y="0"/>
                      <a:pt x="1" y="1909"/>
                      <a:pt x="888" y="4061"/>
                    </a:cubicBezTo>
                    <a:cubicBezTo>
                      <a:pt x="1399" y="5299"/>
                      <a:pt x="2472" y="5862"/>
                      <a:pt x="3545" y="5862"/>
                    </a:cubicBezTo>
                    <a:cubicBezTo>
                      <a:pt x="5028" y="5862"/>
                      <a:pt x="6511" y="4788"/>
                      <a:pt x="6511" y="2937"/>
                    </a:cubicBezTo>
                    <a:cubicBezTo>
                      <a:pt x="6511" y="2177"/>
                      <a:pt x="6208" y="1417"/>
                      <a:pt x="5630" y="870"/>
                    </a:cubicBezTo>
                    <a:cubicBezTo>
                      <a:pt x="5022" y="262"/>
                      <a:pt x="4308" y="0"/>
                      <a:pt x="3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9"/>
              <p:cNvSpPr/>
              <p:nvPr/>
            </p:nvSpPr>
            <p:spPr>
              <a:xfrm rot="1693449">
                <a:off x="7389301" y="1127882"/>
                <a:ext cx="256582" cy="217124"/>
              </a:xfrm>
              <a:custGeom>
                <a:avLst/>
                <a:gdLst/>
                <a:ahLst/>
                <a:cxnLst/>
                <a:rect l="l" t="t" r="r" b="b"/>
                <a:pathLst>
                  <a:path w="6158" h="5211" extrusionOk="0">
                    <a:moveTo>
                      <a:pt x="3793" y="0"/>
                    </a:moveTo>
                    <a:cubicBezTo>
                      <a:pt x="1804" y="0"/>
                      <a:pt x="1" y="2153"/>
                      <a:pt x="1173" y="4340"/>
                    </a:cubicBezTo>
                    <a:cubicBezTo>
                      <a:pt x="1775" y="4942"/>
                      <a:pt x="2512" y="5211"/>
                      <a:pt x="3232" y="5211"/>
                    </a:cubicBezTo>
                    <a:cubicBezTo>
                      <a:pt x="4730" y="5211"/>
                      <a:pt x="6158" y="4048"/>
                      <a:pt x="6158" y="2303"/>
                    </a:cubicBezTo>
                    <a:cubicBezTo>
                      <a:pt x="6158" y="1787"/>
                      <a:pt x="6036" y="1331"/>
                      <a:pt x="5823" y="875"/>
                    </a:cubicBezTo>
                    <a:cubicBezTo>
                      <a:pt x="5203" y="262"/>
                      <a:pt x="4487" y="0"/>
                      <a:pt x="37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9"/>
              <p:cNvSpPr/>
              <p:nvPr/>
            </p:nvSpPr>
            <p:spPr>
              <a:xfrm rot="1693449">
                <a:off x="8170413" y="620910"/>
                <a:ext cx="279374" cy="243749"/>
              </a:xfrm>
              <a:custGeom>
                <a:avLst/>
                <a:gdLst/>
                <a:ahLst/>
                <a:cxnLst/>
                <a:rect l="l" t="t" r="r" b="b"/>
                <a:pathLst>
                  <a:path w="6705" h="5850" extrusionOk="0">
                    <a:moveTo>
                      <a:pt x="3764" y="1"/>
                    </a:moveTo>
                    <a:cubicBezTo>
                      <a:pt x="1641" y="1"/>
                      <a:pt x="0" y="2426"/>
                      <a:pt x="1325" y="4489"/>
                    </a:cubicBezTo>
                    <a:cubicBezTo>
                      <a:pt x="1916" y="5428"/>
                      <a:pt x="2835" y="5850"/>
                      <a:pt x="3748" y="5850"/>
                    </a:cubicBezTo>
                    <a:cubicBezTo>
                      <a:pt x="5226" y="5850"/>
                      <a:pt x="6686" y="4743"/>
                      <a:pt x="6705" y="2939"/>
                    </a:cubicBezTo>
                    <a:cubicBezTo>
                      <a:pt x="6705" y="1814"/>
                      <a:pt x="6036" y="780"/>
                      <a:pt x="5033" y="294"/>
                    </a:cubicBezTo>
                    <a:cubicBezTo>
                      <a:pt x="4604" y="92"/>
                      <a:pt x="4175" y="1"/>
                      <a:pt x="37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29"/>
              <p:cNvSpPr/>
              <p:nvPr/>
            </p:nvSpPr>
            <p:spPr>
              <a:xfrm rot="1693449">
                <a:off x="8165574" y="611565"/>
                <a:ext cx="260165" cy="222957"/>
              </a:xfrm>
              <a:custGeom>
                <a:avLst/>
                <a:gdLst/>
                <a:ahLst/>
                <a:cxnLst/>
                <a:rect l="l" t="t" r="r" b="b"/>
                <a:pathLst>
                  <a:path w="6244" h="5351" extrusionOk="0">
                    <a:moveTo>
                      <a:pt x="4023" y="1"/>
                    </a:moveTo>
                    <a:cubicBezTo>
                      <a:pt x="1646" y="1"/>
                      <a:pt x="1" y="3100"/>
                      <a:pt x="2049" y="5070"/>
                    </a:cubicBezTo>
                    <a:cubicBezTo>
                      <a:pt x="2458" y="5262"/>
                      <a:pt x="2881" y="5350"/>
                      <a:pt x="3293" y="5350"/>
                    </a:cubicBezTo>
                    <a:cubicBezTo>
                      <a:pt x="4841" y="5350"/>
                      <a:pt x="6244" y="4106"/>
                      <a:pt x="6244" y="2426"/>
                    </a:cubicBezTo>
                    <a:cubicBezTo>
                      <a:pt x="6244" y="1605"/>
                      <a:pt x="5909" y="845"/>
                      <a:pt x="5301" y="298"/>
                    </a:cubicBezTo>
                    <a:cubicBezTo>
                      <a:pt x="4864" y="93"/>
                      <a:pt x="4433" y="1"/>
                      <a:pt x="40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29"/>
              <p:cNvSpPr/>
              <p:nvPr/>
            </p:nvSpPr>
            <p:spPr>
              <a:xfrm rot="1693449">
                <a:off x="7894832" y="992986"/>
                <a:ext cx="393915" cy="386790"/>
              </a:xfrm>
              <a:custGeom>
                <a:avLst/>
                <a:gdLst/>
                <a:ahLst/>
                <a:cxnLst/>
                <a:rect l="l" t="t" r="r" b="b"/>
                <a:pathLst>
                  <a:path w="9454" h="9283" extrusionOk="0">
                    <a:moveTo>
                      <a:pt x="4743" y="0"/>
                    </a:moveTo>
                    <a:cubicBezTo>
                      <a:pt x="2189" y="0"/>
                      <a:pt x="92" y="2006"/>
                      <a:pt x="31" y="4560"/>
                    </a:cubicBezTo>
                    <a:cubicBezTo>
                      <a:pt x="1" y="5228"/>
                      <a:pt x="153" y="5897"/>
                      <a:pt x="426" y="6505"/>
                    </a:cubicBezTo>
                    <a:cubicBezTo>
                      <a:pt x="1200" y="8233"/>
                      <a:pt x="2915" y="9282"/>
                      <a:pt x="4735" y="9282"/>
                    </a:cubicBezTo>
                    <a:cubicBezTo>
                      <a:pt x="5060" y="9282"/>
                      <a:pt x="5388" y="9249"/>
                      <a:pt x="5715" y="9180"/>
                    </a:cubicBezTo>
                    <a:cubicBezTo>
                      <a:pt x="7904" y="8724"/>
                      <a:pt x="9454" y="6778"/>
                      <a:pt x="9454" y="4560"/>
                    </a:cubicBezTo>
                    <a:cubicBezTo>
                      <a:pt x="9363" y="2006"/>
                      <a:pt x="7296" y="0"/>
                      <a:pt x="47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29"/>
              <p:cNvSpPr/>
              <p:nvPr/>
            </p:nvSpPr>
            <p:spPr>
              <a:xfrm rot="1693449">
                <a:off x="7909513" y="982757"/>
                <a:ext cx="362248" cy="344582"/>
              </a:xfrm>
              <a:custGeom>
                <a:avLst/>
                <a:gdLst/>
                <a:ahLst/>
                <a:cxnLst/>
                <a:rect l="l" t="t" r="r" b="b"/>
                <a:pathLst>
                  <a:path w="8694" h="8270" extrusionOk="0">
                    <a:moveTo>
                      <a:pt x="4764" y="1"/>
                    </a:moveTo>
                    <a:cubicBezTo>
                      <a:pt x="2345" y="1"/>
                      <a:pt x="11" y="1856"/>
                      <a:pt x="31" y="4703"/>
                    </a:cubicBezTo>
                    <a:cubicBezTo>
                      <a:pt x="1" y="5371"/>
                      <a:pt x="153" y="6040"/>
                      <a:pt x="426" y="6648"/>
                    </a:cubicBezTo>
                    <a:cubicBezTo>
                      <a:pt x="1413" y="7769"/>
                      <a:pt x="2690" y="8270"/>
                      <a:pt x="3944" y="8270"/>
                    </a:cubicBezTo>
                    <a:cubicBezTo>
                      <a:pt x="6362" y="8270"/>
                      <a:pt x="8694" y="6409"/>
                      <a:pt x="8694" y="3548"/>
                    </a:cubicBezTo>
                    <a:cubicBezTo>
                      <a:pt x="8694" y="2879"/>
                      <a:pt x="8542" y="2210"/>
                      <a:pt x="8268" y="1602"/>
                    </a:cubicBezTo>
                    <a:cubicBezTo>
                      <a:pt x="7285" y="495"/>
                      <a:pt x="6013" y="1"/>
                      <a:pt x="47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29"/>
              <p:cNvSpPr/>
              <p:nvPr/>
            </p:nvSpPr>
            <p:spPr>
              <a:xfrm rot="1693449">
                <a:off x="8173447" y="1561299"/>
                <a:ext cx="287540" cy="241916"/>
              </a:xfrm>
              <a:custGeom>
                <a:avLst/>
                <a:gdLst/>
                <a:ahLst/>
                <a:cxnLst/>
                <a:rect l="l" t="t" r="r" b="b"/>
                <a:pathLst>
                  <a:path w="6901" h="5806" extrusionOk="0">
                    <a:moveTo>
                      <a:pt x="3983" y="0"/>
                    </a:moveTo>
                    <a:cubicBezTo>
                      <a:pt x="1186" y="0"/>
                      <a:pt x="1" y="3526"/>
                      <a:pt x="2220" y="5228"/>
                    </a:cubicBezTo>
                    <a:cubicBezTo>
                      <a:pt x="2706" y="5623"/>
                      <a:pt x="3344" y="5806"/>
                      <a:pt x="3983" y="5806"/>
                    </a:cubicBezTo>
                    <a:cubicBezTo>
                      <a:pt x="5594" y="5806"/>
                      <a:pt x="6901" y="4499"/>
                      <a:pt x="6901" y="2888"/>
                    </a:cubicBezTo>
                    <a:cubicBezTo>
                      <a:pt x="6870" y="1733"/>
                      <a:pt x="6202" y="669"/>
                      <a:pt x="5107" y="213"/>
                    </a:cubicBezTo>
                    <a:cubicBezTo>
                      <a:pt x="4743" y="61"/>
                      <a:pt x="4378" y="0"/>
                      <a:pt x="39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29"/>
              <p:cNvSpPr/>
              <p:nvPr/>
            </p:nvSpPr>
            <p:spPr>
              <a:xfrm rot="1693449">
                <a:off x="8178624" y="1555917"/>
                <a:ext cx="260957" cy="226707"/>
              </a:xfrm>
              <a:custGeom>
                <a:avLst/>
                <a:gdLst/>
                <a:ahLst/>
                <a:cxnLst/>
                <a:rect l="l" t="t" r="r" b="b"/>
                <a:pathLst>
                  <a:path w="6263" h="5441" extrusionOk="0">
                    <a:moveTo>
                      <a:pt x="3983" y="0"/>
                    </a:moveTo>
                    <a:cubicBezTo>
                      <a:pt x="1186" y="0"/>
                      <a:pt x="1" y="3526"/>
                      <a:pt x="2220" y="5228"/>
                    </a:cubicBezTo>
                    <a:cubicBezTo>
                      <a:pt x="2584" y="5380"/>
                      <a:pt x="2949" y="5441"/>
                      <a:pt x="3344" y="5441"/>
                    </a:cubicBezTo>
                    <a:cubicBezTo>
                      <a:pt x="4955" y="5441"/>
                      <a:pt x="6262" y="4134"/>
                      <a:pt x="6262" y="2553"/>
                    </a:cubicBezTo>
                    <a:cubicBezTo>
                      <a:pt x="6262" y="1611"/>
                      <a:pt x="5837" y="760"/>
                      <a:pt x="5107" y="213"/>
                    </a:cubicBezTo>
                    <a:cubicBezTo>
                      <a:pt x="4743" y="61"/>
                      <a:pt x="4378" y="0"/>
                      <a:pt x="39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18" name="Google Shape;1118;p29"/>
          <p:cNvGrpSpPr/>
          <p:nvPr/>
        </p:nvGrpSpPr>
        <p:grpSpPr>
          <a:xfrm>
            <a:off x="87719" y="659293"/>
            <a:ext cx="8998010" cy="4946067"/>
            <a:chOff x="87719" y="659293"/>
            <a:chExt cx="8998010" cy="4946067"/>
          </a:xfrm>
        </p:grpSpPr>
        <p:grpSp>
          <p:nvGrpSpPr>
            <p:cNvPr id="1119" name="Google Shape;1119;p29"/>
            <p:cNvGrpSpPr/>
            <p:nvPr/>
          </p:nvGrpSpPr>
          <p:grpSpPr>
            <a:xfrm rot="9394993" flipH="1">
              <a:off x="3262551" y="4470348"/>
              <a:ext cx="1635758" cy="844761"/>
              <a:chOff x="596274" y="343048"/>
              <a:chExt cx="1635826" cy="844796"/>
            </a:xfrm>
          </p:grpSpPr>
          <p:sp>
            <p:nvSpPr>
              <p:cNvPr id="1120" name="Google Shape;1120;p29"/>
              <p:cNvSpPr/>
              <p:nvPr/>
            </p:nvSpPr>
            <p:spPr>
              <a:xfrm>
                <a:off x="596274" y="1020316"/>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29"/>
              <p:cNvSpPr/>
              <p:nvPr/>
            </p:nvSpPr>
            <p:spPr>
              <a:xfrm>
                <a:off x="2155163" y="343048"/>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9"/>
              <p:cNvSpPr/>
              <p:nvPr/>
            </p:nvSpPr>
            <p:spPr>
              <a:xfrm>
                <a:off x="839216" y="1070134"/>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3" name="Google Shape;1123;p29"/>
            <p:cNvGrpSpPr/>
            <p:nvPr/>
          </p:nvGrpSpPr>
          <p:grpSpPr>
            <a:xfrm rot="5400000">
              <a:off x="8063335" y="1373191"/>
              <a:ext cx="1736292" cy="308495"/>
              <a:chOff x="884340" y="164158"/>
              <a:chExt cx="1736292" cy="308495"/>
            </a:xfrm>
          </p:grpSpPr>
          <p:sp>
            <p:nvSpPr>
              <p:cNvPr id="1124" name="Google Shape;1124;p29"/>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9"/>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29"/>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7" name="Google Shape;1127;p29"/>
            <p:cNvGrpSpPr/>
            <p:nvPr/>
          </p:nvGrpSpPr>
          <p:grpSpPr>
            <a:xfrm rot="5705005" flipH="1">
              <a:off x="-372558" y="2716378"/>
              <a:ext cx="1428180" cy="382586"/>
              <a:chOff x="1515612" y="941908"/>
              <a:chExt cx="1428276" cy="382612"/>
            </a:xfrm>
          </p:grpSpPr>
          <p:sp>
            <p:nvSpPr>
              <p:cNvPr id="1128" name="Google Shape;1128;p29"/>
              <p:cNvSpPr/>
              <p:nvPr/>
            </p:nvSpPr>
            <p:spPr>
              <a:xfrm>
                <a:off x="1824264" y="976541"/>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29"/>
              <p:cNvSpPr/>
              <p:nvPr/>
            </p:nvSpPr>
            <p:spPr>
              <a:xfrm>
                <a:off x="2866951" y="941908"/>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29"/>
              <p:cNvSpPr/>
              <p:nvPr/>
            </p:nvSpPr>
            <p:spPr>
              <a:xfrm>
                <a:off x="1515612" y="1206810"/>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31" name="Google Shape;1131;p29"/>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hanks">
  <p:cSld name="CUSTOM_4">
    <p:spTree>
      <p:nvGrpSpPr>
        <p:cNvPr id="1" name="Shape 1132"/>
        <p:cNvGrpSpPr/>
        <p:nvPr/>
      </p:nvGrpSpPr>
      <p:grpSpPr>
        <a:xfrm>
          <a:off x="0" y="0"/>
          <a:ext cx="0" cy="0"/>
          <a:chOff x="0" y="0"/>
          <a:chExt cx="0" cy="0"/>
        </a:xfrm>
      </p:grpSpPr>
      <p:grpSp>
        <p:nvGrpSpPr>
          <p:cNvPr id="1133" name="Google Shape;1133;p30"/>
          <p:cNvGrpSpPr/>
          <p:nvPr/>
        </p:nvGrpSpPr>
        <p:grpSpPr>
          <a:xfrm>
            <a:off x="0" y="369262"/>
            <a:ext cx="9447367" cy="5523553"/>
            <a:chOff x="0" y="369262"/>
            <a:chExt cx="9447367" cy="5523553"/>
          </a:xfrm>
        </p:grpSpPr>
        <p:grpSp>
          <p:nvGrpSpPr>
            <p:cNvPr id="1134" name="Google Shape;1134;p30"/>
            <p:cNvGrpSpPr/>
            <p:nvPr/>
          </p:nvGrpSpPr>
          <p:grpSpPr>
            <a:xfrm rot="10800000">
              <a:off x="5331657" y="2413669"/>
              <a:ext cx="4115710" cy="3479146"/>
              <a:chOff x="0" y="3879600"/>
              <a:chExt cx="4115710" cy="3479146"/>
            </a:xfrm>
          </p:grpSpPr>
          <p:sp>
            <p:nvSpPr>
              <p:cNvPr id="1135" name="Google Shape;1135;p30"/>
              <p:cNvSpPr/>
              <p:nvPr/>
            </p:nvSpPr>
            <p:spPr>
              <a:xfrm flipH="1">
                <a:off x="0" y="3879605"/>
                <a:ext cx="4115710" cy="3479140"/>
              </a:xfrm>
              <a:custGeom>
                <a:avLst/>
                <a:gdLst/>
                <a:ahLst/>
                <a:cxnLst/>
                <a:rect l="l" t="t" r="r" b="b"/>
                <a:pathLst>
                  <a:path w="84594" h="71510" extrusionOk="0">
                    <a:moveTo>
                      <a:pt x="23458" y="1"/>
                    </a:moveTo>
                    <a:cubicBezTo>
                      <a:pt x="20912" y="1"/>
                      <a:pt x="18397" y="632"/>
                      <a:pt x="15912" y="2164"/>
                    </a:cubicBezTo>
                    <a:cubicBezTo>
                      <a:pt x="0" y="11937"/>
                      <a:pt x="20448" y="43326"/>
                      <a:pt x="28487" y="52733"/>
                    </a:cubicBezTo>
                    <a:cubicBezTo>
                      <a:pt x="40102" y="66299"/>
                      <a:pt x="51571" y="71510"/>
                      <a:pt x="62024" y="71510"/>
                    </a:cubicBezTo>
                    <a:cubicBezTo>
                      <a:pt x="70336" y="71510"/>
                      <a:pt x="78005" y="68216"/>
                      <a:pt x="84594" y="63207"/>
                    </a:cubicBezTo>
                    <a:lnTo>
                      <a:pt x="84594" y="6967"/>
                    </a:lnTo>
                    <a:cubicBezTo>
                      <a:pt x="79724" y="8168"/>
                      <a:pt x="74187" y="10336"/>
                      <a:pt x="67815" y="12638"/>
                    </a:cubicBezTo>
                    <a:cubicBezTo>
                      <a:pt x="65657" y="13420"/>
                      <a:pt x="63521" y="13758"/>
                      <a:pt x="61408" y="13758"/>
                    </a:cubicBezTo>
                    <a:cubicBezTo>
                      <a:pt x="47925" y="13758"/>
                      <a:pt x="35349" y="1"/>
                      <a:pt x="2345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0"/>
              <p:cNvSpPr/>
              <p:nvPr/>
            </p:nvSpPr>
            <p:spPr>
              <a:xfrm>
                <a:off x="622325" y="3879600"/>
                <a:ext cx="958424" cy="377422"/>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7" name="Google Shape;1137;p30"/>
            <p:cNvGrpSpPr/>
            <p:nvPr/>
          </p:nvGrpSpPr>
          <p:grpSpPr>
            <a:xfrm>
              <a:off x="0" y="369262"/>
              <a:ext cx="4115710" cy="3479146"/>
              <a:chOff x="0" y="3879600"/>
              <a:chExt cx="4115710" cy="3479146"/>
            </a:xfrm>
          </p:grpSpPr>
          <p:sp>
            <p:nvSpPr>
              <p:cNvPr id="1138" name="Google Shape;1138;p30"/>
              <p:cNvSpPr/>
              <p:nvPr/>
            </p:nvSpPr>
            <p:spPr>
              <a:xfrm flipH="1">
                <a:off x="0" y="3879605"/>
                <a:ext cx="4115710" cy="3479140"/>
              </a:xfrm>
              <a:custGeom>
                <a:avLst/>
                <a:gdLst/>
                <a:ahLst/>
                <a:cxnLst/>
                <a:rect l="l" t="t" r="r" b="b"/>
                <a:pathLst>
                  <a:path w="84594" h="71510" extrusionOk="0">
                    <a:moveTo>
                      <a:pt x="23458" y="1"/>
                    </a:moveTo>
                    <a:cubicBezTo>
                      <a:pt x="20912" y="1"/>
                      <a:pt x="18397" y="632"/>
                      <a:pt x="15912" y="2164"/>
                    </a:cubicBezTo>
                    <a:cubicBezTo>
                      <a:pt x="0" y="11937"/>
                      <a:pt x="20448" y="43326"/>
                      <a:pt x="28487" y="52733"/>
                    </a:cubicBezTo>
                    <a:cubicBezTo>
                      <a:pt x="40102" y="66299"/>
                      <a:pt x="51571" y="71510"/>
                      <a:pt x="62024" y="71510"/>
                    </a:cubicBezTo>
                    <a:cubicBezTo>
                      <a:pt x="70336" y="71510"/>
                      <a:pt x="78005" y="68216"/>
                      <a:pt x="84594" y="63207"/>
                    </a:cubicBezTo>
                    <a:lnTo>
                      <a:pt x="84594" y="6967"/>
                    </a:lnTo>
                    <a:cubicBezTo>
                      <a:pt x="79724" y="8168"/>
                      <a:pt x="74187" y="10336"/>
                      <a:pt x="67815" y="12638"/>
                    </a:cubicBezTo>
                    <a:cubicBezTo>
                      <a:pt x="65657" y="13420"/>
                      <a:pt x="63521" y="13758"/>
                      <a:pt x="61408" y="13758"/>
                    </a:cubicBezTo>
                    <a:cubicBezTo>
                      <a:pt x="47925" y="13758"/>
                      <a:pt x="35349" y="1"/>
                      <a:pt x="2345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30"/>
              <p:cNvSpPr/>
              <p:nvPr/>
            </p:nvSpPr>
            <p:spPr>
              <a:xfrm>
                <a:off x="622325" y="3879600"/>
                <a:ext cx="958424" cy="377422"/>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40" name="Google Shape;1140;p30"/>
          <p:cNvGrpSpPr/>
          <p:nvPr/>
        </p:nvGrpSpPr>
        <p:grpSpPr>
          <a:xfrm>
            <a:off x="208613" y="-12"/>
            <a:ext cx="8268378" cy="5138220"/>
            <a:chOff x="208613" y="-12"/>
            <a:chExt cx="8268378" cy="5138220"/>
          </a:xfrm>
        </p:grpSpPr>
        <p:sp>
          <p:nvSpPr>
            <p:cNvPr id="1141" name="Google Shape;1141;p30"/>
            <p:cNvSpPr/>
            <p:nvPr/>
          </p:nvSpPr>
          <p:spPr>
            <a:xfrm rot="-5400000">
              <a:off x="495540" y="4073381"/>
              <a:ext cx="777899" cy="1351753"/>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0"/>
            <p:cNvSpPr/>
            <p:nvPr/>
          </p:nvSpPr>
          <p:spPr>
            <a:xfrm>
              <a:off x="7398234" y="-12"/>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3" name="Google Shape;1143;p30"/>
          <p:cNvGrpSpPr/>
          <p:nvPr/>
        </p:nvGrpSpPr>
        <p:grpSpPr>
          <a:xfrm>
            <a:off x="38103" y="70470"/>
            <a:ext cx="8832132" cy="5526437"/>
            <a:chOff x="38103" y="70470"/>
            <a:chExt cx="8832132" cy="5526437"/>
          </a:xfrm>
        </p:grpSpPr>
        <p:grpSp>
          <p:nvGrpSpPr>
            <p:cNvPr id="1144" name="Google Shape;1144;p30"/>
            <p:cNvGrpSpPr/>
            <p:nvPr/>
          </p:nvGrpSpPr>
          <p:grpSpPr>
            <a:xfrm rot="-9394993">
              <a:off x="138602" y="4461895"/>
              <a:ext cx="1635758" cy="844761"/>
              <a:chOff x="596274" y="343048"/>
              <a:chExt cx="1635826" cy="844796"/>
            </a:xfrm>
          </p:grpSpPr>
          <p:sp>
            <p:nvSpPr>
              <p:cNvPr id="1145" name="Google Shape;1145;p30"/>
              <p:cNvSpPr/>
              <p:nvPr/>
            </p:nvSpPr>
            <p:spPr>
              <a:xfrm>
                <a:off x="596274" y="1020316"/>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30"/>
              <p:cNvSpPr/>
              <p:nvPr/>
            </p:nvSpPr>
            <p:spPr>
              <a:xfrm>
                <a:off x="2155163" y="343048"/>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0"/>
              <p:cNvSpPr/>
              <p:nvPr/>
            </p:nvSpPr>
            <p:spPr>
              <a:xfrm>
                <a:off x="839216" y="1070134"/>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8" name="Google Shape;1148;p30"/>
            <p:cNvSpPr/>
            <p:nvPr/>
          </p:nvSpPr>
          <p:spPr>
            <a:xfrm>
              <a:off x="465877" y="21392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9" name="Google Shape;1149;p30"/>
            <p:cNvGrpSpPr/>
            <p:nvPr/>
          </p:nvGrpSpPr>
          <p:grpSpPr>
            <a:xfrm>
              <a:off x="231915" y="2571758"/>
              <a:ext cx="430624" cy="228581"/>
              <a:chOff x="282590" y="1255658"/>
              <a:chExt cx="430624" cy="228581"/>
            </a:xfrm>
          </p:grpSpPr>
          <p:sp>
            <p:nvSpPr>
              <p:cNvPr id="1150" name="Google Shape;1150;p30"/>
              <p:cNvSpPr/>
              <p:nvPr/>
            </p:nvSpPr>
            <p:spPr>
              <a:xfrm>
                <a:off x="634725" y="1424608"/>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30"/>
              <p:cNvSpPr/>
              <p:nvPr/>
            </p:nvSpPr>
            <p:spPr>
              <a:xfrm>
                <a:off x="282590" y="12556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2" name="Google Shape;1152;p30"/>
            <p:cNvGrpSpPr/>
            <p:nvPr/>
          </p:nvGrpSpPr>
          <p:grpSpPr>
            <a:xfrm rot="1708616">
              <a:off x="8411152" y="3043800"/>
              <a:ext cx="430619" cy="228578"/>
              <a:chOff x="282590" y="1255658"/>
              <a:chExt cx="430624" cy="228581"/>
            </a:xfrm>
          </p:grpSpPr>
          <p:sp>
            <p:nvSpPr>
              <p:cNvPr id="1153" name="Google Shape;1153;p30"/>
              <p:cNvSpPr/>
              <p:nvPr/>
            </p:nvSpPr>
            <p:spPr>
              <a:xfrm>
                <a:off x="634725" y="1424608"/>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0"/>
              <p:cNvSpPr/>
              <p:nvPr/>
            </p:nvSpPr>
            <p:spPr>
              <a:xfrm>
                <a:off x="282590" y="12556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5" name="Google Shape;1155;p30"/>
            <p:cNvGrpSpPr/>
            <p:nvPr/>
          </p:nvGrpSpPr>
          <p:grpSpPr>
            <a:xfrm rot="9355270">
              <a:off x="7972248" y="4682528"/>
              <a:ext cx="430631" cy="228585"/>
              <a:chOff x="282590" y="1255658"/>
              <a:chExt cx="430624" cy="228581"/>
            </a:xfrm>
          </p:grpSpPr>
          <p:sp>
            <p:nvSpPr>
              <p:cNvPr id="1156" name="Google Shape;1156;p30"/>
              <p:cNvSpPr/>
              <p:nvPr/>
            </p:nvSpPr>
            <p:spPr>
              <a:xfrm>
                <a:off x="634725" y="1424608"/>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0"/>
              <p:cNvSpPr/>
              <p:nvPr/>
            </p:nvSpPr>
            <p:spPr>
              <a:xfrm>
                <a:off x="282590" y="12556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8" name="Google Shape;1158;p30"/>
            <p:cNvGrpSpPr/>
            <p:nvPr/>
          </p:nvGrpSpPr>
          <p:grpSpPr>
            <a:xfrm>
              <a:off x="7133944" y="70470"/>
              <a:ext cx="1736292" cy="308495"/>
              <a:chOff x="884340" y="164158"/>
              <a:chExt cx="1736292" cy="308495"/>
            </a:xfrm>
          </p:grpSpPr>
          <p:sp>
            <p:nvSpPr>
              <p:cNvPr id="1159" name="Google Shape;1159;p30"/>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30"/>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0"/>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62" name="Google Shape;1162;p30"/>
            <p:cNvSpPr/>
            <p:nvPr/>
          </p:nvSpPr>
          <p:spPr>
            <a:xfrm>
              <a:off x="3747602" y="4825420"/>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30"/>
            <p:cNvSpPr/>
            <p:nvPr/>
          </p:nvSpPr>
          <p:spPr>
            <a:xfrm>
              <a:off x="8551152" y="725595"/>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64" name="Google Shape;1164;p30"/>
          <p:cNvSpPr/>
          <p:nvPr/>
        </p:nvSpPr>
        <p:spPr>
          <a:xfrm>
            <a:off x="281369" y="373350"/>
            <a:ext cx="8114679" cy="4498593"/>
          </a:xfrm>
          <a:custGeom>
            <a:avLst/>
            <a:gdLst/>
            <a:ahLst/>
            <a:cxnLst/>
            <a:rect l="l" t="t" r="r" b="b"/>
            <a:pathLst>
              <a:path w="117779" h="65294" extrusionOk="0">
                <a:moveTo>
                  <a:pt x="25550" y="1"/>
                </a:moveTo>
                <a:cubicBezTo>
                  <a:pt x="21830" y="1"/>
                  <a:pt x="18308" y="1075"/>
                  <a:pt x="15128" y="3864"/>
                </a:cubicBezTo>
                <a:cubicBezTo>
                  <a:pt x="1" y="17128"/>
                  <a:pt x="9786" y="63793"/>
                  <a:pt x="36063" y="63793"/>
                </a:cubicBezTo>
                <a:cubicBezTo>
                  <a:pt x="38280" y="63793"/>
                  <a:pt x="40614" y="63461"/>
                  <a:pt x="43061" y="62749"/>
                </a:cubicBezTo>
                <a:cubicBezTo>
                  <a:pt x="50374" y="60619"/>
                  <a:pt x="54875" y="58884"/>
                  <a:pt x="62265" y="58598"/>
                </a:cubicBezTo>
                <a:cubicBezTo>
                  <a:pt x="63435" y="58552"/>
                  <a:pt x="64444" y="58525"/>
                  <a:pt x="65363" y="58525"/>
                </a:cubicBezTo>
                <a:cubicBezTo>
                  <a:pt x="69616" y="58525"/>
                  <a:pt x="71941" y="59090"/>
                  <a:pt x="79426" y="60805"/>
                </a:cubicBezTo>
                <a:cubicBezTo>
                  <a:pt x="86136" y="62352"/>
                  <a:pt x="91996" y="65293"/>
                  <a:pt x="98563" y="65293"/>
                </a:cubicBezTo>
                <a:cubicBezTo>
                  <a:pt x="100109" y="65293"/>
                  <a:pt x="101695" y="65130"/>
                  <a:pt x="103340" y="64747"/>
                </a:cubicBezTo>
                <a:cubicBezTo>
                  <a:pt x="112750" y="62562"/>
                  <a:pt x="117779" y="53086"/>
                  <a:pt x="116285" y="44017"/>
                </a:cubicBezTo>
                <a:cubicBezTo>
                  <a:pt x="116022" y="42392"/>
                  <a:pt x="115627" y="40778"/>
                  <a:pt x="115132" y="39197"/>
                </a:cubicBezTo>
                <a:cubicBezTo>
                  <a:pt x="113431" y="33718"/>
                  <a:pt x="110784" y="27844"/>
                  <a:pt x="111981" y="22453"/>
                </a:cubicBezTo>
                <a:cubicBezTo>
                  <a:pt x="112882" y="18390"/>
                  <a:pt x="114375" y="15294"/>
                  <a:pt x="111981" y="10803"/>
                </a:cubicBezTo>
                <a:cubicBezTo>
                  <a:pt x="108711" y="4710"/>
                  <a:pt x="101472" y="1725"/>
                  <a:pt x="94903" y="1725"/>
                </a:cubicBezTo>
                <a:cubicBezTo>
                  <a:pt x="93245" y="1725"/>
                  <a:pt x="91630" y="1915"/>
                  <a:pt x="90131" y="2294"/>
                </a:cubicBezTo>
                <a:cubicBezTo>
                  <a:pt x="81136" y="4553"/>
                  <a:pt x="73435" y="9315"/>
                  <a:pt x="63556" y="9315"/>
                </a:cubicBezTo>
                <a:cubicBezTo>
                  <a:pt x="62823" y="9315"/>
                  <a:pt x="62078" y="9288"/>
                  <a:pt x="61320" y="9233"/>
                </a:cubicBezTo>
                <a:cubicBezTo>
                  <a:pt x="55732" y="8827"/>
                  <a:pt x="50417" y="8366"/>
                  <a:pt x="45191" y="6016"/>
                </a:cubicBezTo>
                <a:cubicBezTo>
                  <a:pt x="38546" y="3006"/>
                  <a:pt x="31772" y="1"/>
                  <a:pt x="255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0"/>
          <p:cNvSpPr txBox="1"/>
          <p:nvPr/>
        </p:nvSpPr>
        <p:spPr>
          <a:xfrm>
            <a:off x="2507100" y="3524509"/>
            <a:ext cx="4129800" cy="457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300"/>
              </a:spcBef>
              <a:spcAft>
                <a:spcPts val="0"/>
              </a:spcAft>
              <a:buNone/>
            </a:pPr>
            <a:r>
              <a:rPr lang="en" sz="900" b="1">
                <a:solidFill>
                  <a:schemeClr val="lt1"/>
                </a:solidFill>
                <a:latin typeface="Epilogue"/>
                <a:ea typeface="Epilogue"/>
                <a:cs typeface="Epilogue"/>
                <a:sym typeface="Epilogue"/>
              </a:rPr>
              <a:t>CREDITS</a:t>
            </a:r>
            <a:r>
              <a:rPr lang="en" sz="900">
                <a:solidFill>
                  <a:schemeClr val="lt1"/>
                </a:solidFill>
                <a:latin typeface="Epilogue"/>
                <a:ea typeface="Epilogue"/>
                <a:cs typeface="Epilogue"/>
                <a:sym typeface="Epilogue"/>
              </a:rPr>
              <a:t>: This presentation template was created by </a:t>
            </a:r>
            <a:r>
              <a:rPr lang="en" sz="900" b="1" u="sng">
                <a:solidFill>
                  <a:schemeClr val="lt1"/>
                </a:solidFill>
                <a:latin typeface="Epilogue"/>
                <a:ea typeface="Epilogue"/>
                <a:cs typeface="Epilogue"/>
                <a:sym typeface="Epilogue"/>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900">
                <a:solidFill>
                  <a:schemeClr val="lt1"/>
                </a:solidFill>
                <a:latin typeface="Epilogue"/>
                <a:ea typeface="Epilogue"/>
                <a:cs typeface="Epilogue"/>
                <a:sym typeface="Epilogue"/>
              </a:rPr>
              <a:t>, and includes icons by </a:t>
            </a:r>
            <a:r>
              <a:rPr lang="en" sz="900" b="1" u="sng">
                <a:solidFill>
                  <a:schemeClr val="lt1"/>
                </a:solidFill>
                <a:latin typeface="Epilogue"/>
                <a:ea typeface="Epilogue"/>
                <a:cs typeface="Epilogue"/>
                <a:sym typeface="Epilogue"/>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900">
                <a:solidFill>
                  <a:schemeClr val="lt1"/>
                </a:solidFill>
                <a:latin typeface="Epilogue"/>
                <a:ea typeface="Epilogue"/>
                <a:cs typeface="Epilogue"/>
                <a:sym typeface="Epilogue"/>
              </a:rPr>
              <a:t> and infographics &amp; images by </a:t>
            </a:r>
            <a:r>
              <a:rPr lang="en" sz="900" b="1" u="sng">
                <a:solidFill>
                  <a:schemeClr val="lt1"/>
                </a:solidFill>
                <a:latin typeface="Epilogue"/>
                <a:ea typeface="Epilogue"/>
                <a:cs typeface="Epilogue"/>
                <a:sym typeface="Epilogue"/>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endParaRPr sz="900" b="1" u="sng">
              <a:solidFill>
                <a:schemeClr val="lt1"/>
              </a:solidFill>
              <a:latin typeface="Epilogue"/>
              <a:ea typeface="Epilogue"/>
              <a:cs typeface="Epilogue"/>
              <a:sym typeface="Epilogue"/>
            </a:endParaRPr>
          </a:p>
        </p:txBody>
      </p:sp>
      <p:sp>
        <p:nvSpPr>
          <p:cNvPr id="1166" name="Google Shape;1166;p30"/>
          <p:cNvSpPr txBox="1">
            <a:spLocks noGrp="1"/>
          </p:cNvSpPr>
          <p:nvPr>
            <p:ph type="title"/>
          </p:nvPr>
        </p:nvSpPr>
        <p:spPr>
          <a:xfrm>
            <a:off x="3057750" y="966893"/>
            <a:ext cx="3028500" cy="756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3200"/>
              <a:buNone/>
              <a:defRPr sz="4500">
                <a:solidFill>
                  <a:schemeClr val="lt1"/>
                </a:solidFill>
              </a:defRPr>
            </a:lvl1pPr>
            <a:lvl2pPr lvl="1" rtl="0">
              <a:spcBef>
                <a:spcPts val="0"/>
              </a:spcBef>
              <a:spcAft>
                <a:spcPts val="0"/>
              </a:spcAft>
              <a:buClr>
                <a:schemeClr val="lt1"/>
              </a:buClr>
              <a:buSzPts val="3200"/>
              <a:buNone/>
              <a:defRPr>
                <a:solidFill>
                  <a:schemeClr val="lt1"/>
                </a:solidFill>
              </a:defRPr>
            </a:lvl2pPr>
            <a:lvl3pPr lvl="2" rtl="0">
              <a:spcBef>
                <a:spcPts val="0"/>
              </a:spcBef>
              <a:spcAft>
                <a:spcPts val="0"/>
              </a:spcAft>
              <a:buClr>
                <a:schemeClr val="lt1"/>
              </a:buClr>
              <a:buSzPts val="3200"/>
              <a:buNone/>
              <a:defRPr>
                <a:solidFill>
                  <a:schemeClr val="lt1"/>
                </a:solidFill>
              </a:defRPr>
            </a:lvl3pPr>
            <a:lvl4pPr lvl="3" rtl="0">
              <a:spcBef>
                <a:spcPts val="0"/>
              </a:spcBef>
              <a:spcAft>
                <a:spcPts val="0"/>
              </a:spcAft>
              <a:buClr>
                <a:schemeClr val="lt1"/>
              </a:buClr>
              <a:buSzPts val="3200"/>
              <a:buNone/>
              <a:defRPr>
                <a:solidFill>
                  <a:schemeClr val="lt1"/>
                </a:solidFill>
              </a:defRPr>
            </a:lvl4pPr>
            <a:lvl5pPr lvl="4" rtl="0">
              <a:spcBef>
                <a:spcPts val="0"/>
              </a:spcBef>
              <a:spcAft>
                <a:spcPts val="0"/>
              </a:spcAft>
              <a:buClr>
                <a:schemeClr val="lt1"/>
              </a:buClr>
              <a:buSzPts val="3200"/>
              <a:buNone/>
              <a:defRPr>
                <a:solidFill>
                  <a:schemeClr val="lt1"/>
                </a:solidFill>
              </a:defRPr>
            </a:lvl5pPr>
            <a:lvl6pPr lvl="5" rtl="0">
              <a:spcBef>
                <a:spcPts val="0"/>
              </a:spcBef>
              <a:spcAft>
                <a:spcPts val="0"/>
              </a:spcAft>
              <a:buClr>
                <a:schemeClr val="lt1"/>
              </a:buClr>
              <a:buSzPts val="3200"/>
              <a:buNone/>
              <a:defRPr>
                <a:solidFill>
                  <a:schemeClr val="lt1"/>
                </a:solidFill>
              </a:defRPr>
            </a:lvl6pPr>
            <a:lvl7pPr lvl="6" rtl="0">
              <a:spcBef>
                <a:spcPts val="0"/>
              </a:spcBef>
              <a:spcAft>
                <a:spcPts val="0"/>
              </a:spcAft>
              <a:buClr>
                <a:schemeClr val="lt1"/>
              </a:buClr>
              <a:buSzPts val="3200"/>
              <a:buNone/>
              <a:defRPr>
                <a:solidFill>
                  <a:schemeClr val="lt1"/>
                </a:solidFill>
              </a:defRPr>
            </a:lvl7pPr>
            <a:lvl8pPr lvl="7" rtl="0">
              <a:spcBef>
                <a:spcPts val="0"/>
              </a:spcBef>
              <a:spcAft>
                <a:spcPts val="0"/>
              </a:spcAft>
              <a:buClr>
                <a:schemeClr val="lt1"/>
              </a:buClr>
              <a:buSzPts val="3200"/>
              <a:buNone/>
              <a:defRPr>
                <a:solidFill>
                  <a:schemeClr val="lt1"/>
                </a:solidFill>
              </a:defRPr>
            </a:lvl8pPr>
            <a:lvl9pPr lvl="8" rtl="0">
              <a:spcBef>
                <a:spcPts val="0"/>
              </a:spcBef>
              <a:spcAft>
                <a:spcPts val="0"/>
              </a:spcAft>
              <a:buClr>
                <a:schemeClr val="lt1"/>
              </a:buClr>
              <a:buSzPts val="3200"/>
              <a:buNone/>
              <a:defRPr>
                <a:solidFill>
                  <a:schemeClr val="lt1"/>
                </a:solidFill>
              </a:defRPr>
            </a:lvl9pPr>
          </a:lstStyle>
          <a:p>
            <a:endParaRPr/>
          </a:p>
        </p:txBody>
      </p:sp>
      <p:sp>
        <p:nvSpPr>
          <p:cNvPr id="1167" name="Google Shape;1167;p30"/>
          <p:cNvSpPr txBox="1">
            <a:spLocks noGrp="1"/>
          </p:cNvSpPr>
          <p:nvPr>
            <p:ph type="subTitle" idx="1"/>
          </p:nvPr>
        </p:nvSpPr>
        <p:spPr>
          <a:xfrm flipH="1">
            <a:off x="3057750" y="1673675"/>
            <a:ext cx="3028500" cy="1093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400"/>
              <a:buNone/>
              <a:defRPr>
                <a:solidFill>
                  <a:schemeClr val="lt1"/>
                </a:solidFill>
              </a:defRPr>
            </a:lvl1pPr>
            <a:lvl2pPr lvl="1" rtl="0">
              <a:spcBef>
                <a:spcPts val="0"/>
              </a:spcBef>
              <a:spcAft>
                <a:spcPts val="0"/>
              </a:spcAft>
              <a:buClr>
                <a:schemeClr val="lt1"/>
              </a:buClr>
              <a:buSzPts val="1400"/>
              <a:buNone/>
              <a:defRPr>
                <a:solidFill>
                  <a:schemeClr val="lt1"/>
                </a:solidFill>
              </a:defRPr>
            </a:lvl2pPr>
            <a:lvl3pPr lvl="2" rtl="0">
              <a:spcBef>
                <a:spcPts val="0"/>
              </a:spcBef>
              <a:spcAft>
                <a:spcPts val="0"/>
              </a:spcAft>
              <a:buClr>
                <a:schemeClr val="lt1"/>
              </a:buClr>
              <a:buSzPts val="1400"/>
              <a:buNone/>
              <a:defRPr>
                <a:solidFill>
                  <a:schemeClr val="lt1"/>
                </a:solidFill>
              </a:defRPr>
            </a:lvl3pPr>
            <a:lvl4pPr lvl="3" rtl="0">
              <a:spcBef>
                <a:spcPts val="0"/>
              </a:spcBef>
              <a:spcAft>
                <a:spcPts val="0"/>
              </a:spcAft>
              <a:buClr>
                <a:schemeClr val="lt1"/>
              </a:buClr>
              <a:buSzPts val="1400"/>
              <a:buNone/>
              <a:defRPr>
                <a:solidFill>
                  <a:schemeClr val="lt1"/>
                </a:solidFill>
              </a:defRPr>
            </a:lvl4pPr>
            <a:lvl5pPr lvl="4" rtl="0">
              <a:spcBef>
                <a:spcPts val="0"/>
              </a:spcBef>
              <a:spcAft>
                <a:spcPts val="0"/>
              </a:spcAft>
              <a:buClr>
                <a:schemeClr val="lt1"/>
              </a:buClr>
              <a:buSzPts val="1400"/>
              <a:buNone/>
              <a:defRPr>
                <a:solidFill>
                  <a:schemeClr val="lt1"/>
                </a:solidFill>
              </a:defRPr>
            </a:lvl5pPr>
            <a:lvl6pPr lvl="5" rtl="0">
              <a:spcBef>
                <a:spcPts val="0"/>
              </a:spcBef>
              <a:spcAft>
                <a:spcPts val="0"/>
              </a:spcAft>
              <a:buClr>
                <a:schemeClr val="lt1"/>
              </a:buClr>
              <a:buSzPts val="1400"/>
              <a:buNone/>
              <a:defRPr>
                <a:solidFill>
                  <a:schemeClr val="lt1"/>
                </a:solidFill>
              </a:defRPr>
            </a:lvl6pPr>
            <a:lvl7pPr lvl="6" rtl="0">
              <a:spcBef>
                <a:spcPts val="0"/>
              </a:spcBef>
              <a:spcAft>
                <a:spcPts val="0"/>
              </a:spcAft>
              <a:buClr>
                <a:schemeClr val="lt1"/>
              </a:buClr>
              <a:buSzPts val="1400"/>
              <a:buNone/>
              <a:defRPr>
                <a:solidFill>
                  <a:schemeClr val="lt1"/>
                </a:solidFill>
              </a:defRPr>
            </a:lvl7pPr>
            <a:lvl8pPr lvl="7" rtl="0">
              <a:spcBef>
                <a:spcPts val="0"/>
              </a:spcBef>
              <a:spcAft>
                <a:spcPts val="0"/>
              </a:spcAft>
              <a:buClr>
                <a:schemeClr val="lt1"/>
              </a:buClr>
              <a:buSzPts val="1400"/>
              <a:buNone/>
              <a:defRPr>
                <a:solidFill>
                  <a:schemeClr val="lt1"/>
                </a:solidFill>
              </a:defRPr>
            </a:lvl8pPr>
            <a:lvl9pPr lvl="8" rtl="0">
              <a:spcBef>
                <a:spcPts val="0"/>
              </a:spcBef>
              <a:spcAft>
                <a:spcPts val="0"/>
              </a:spcAft>
              <a:buClr>
                <a:schemeClr val="lt1"/>
              </a:buClr>
              <a:buSzPts val="1400"/>
              <a:buNone/>
              <a:defRPr>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p:cSld name="CUSTOM_5">
    <p:spTree>
      <p:nvGrpSpPr>
        <p:cNvPr id="1" name="Shape 1168"/>
        <p:cNvGrpSpPr/>
        <p:nvPr/>
      </p:nvGrpSpPr>
      <p:grpSpPr>
        <a:xfrm>
          <a:off x="0" y="0"/>
          <a:ext cx="0" cy="0"/>
          <a:chOff x="0" y="0"/>
          <a:chExt cx="0" cy="0"/>
        </a:xfrm>
      </p:grpSpPr>
      <p:grpSp>
        <p:nvGrpSpPr>
          <p:cNvPr id="1169" name="Google Shape;1169;p31"/>
          <p:cNvGrpSpPr/>
          <p:nvPr/>
        </p:nvGrpSpPr>
        <p:grpSpPr>
          <a:xfrm flipH="1">
            <a:off x="3353455" y="0"/>
            <a:ext cx="3129088" cy="5146649"/>
            <a:chOff x="2667000" y="0"/>
            <a:chExt cx="3129088" cy="5146649"/>
          </a:xfrm>
        </p:grpSpPr>
        <p:sp>
          <p:nvSpPr>
            <p:cNvPr id="1170" name="Google Shape;1170;p31"/>
            <p:cNvSpPr/>
            <p:nvPr/>
          </p:nvSpPr>
          <p:spPr>
            <a:xfrm rot="-5400000">
              <a:off x="4575773" y="3926334"/>
              <a:ext cx="891490" cy="1549139"/>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1"/>
            <p:cNvSpPr/>
            <p:nvPr/>
          </p:nvSpPr>
          <p:spPr>
            <a:xfrm rot="-5400000">
              <a:off x="2897987" y="-230987"/>
              <a:ext cx="903225" cy="1365199"/>
            </a:xfrm>
            <a:custGeom>
              <a:avLst/>
              <a:gdLst/>
              <a:ahLst/>
              <a:cxnLst/>
              <a:rect l="l" t="t" r="r" b="b"/>
              <a:pathLst>
                <a:path w="21096" h="31886" extrusionOk="0">
                  <a:moveTo>
                    <a:pt x="21095" y="1"/>
                  </a:moveTo>
                  <a:cubicBezTo>
                    <a:pt x="1" y="16840"/>
                    <a:pt x="21095" y="31886"/>
                    <a:pt x="21095" y="31886"/>
                  </a:cubicBezTo>
                  <a:lnTo>
                    <a:pt x="210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2" name="Google Shape;1172;p31"/>
          <p:cNvGrpSpPr/>
          <p:nvPr/>
        </p:nvGrpSpPr>
        <p:grpSpPr>
          <a:xfrm flipH="1">
            <a:off x="-6669" y="923584"/>
            <a:ext cx="9156229" cy="2385741"/>
            <a:chOff x="-18" y="923584"/>
            <a:chExt cx="9156229" cy="2385741"/>
          </a:xfrm>
        </p:grpSpPr>
        <p:sp>
          <p:nvSpPr>
            <p:cNvPr id="1173" name="Google Shape;1173;p31"/>
            <p:cNvSpPr/>
            <p:nvPr/>
          </p:nvSpPr>
          <p:spPr>
            <a:xfrm rot="5400000">
              <a:off x="8488607" y="1334736"/>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31"/>
            <p:cNvSpPr/>
            <p:nvPr/>
          </p:nvSpPr>
          <p:spPr>
            <a:xfrm rot="10800000">
              <a:off x="-18" y="1609964"/>
              <a:ext cx="963642" cy="1699361"/>
            </a:xfrm>
            <a:custGeom>
              <a:avLst/>
              <a:gdLst/>
              <a:ahLst/>
              <a:cxnLst/>
              <a:rect l="l" t="t" r="r" b="b"/>
              <a:pathLst>
                <a:path w="21855" h="38543" extrusionOk="0">
                  <a:moveTo>
                    <a:pt x="21855" y="1"/>
                  </a:moveTo>
                  <a:cubicBezTo>
                    <a:pt x="0" y="21825"/>
                    <a:pt x="21855" y="38543"/>
                    <a:pt x="21855" y="38543"/>
                  </a:cubicBezTo>
                  <a:lnTo>
                    <a:pt x="218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5" name="Google Shape;1175;p31"/>
          <p:cNvGrpSpPr/>
          <p:nvPr/>
        </p:nvGrpSpPr>
        <p:grpSpPr>
          <a:xfrm>
            <a:off x="-405381" y="2902127"/>
            <a:ext cx="9514738" cy="2024813"/>
            <a:chOff x="-405381" y="2902127"/>
            <a:chExt cx="9514738" cy="2024813"/>
          </a:xfrm>
        </p:grpSpPr>
        <p:grpSp>
          <p:nvGrpSpPr>
            <p:cNvPr id="1176" name="Google Shape;1176;p31"/>
            <p:cNvGrpSpPr/>
            <p:nvPr/>
          </p:nvGrpSpPr>
          <p:grpSpPr>
            <a:xfrm flipH="1">
              <a:off x="8338567" y="2902127"/>
              <a:ext cx="770789" cy="1301543"/>
              <a:chOff x="40186" y="2749727"/>
              <a:chExt cx="770789" cy="1301543"/>
            </a:xfrm>
          </p:grpSpPr>
          <p:sp>
            <p:nvSpPr>
              <p:cNvPr id="1177" name="Google Shape;1177;p31"/>
              <p:cNvSpPr/>
              <p:nvPr/>
            </p:nvSpPr>
            <p:spPr>
              <a:xfrm rot="1049798">
                <a:off x="79219" y="2791253"/>
                <a:ext cx="323865" cy="309499"/>
              </a:xfrm>
              <a:custGeom>
                <a:avLst/>
                <a:gdLst/>
                <a:ahLst/>
                <a:cxnLst/>
                <a:rect l="l" t="t" r="r" b="b"/>
                <a:pathLst>
                  <a:path w="8634" h="8251" extrusionOk="0">
                    <a:moveTo>
                      <a:pt x="2642" y="1"/>
                    </a:moveTo>
                    <a:cubicBezTo>
                      <a:pt x="2369" y="1"/>
                      <a:pt x="2095" y="88"/>
                      <a:pt x="1825" y="287"/>
                    </a:cubicBezTo>
                    <a:lnTo>
                      <a:pt x="1703" y="409"/>
                    </a:lnTo>
                    <a:cubicBezTo>
                      <a:pt x="1" y="1929"/>
                      <a:pt x="3557" y="5211"/>
                      <a:pt x="3922" y="5850"/>
                    </a:cubicBezTo>
                    <a:cubicBezTo>
                      <a:pt x="4287" y="6518"/>
                      <a:pt x="4074" y="7582"/>
                      <a:pt x="4074" y="7582"/>
                    </a:cubicBezTo>
                    <a:lnTo>
                      <a:pt x="4591" y="8251"/>
                    </a:lnTo>
                    <a:lnTo>
                      <a:pt x="8633" y="5272"/>
                    </a:lnTo>
                    <a:lnTo>
                      <a:pt x="8117" y="4603"/>
                    </a:lnTo>
                    <a:cubicBezTo>
                      <a:pt x="7934" y="4573"/>
                      <a:pt x="7752" y="4543"/>
                      <a:pt x="7569" y="4482"/>
                    </a:cubicBezTo>
                    <a:lnTo>
                      <a:pt x="7478" y="4482"/>
                    </a:lnTo>
                    <a:cubicBezTo>
                      <a:pt x="7114" y="4391"/>
                      <a:pt x="6779" y="4208"/>
                      <a:pt x="6506" y="3965"/>
                    </a:cubicBezTo>
                    <a:cubicBezTo>
                      <a:pt x="6060" y="3466"/>
                      <a:pt x="4368" y="1"/>
                      <a:pt x="26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1"/>
              <p:cNvSpPr/>
              <p:nvPr/>
            </p:nvSpPr>
            <p:spPr>
              <a:xfrm rot="1049798">
                <a:off x="78626" y="2800325"/>
                <a:ext cx="285079" cy="281666"/>
              </a:xfrm>
              <a:custGeom>
                <a:avLst/>
                <a:gdLst/>
                <a:ahLst/>
                <a:cxnLst/>
                <a:rect l="l" t="t" r="r" b="b"/>
                <a:pathLst>
                  <a:path w="7600" h="7509" extrusionOk="0">
                    <a:moveTo>
                      <a:pt x="1703" y="1"/>
                    </a:moveTo>
                    <a:lnTo>
                      <a:pt x="1703" y="1"/>
                    </a:lnTo>
                    <a:cubicBezTo>
                      <a:pt x="1" y="1521"/>
                      <a:pt x="3587" y="4773"/>
                      <a:pt x="3952" y="5442"/>
                    </a:cubicBezTo>
                    <a:cubicBezTo>
                      <a:pt x="4317" y="6110"/>
                      <a:pt x="4104" y="7174"/>
                      <a:pt x="4104" y="7174"/>
                    </a:cubicBezTo>
                    <a:lnTo>
                      <a:pt x="4347" y="7508"/>
                    </a:lnTo>
                    <a:cubicBezTo>
                      <a:pt x="5715" y="6232"/>
                      <a:pt x="7599" y="4347"/>
                      <a:pt x="7599" y="4074"/>
                    </a:cubicBezTo>
                    <a:cubicBezTo>
                      <a:pt x="7599" y="4059"/>
                      <a:pt x="7592" y="4051"/>
                      <a:pt x="7577" y="4051"/>
                    </a:cubicBezTo>
                    <a:cubicBezTo>
                      <a:pt x="7561" y="4051"/>
                      <a:pt x="7539" y="4059"/>
                      <a:pt x="7508" y="4074"/>
                    </a:cubicBezTo>
                    <a:cubicBezTo>
                      <a:pt x="7387" y="4104"/>
                      <a:pt x="7265" y="4165"/>
                      <a:pt x="7144" y="4256"/>
                    </a:cubicBezTo>
                    <a:cubicBezTo>
                      <a:pt x="6594" y="4589"/>
                      <a:pt x="6109" y="4729"/>
                      <a:pt x="5673" y="4729"/>
                    </a:cubicBezTo>
                    <a:cubicBezTo>
                      <a:pt x="4399" y="4729"/>
                      <a:pt x="3544" y="3535"/>
                      <a:pt x="2706" y="2493"/>
                    </a:cubicBezTo>
                    <a:cubicBezTo>
                      <a:pt x="1672" y="1186"/>
                      <a:pt x="1703" y="122"/>
                      <a:pt x="1703" y="1"/>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1"/>
              <p:cNvSpPr/>
              <p:nvPr/>
            </p:nvSpPr>
            <p:spPr>
              <a:xfrm rot="1049798">
                <a:off x="139969" y="3118487"/>
                <a:ext cx="575260" cy="725452"/>
              </a:xfrm>
              <a:custGeom>
                <a:avLst/>
                <a:gdLst/>
                <a:ahLst/>
                <a:cxnLst/>
                <a:rect l="l" t="t" r="r" b="b"/>
                <a:pathLst>
                  <a:path w="15336" h="19340" extrusionOk="0">
                    <a:moveTo>
                      <a:pt x="1754" y="0"/>
                    </a:moveTo>
                    <a:cubicBezTo>
                      <a:pt x="848" y="0"/>
                      <a:pt x="1" y="1009"/>
                      <a:pt x="644" y="1986"/>
                    </a:cubicBezTo>
                    <a:lnTo>
                      <a:pt x="644" y="2016"/>
                    </a:lnTo>
                    <a:lnTo>
                      <a:pt x="7240" y="10922"/>
                    </a:lnTo>
                    <a:lnTo>
                      <a:pt x="12012" y="17366"/>
                    </a:lnTo>
                    <a:cubicBezTo>
                      <a:pt x="12134" y="17548"/>
                      <a:pt x="12347" y="17700"/>
                      <a:pt x="12559" y="17791"/>
                    </a:cubicBezTo>
                    <a:cubicBezTo>
                      <a:pt x="12651" y="17822"/>
                      <a:pt x="12772" y="17852"/>
                      <a:pt x="12863" y="17852"/>
                    </a:cubicBezTo>
                    <a:cubicBezTo>
                      <a:pt x="13380" y="18065"/>
                      <a:pt x="13806" y="18399"/>
                      <a:pt x="14140" y="18825"/>
                    </a:cubicBezTo>
                    <a:lnTo>
                      <a:pt x="14383" y="19190"/>
                    </a:lnTo>
                    <a:cubicBezTo>
                      <a:pt x="14480" y="19295"/>
                      <a:pt x="14599" y="19340"/>
                      <a:pt x="14715" y="19340"/>
                    </a:cubicBezTo>
                    <a:cubicBezTo>
                      <a:pt x="15035" y="19340"/>
                      <a:pt x="15336" y="18999"/>
                      <a:pt x="15113" y="18643"/>
                    </a:cubicBezTo>
                    <a:lnTo>
                      <a:pt x="14930" y="18399"/>
                    </a:lnTo>
                    <a:cubicBezTo>
                      <a:pt x="14566" y="17913"/>
                      <a:pt x="14353" y="17336"/>
                      <a:pt x="14322" y="16728"/>
                    </a:cubicBezTo>
                    <a:cubicBezTo>
                      <a:pt x="14322" y="16667"/>
                      <a:pt x="14322" y="16576"/>
                      <a:pt x="14322" y="16484"/>
                    </a:cubicBezTo>
                    <a:cubicBezTo>
                      <a:pt x="14292" y="16241"/>
                      <a:pt x="14201" y="15998"/>
                      <a:pt x="14079" y="15816"/>
                    </a:cubicBezTo>
                    <a:lnTo>
                      <a:pt x="10401" y="10892"/>
                    </a:lnTo>
                    <a:lnTo>
                      <a:pt x="2711" y="466"/>
                    </a:lnTo>
                    <a:cubicBezTo>
                      <a:pt x="2432" y="138"/>
                      <a:pt x="2089" y="0"/>
                      <a:pt x="175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1"/>
              <p:cNvSpPr/>
              <p:nvPr/>
            </p:nvSpPr>
            <p:spPr>
              <a:xfrm>
                <a:off x="497215" y="3909857"/>
                <a:ext cx="161931" cy="141413"/>
              </a:xfrm>
              <a:custGeom>
                <a:avLst/>
                <a:gdLst/>
                <a:ahLst/>
                <a:cxnLst/>
                <a:rect l="l" t="t" r="r" b="b"/>
                <a:pathLst>
                  <a:path w="4317" h="3770" extrusionOk="0">
                    <a:moveTo>
                      <a:pt x="2158" y="1"/>
                    </a:moveTo>
                    <a:cubicBezTo>
                      <a:pt x="0" y="3557"/>
                      <a:pt x="2158" y="3770"/>
                      <a:pt x="2158" y="3770"/>
                    </a:cubicBezTo>
                    <a:cubicBezTo>
                      <a:pt x="2158" y="3770"/>
                      <a:pt x="4317" y="3557"/>
                      <a:pt x="21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31"/>
              <p:cNvSpPr/>
              <p:nvPr/>
            </p:nvSpPr>
            <p:spPr>
              <a:xfrm rot="1049798">
                <a:off x="344374" y="3555077"/>
                <a:ext cx="303684" cy="320339"/>
              </a:xfrm>
              <a:custGeom>
                <a:avLst/>
                <a:gdLst/>
                <a:ahLst/>
                <a:cxnLst/>
                <a:rect l="l" t="t" r="r" b="b"/>
                <a:pathLst>
                  <a:path w="8096" h="8540" extrusionOk="0">
                    <a:moveTo>
                      <a:pt x="2253" y="0"/>
                    </a:moveTo>
                    <a:cubicBezTo>
                      <a:pt x="1953" y="0"/>
                      <a:pt x="1657" y="31"/>
                      <a:pt x="1368" y="92"/>
                    </a:cubicBezTo>
                    <a:cubicBezTo>
                      <a:pt x="1086" y="129"/>
                      <a:pt x="804" y="155"/>
                      <a:pt x="523" y="155"/>
                    </a:cubicBezTo>
                    <a:cubicBezTo>
                      <a:pt x="348" y="155"/>
                      <a:pt x="174" y="145"/>
                      <a:pt x="0" y="122"/>
                    </a:cubicBezTo>
                    <a:lnTo>
                      <a:pt x="0" y="122"/>
                    </a:lnTo>
                    <a:lnTo>
                      <a:pt x="4772" y="6566"/>
                    </a:lnTo>
                    <a:cubicBezTo>
                      <a:pt x="4894" y="6748"/>
                      <a:pt x="5107" y="6900"/>
                      <a:pt x="5319" y="6991"/>
                    </a:cubicBezTo>
                    <a:cubicBezTo>
                      <a:pt x="5411" y="7022"/>
                      <a:pt x="5532" y="7052"/>
                      <a:pt x="5623" y="7052"/>
                    </a:cubicBezTo>
                    <a:cubicBezTo>
                      <a:pt x="6140" y="7265"/>
                      <a:pt x="6566" y="7599"/>
                      <a:pt x="6900" y="8025"/>
                    </a:cubicBezTo>
                    <a:lnTo>
                      <a:pt x="7143" y="8390"/>
                    </a:lnTo>
                    <a:cubicBezTo>
                      <a:pt x="7240" y="8495"/>
                      <a:pt x="7359" y="8540"/>
                      <a:pt x="7475" y="8540"/>
                    </a:cubicBezTo>
                    <a:cubicBezTo>
                      <a:pt x="7795" y="8540"/>
                      <a:pt x="8096" y="8199"/>
                      <a:pt x="7873" y="7843"/>
                    </a:cubicBezTo>
                    <a:lnTo>
                      <a:pt x="7690" y="7599"/>
                    </a:lnTo>
                    <a:cubicBezTo>
                      <a:pt x="7326" y="7113"/>
                      <a:pt x="7113" y="6536"/>
                      <a:pt x="7082" y="5928"/>
                    </a:cubicBezTo>
                    <a:cubicBezTo>
                      <a:pt x="7082" y="5867"/>
                      <a:pt x="7082" y="5776"/>
                      <a:pt x="7082" y="5684"/>
                    </a:cubicBezTo>
                    <a:cubicBezTo>
                      <a:pt x="7052" y="5441"/>
                      <a:pt x="6961" y="5198"/>
                      <a:pt x="6839" y="5016"/>
                    </a:cubicBezTo>
                    <a:lnTo>
                      <a:pt x="3161" y="92"/>
                    </a:lnTo>
                    <a:cubicBezTo>
                      <a:pt x="2857" y="31"/>
                      <a:pt x="2553" y="0"/>
                      <a:pt x="22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1"/>
              <p:cNvSpPr/>
              <p:nvPr/>
            </p:nvSpPr>
            <p:spPr>
              <a:xfrm rot="1049798">
                <a:off x="230994" y="3153913"/>
                <a:ext cx="440147" cy="588576"/>
              </a:xfrm>
              <a:custGeom>
                <a:avLst/>
                <a:gdLst/>
                <a:ahLst/>
                <a:cxnLst/>
                <a:rect l="l" t="t" r="r" b="b"/>
                <a:pathLst>
                  <a:path w="11734" h="15691" extrusionOk="0">
                    <a:moveTo>
                      <a:pt x="253" y="1"/>
                    </a:moveTo>
                    <a:cubicBezTo>
                      <a:pt x="229" y="1"/>
                      <a:pt x="206" y="10"/>
                      <a:pt x="183" y="34"/>
                    </a:cubicBezTo>
                    <a:lnTo>
                      <a:pt x="61" y="125"/>
                    </a:lnTo>
                    <a:cubicBezTo>
                      <a:pt x="1" y="155"/>
                      <a:pt x="1" y="246"/>
                      <a:pt x="31" y="277"/>
                    </a:cubicBezTo>
                    <a:lnTo>
                      <a:pt x="11369" y="15627"/>
                    </a:lnTo>
                    <a:cubicBezTo>
                      <a:pt x="11387" y="15664"/>
                      <a:pt x="11429" y="15690"/>
                      <a:pt x="11466" y="15690"/>
                    </a:cubicBezTo>
                    <a:cubicBezTo>
                      <a:pt x="11489" y="15690"/>
                      <a:pt x="11509" y="15680"/>
                      <a:pt x="11521" y="15657"/>
                    </a:cubicBezTo>
                    <a:lnTo>
                      <a:pt x="11673" y="15566"/>
                    </a:lnTo>
                    <a:cubicBezTo>
                      <a:pt x="11733" y="15535"/>
                      <a:pt x="11733" y="15444"/>
                      <a:pt x="11703" y="15414"/>
                    </a:cubicBezTo>
                    <a:lnTo>
                      <a:pt x="365" y="64"/>
                    </a:lnTo>
                    <a:cubicBezTo>
                      <a:pt x="328" y="27"/>
                      <a:pt x="290" y="1"/>
                      <a:pt x="2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1"/>
              <p:cNvSpPr/>
              <p:nvPr/>
            </p:nvSpPr>
            <p:spPr>
              <a:xfrm rot="1049798">
                <a:off x="150022" y="2946896"/>
                <a:ext cx="288493" cy="256759"/>
              </a:xfrm>
              <a:custGeom>
                <a:avLst/>
                <a:gdLst/>
                <a:ahLst/>
                <a:cxnLst/>
                <a:rect l="l" t="t" r="r" b="b"/>
                <a:pathLst>
                  <a:path w="7691" h="6845" extrusionOk="0">
                    <a:moveTo>
                      <a:pt x="5775" y="0"/>
                    </a:moveTo>
                    <a:cubicBezTo>
                      <a:pt x="5745" y="0"/>
                      <a:pt x="5715" y="2"/>
                      <a:pt x="5684" y="6"/>
                    </a:cubicBezTo>
                    <a:cubicBezTo>
                      <a:pt x="5623" y="6"/>
                      <a:pt x="5563" y="36"/>
                      <a:pt x="5502" y="67"/>
                    </a:cubicBezTo>
                    <a:lnTo>
                      <a:pt x="5411" y="127"/>
                    </a:lnTo>
                    <a:lnTo>
                      <a:pt x="304" y="3897"/>
                    </a:lnTo>
                    <a:lnTo>
                      <a:pt x="213" y="3988"/>
                    </a:lnTo>
                    <a:cubicBezTo>
                      <a:pt x="183" y="4018"/>
                      <a:pt x="122" y="4079"/>
                      <a:pt x="91" y="4140"/>
                    </a:cubicBezTo>
                    <a:cubicBezTo>
                      <a:pt x="0" y="4352"/>
                      <a:pt x="31" y="4596"/>
                      <a:pt x="183" y="4778"/>
                    </a:cubicBezTo>
                    <a:lnTo>
                      <a:pt x="2128" y="6845"/>
                    </a:lnTo>
                    <a:lnTo>
                      <a:pt x="7690" y="2741"/>
                    </a:lnTo>
                    <a:lnTo>
                      <a:pt x="6262" y="249"/>
                    </a:lnTo>
                    <a:cubicBezTo>
                      <a:pt x="6156" y="90"/>
                      <a:pt x="5980" y="0"/>
                      <a:pt x="57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1"/>
              <p:cNvSpPr/>
              <p:nvPr/>
            </p:nvSpPr>
            <p:spPr>
              <a:xfrm rot="1049798">
                <a:off x="373120" y="2979482"/>
                <a:ext cx="69582" cy="115195"/>
              </a:xfrm>
              <a:custGeom>
                <a:avLst/>
                <a:gdLst/>
                <a:ahLst/>
                <a:cxnLst/>
                <a:rect l="l" t="t" r="r" b="b"/>
                <a:pathLst>
                  <a:path w="1855" h="3071" extrusionOk="0">
                    <a:moveTo>
                      <a:pt x="214" y="1"/>
                    </a:moveTo>
                    <a:cubicBezTo>
                      <a:pt x="122" y="1"/>
                      <a:pt x="62" y="31"/>
                      <a:pt x="1" y="31"/>
                    </a:cubicBezTo>
                    <a:lnTo>
                      <a:pt x="1733" y="3071"/>
                    </a:lnTo>
                    <a:lnTo>
                      <a:pt x="1855" y="2949"/>
                    </a:lnTo>
                    <a:lnTo>
                      <a:pt x="2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1"/>
              <p:cNvSpPr/>
              <p:nvPr/>
            </p:nvSpPr>
            <p:spPr>
              <a:xfrm rot="1049798">
                <a:off x="340357" y="2988853"/>
                <a:ext cx="73033" cy="115195"/>
              </a:xfrm>
              <a:custGeom>
                <a:avLst/>
                <a:gdLst/>
                <a:ahLst/>
                <a:cxnLst/>
                <a:rect l="l" t="t" r="r" b="b"/>
                <a:pathLst>
                  <a:path w="1947" h="3071" extrusionOk="0">
                    <a:moveTo>
                      <a:pt x="153" y="0"/>
                    </a:moveTo>
                    <a:lnTo>
                      <a:pt x="1" y="122"/>
                    </a:lnTo>
                    <a:lnTo>
                      <a:pt x="1794" y="3070"/>
                    </a:lnTo>
                    <a:lnTo>
                      <a:pt x="1946" y="2979"/>
                    </a:lnTo>
                    <a:lnTo>
                      <a:pt x="1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31"/>
              <p:cNvSpPr/>
              <p:nvPr/>
            </p:nvSpPr>
            <p:spPr>
              <a:xfrm rot="1049798">
                <a:off x="305851" y="3001153"/>
                <a:ext cx="76446" cy="112906"/>
              </a:xfrm>
              <a:custGeom>
                <a:avLst/>
                <a:gdLst/>
                <a:ahLst/>
                <a:cxnLst/>
                <a:rect l="l" t="t" r="r" b="b"/>
                <a:pathLst>
                  <a:path w="2038" h="3010" extrusionOk="0">
                    <a:moveTo>
                      <a:pt x="153" y="1"/>
                    </a:moveTo>
                    <a:lnTo>
                      <a:pt x="1" y="122"/>
                    </a:lnTo>
                    <a:lnTo>
                      <a:pt x="1916" y="3010"/>
                    </a:lnTo>
                    <a:lnTo>
                      <a:pt x="2037" y="2919"/>
                    </a:lnTo>
                    <a:lnTo>
                      <a:pt x="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31"/>
              <p:cNvSpPr/>
              <p:nvPr/>
            </p:nvSpPr>
            <p:spPr>
              <a:xfrm rot="1049798">
                <a:off x="271477" y="3013684"/>
                <a:ext cx="80985" cy="109493"/>
              </a:xfrm>
              <a:custGeom>
                <a:avLst/>
                <a:gdLst/>
                <a:ahLst/>
                <a:cxnLst/>
                <a:rect l="l" t="t" r="r" b="b"/>
                <a:pathLst>
                  <a:path w="2159" h="2919" extrusionOk="0">
                    <a:moveTo>
                      <a:pt x="152" y="0"/>
                    </a:moveTo>
                    <a:lnTo>
                      <a:pt x="0" y="122"/>
                    </a:lnTo>
                    <a:lnTo>
                      <a:pt x="2006" y="2918"/>
                    </a:lnTo>
                    <a:lnTo>
                      <a:pt x="2158" y="2827"/>
                    </a:lnTo>
                    <a:lnTo>
                      <a:pt x="1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1"/>
              <p:cNvSpPr/>
              <p:nvPr/>
            </p:nvSpPr>
            <p:spPr>
              <a:xfrm rot="1049798">
                <a:off x="238070" y="3026153"/>
                <a:ext cx="83273" cy="107205"/>
              </a:xfrm>
              <a:custGeom>
                <a:avLst/>
                <a:gdLst/>
                <a:ahLst/>
                <a:cxnLst/>
                <a:rect l="l" t="t" r="r" b="b"/>
                <a:pathLst>
                  <a:path w="2220" h="2858" extrusionOk="0">
                    <a:moveTo>
                      <a:pt x="152" y="1"/>
                    </a:moveTo>
                    <a:lnTo>
                      <a:pt x="0" y="122"/>
                    </a:lnTo>
                    <a:lnTo>
                      <a:pt x="2098" y="2858"/>
                    </a:lnTo>
                    <a:lnTo>
                      <a:pt x="2219" y="2767"/>
                    </a:lnTo>
                    <a:lnTo>
                      <a:pt x="1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1"/>
              <p:cNvSpPr/>
              <p:nvPr/>
            </p:nvSpPr>
            <p:spPr>
              <a:xfrm rot="1049798">
                <a:off x="203526" y="3038657"/>
                <a:ext cx="87812" cy="104917"/>
              </a:xfrm>
              <a:custGeom>
                <a:avLst/>
                <a:gdLst/>
                <a:ahLst/>
                <a:cxnLst/>
                <a:rect l="l" t="t" r="r" b="b"/>
                <a:pathLst>
                  <a:path w="2341" h="2797" extrusionOk="0">
                    <a:moveTo>
                      <a:pt x="152" y="0"/>
                    </a:moveTo>
                    <a:lnTo>
                      <a:pt x="0" y="122"/>
                    </a:lnTo>
                    <a:lnTo>
                      <a:pt x="2189" y="2797"/>
                    </a:lnTo>
                    <a:lnTo>
                      <a:pt x="2341" y="2675"/>
                    </a:lnTo>
                    <a:lnTo>
                      <a:pt x="1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1"/>
              <p:cNvSpPr/>
              <p:nvPr/>
            </p:nvSpPr>
            <p:spPr>
              <a:xfrm rot="1049798">
                <a:off x="169152" y="3050978"/>
                <a:ext cx="91263" cy="101503"/>
              </a:xfrm>
              <a:custGeom>
                <a:avLst/>
                <a:gdLst/>
                <a:ahLst/>
                <a:cxnLst/>
                <a:rect l="l" t="t" r="r" b="b"/>
                <a:pathLst>
                  <a:path w="2433" h="2706" extrusionOk="0">
                    <a:moveTo>
                      <a:pt x="153" y="1"/>
                    </a:moveTo>
                    <a:lnTo>
                      <a:pt x="1" y="122"/>
                    </a:lnTo>
                    <a:lnTo>
                      <a:pt x="2311" y="2706"/>
                    </a:lnTo>
                    <a:lnTo>
                      <a:pt x="2432" y="2615"/>
                    </a:lnTo>
                    <a:lnTo>
                      <a:pt x="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1"/>
              <p:cNvSpPr/>
              <p:nvPr/>
            </p:nvSpPr>
            <p:spPr>
              <a:xfrm rot="1049798">
                <a:off x="136844" y="3063826"/>
                <a:ext cx="93514" cy="99215"/>
              </a:xfrm>
              <a:custGeom>
                <a:avLst/>
                <a:gdLst/>
                <a:ahLst/>
                <a:cxnLst/>
                <a:rect l="l" t="t" r="r" b="b"/>
                <a:pathLst>
                  <a:path w="2493" h="2645" extrusionOk="0">
                    <a:moveTo>
                      <a:pt x="122" y="0"/>
                    </a:moveTo>
                    <a:cubicBezTo>
                      <a:pt x="92" y="61"/>
                      <a:pt x="31" y="122"/>
                      <a:pt x="0" y="183"/>
                    </a:cubicBezTo>
                    <a:lnTo>
                      <a:pt x="2371" y="2645"/>
                    </a:lnTo>
                    <a:lnTo>
                      <a:pt x="2493" y="2523"/>
                    </a:lnTo>
                    <a:lnTo>
                      <a:pt x="1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1"/>
              <p:cNvSpPr/>
              <p:nvPr/>
            </p:nvSpPr>
            <p:spPr>
              <a:xfrm rot="1049798">
                <a:off x="199729" y="2813063"/>
                <a:ext cx="110318" cy="97790"/>
              </a:xfrm>
              <a:custGeom>
                <a:avLst/>
                <a:gdLst/>
                <a:ahLst/>
                <a:cxnLst/>
                <a:rect l="l" t="t" r="r" b="b"/>
                <a:pathLst>
                  <a:path w="2941" h="2607" extrusionOk="0">
                    <a:moveTo>
                      <a:pt x="511" y="1"/>
                    </a:moveTo>
                    <a:cubicBezTo>
                      <a:pt x="465" y="1"/>
                      <a:pt x="426" y="15"/>
                      <a:pt x="397" y="47"/>
                    </a:cubicBezTo>
                    <a:cubicBezTo>
                      <a:pt x="1" y="443"/>
                      <a:pt x="1503" y="2606"/>
                      <a:pt x="2276" y="2606"/>
                    </a:cubicBezTo>
                    <a:cubicBezTo>
                      <a:pt x="2333" y="2606"/>
                      <a:pt x="2386" y="2594"/>
                      <a:pt x="2433" y="2569"/>
                    </a:cubicBezTo>
                    <a:cubicBezTo>
                      <a:pt x="2940" y="2316"/>
                      <a:pt x="1099" y="1"/>
                      <a:pt x="5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3" name="Google Shape;1193;p31"/>
            <p:cNvGrpSpPr/>
            <p:nvPr/>
          </p:nvGrpSpPr>
          <p:grpSpPr>
            <a:xfrm flipH="1">
              <a:off x="-405381" y="4116106"/>
              <a:ext cx="1246898" cy="810834"/>
              <a:chOff x="8340025" y="2571750"/>
              <a:chExt cx="1159258" cy="753843"/>
            </a:xfrm>
          </p:grpSpPr>
          <p:sp>
            <p:nvSpPr>
              <p:cNvPr id="1194" name="Google Shape;1194;p31"/>
              <p:cNvSpPr/>
              <p:nvPr/>
            </p:nvSpPr>
            <p:spPr>
              <a:xfrm>
                <a:off x="8558386" y="2571750"/>
                <a:ext cx="760283" cy="753837"/>
              </a:xfrm>
              <a:custGeom>
                <a:avLst/>
                <a:gdLst/>
                <a:ahLst/>
                <a:cxnLst/>
                <a:rect l="l" t="t" r="r" b="b"/>
                <a:pathLst>
                  <a:path w="22646" h="22454" extrusionOk="0">
                    <a:moveTo>
                      <a:pt x="11268" y="0"/>
                    </a:moveTo>
                    <a:cubicBezTo>
                      <a:pt x="11110" y="0"/>
                      <a:pt x="10951" y="4"/>
                      <a:pt x="10791" y="10"/>
                    </a:cubicBezTo>
                    <a:cubicBezTo>
                      <a:pt x="5776" y="193"/>
                      <a:pt x="1521" y="3688"/>
                      <a:pt x="335" y="8551"/>
                    </a:cubicBezTo>
                    <a:cubicBezTo>
                      <a:pt x="92" y="9494"/>
                      <a:pt x="1" y="10436"/>
                      <a:pt x="1" y="11409"/>
                    </a:cubicBezTo>
                    <a:cubicBezTo>
                      <a:pt x="92" y="17062"/>
                      <a:pt x="4378" y="21774"/>
                      <a:pt x="9971" y="22381"/>
                    </a:cubicBezTo>
                    <a:cubicBezTo>
                      <a:pt x="10399" y="22430"/>
                      <a:pt x="10824" y="22454"/>
                      <a:pt x="11246" y="22454"/>
                    </a:cubicBezTo>
                    <a:cubicBezTo>
                      <a:pt x="16363" y="22454"/>
                      <a:pt x="20893" y="18956"/>
                      <a:pt x="22129" y="13901"/>
                    </a:cubicBezTo>
                    <a:cubicBezTo>
                      <a:pt x="22646" y="11834"/>
                      <a:pt x="22554" y="9706"/>
                      <a:pt x="21886" y="7700"/>
                    </a:cubicBezTo>
                    <a:cubicBezTo>
                      <a:pt x="20385" y="3109"/>
                      <a:pt x="16092" y="0"/>
                      <a:pt x="112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31"/>
              <p:cNvSpPr/>
              <p:nvPr/>
            </p:nvSpPr>
            <p:spPr>
              <a:xfrm>
                <a:off x="8770670" y="2630235"/>
                <a:ext cx="164304" cy="89840"/>
              </a:xfrm>
              <a:custGeom>
                <a:avLst/>
                <a:gdLst/>
                <a:ahLst/>
                <a:cxnLst/>
                <a:rect l="l" t="t" r="r" b="b"/>
                <a:pathLst>
                  <a:path w="4894" h="2676" extrusionOk="0">
                    <a:moveTo>
                      <a:pt x="2462" y="1"/>
                    </a:moveTo>
                    <a:cubicBezTo>
                      <a:pt x="1094" y="1"/>
                      <a:pt x="0" y="609"/>
                      <a:pt x="0" y="1338"/>
                    </a:cubicBezTo>
                    <a:cubicBezTo>
                      <a:pt x="0" y="2098"/>
                      <a:pt x="1094" y="2676"/>
                      <a:pt x="2462" y="2676"/>
                    </a:cubicBezTo>
                    <a:cubicBezTo>
                      <a:pt x="3800" y="2676"/>
                      <a:pt x="4894" y="2098"/>
                      <a:pt x="4894" y="1338"/>
                    </a:cubicBezTo>
                    <a:cubicBezTo>
                      <a:pt x="4894" y="609"/>
                      <a:pt x="3800" y="1"/>
                      <a:pt x="24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31"/>
              <p:cNvSpPr/>
              <p:nvPr/>
            </p:nvSpPr>
            <p:spPr>
              <a:xfrm>
                <a:off x="8688013" y="2707789"/>
                <a:ext cx="96957" cy="52105"/>
              </a:xfrm>
              <a:custGeom>
                <a:avLst/>
                <a:gdLst/>
                <a:ahLst/>
                <a:cxnLst/>
                <a:rect l="l" t="t" r="r" b="b"/>
                <a:pathLst>
                  <a:path w="2888" h="1552" extrusionOk="0">
                    <a:moveTo>
                      <a:pt x="1459" y="1"/>
                    </a:moveTo>
                    <a:cubicBezTo>
                      <a:pt x="669" y="1"/>
                      <a:pt x="0" y="335"/>
                      <a:pt x="0" y="791"/>
                    </a:cubicBezTo>
                    <a:cubicBezTo>
                      <a:pt x="0" y="1217"/>
                      <a:pt x="669" y="1551"/>
                      <a:pt x="1459" y="1551"/>
                    </a:cubicBezTo>
                    <a:cubicBezTo>
                      <a:pt x="2249" y="1551"/>
                      <a:pt x="2888" y="1217"/>
                      <a:pt x="2888" y="791"/>
                    </a:cubicBezTo>
                    <a:cubicBezTo>
                      <a:pt x="2888" y="366"/>
                      <a:pt x="2249" y="1"/>
                      <a:pt x="1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31"/>
              <p:cNvSpPr/>
              <p:nvPr/>
            </p:nvSpPr>
            <p:spPr>
              <a:xfrm>
                <a:off x="8836978" y="2761876"/>
                <a:ext cx="59222" cy="32700"/>
              </a:xfrm>
              <a:custGeom>
                <a:avLst/>
                <a:gdLst/>
                <a:ahLst/>
                <a:cxnLst/>
                <a:rect l="l" t="t" r="r" b="b"/>
                <a:pathLst>
                  <a:path w="1764" h="974" extrusionOk="0">
                    <a:moveTo>
                      <a:pt x="882" y="1"/>
                    </a:moveTo>
                    <a:cubicBezTo>
                      <a:pt x="396" y="1"/>
                      <a:pt x="1" y="214"/>
                      <a:pt x="1" y="487"/>
                    </a:cubicBezTo>
                    <a:cubicBezTo>
                      <a:pt x="1" y="761"/>
                      <a:pt x="396" y="974"/>
                      <a:pt x="882" y="974"/>
                    </a:cubicBezTo>
                    <a:cubicBezTo>
                      <a:pt x="1369" y="974"/>
                      <a:pt x="1764" y="761"/>
                      <a:pt x="1764" y="487"/>
                    </a:cubicBezTo>
                    <a:cubicBezTo>
                      <a:pt x="1764" y="214"/>
                      <a:pt x="1369" y="1"/>
                      <a:pt x="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31"/>
              <p:cNvSpPr/>
              <p:nvPr/>
            </p:nvSpPr>
            <p:spPr>
              <a:xfrm>
                <a:off x="8558386" y="2830265"/>
                <a:ext cx="760283" cy="495329"/>
              </a:xfrm>
              <a:custGeom>
                <a:avLst/>
                <a:gdLst/>
                <a:ahLst/>
                <a:cxnLst/>
                <a:rect l="l" t="t" r="r" b="b"/>
                <a:pathLst>
                  <a:path w="22646" h="14754" extrusionOk="0">
                    <a:moveTo>
                      <a:pt x="21886" y="0"/>
                    </a:moveTo>
                    <a:cubicBezTo>
                      <a:pt x="21886" y="0"/>
                      <a:pt x="16492" y="6477"/>
                      <a:pt x="8692" y="6477"/>
                    </a:cubicBezTo>
                    <a:cubicBezTo>
                      <a:pt x="6035" y="6477"/>
                      <a:pt x="3098" y="5725"/>
                      <a:pt x="1" y="3709"/>
                    </a:cubicBezTo>
                    <a:lnTo>
                      <a:pt x="1" y="3709"/>
                    </a:lnTo>
                    <a:cubicBezTo>
                      <a:pt x="92" y="9362"/>
                      <a:pt x="4378" y="14074"/>
                      <a:pt x="9971" y="14681"/>
                    </a:cubicBezTo>
                    <a:cubicBezTo>
                      <a:pt x="10399" y="14730"/>
                      <a:pt x="10824" y="14754"/>
                      <a:pt x="11246" y="14754"/>
                    </a:cubicBezTo>
                    <a:cubicBezTo>
                      <a:pt x="16363" y="14754"/>
                      <a:pt x="20893" y="11256"/>
                      <a:pt x="22129" y="6201"/>
                    </a:cubicBezTo>
                    <a:cubicBezTo>
                      <a:pt x="22646" y="4134"/>
                      <a:pt x="22554" y="2006"/>
                      <a:pt x="21886" y="0"/>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31"/>
              <p:cNvSpPr/>
              <p:nvPr/>
            </p:nvSpPr>
            <p:spPr>
              <a:xfrm>
                <a:off x="8340025" y="2830265"/>
                <a:ext cx="1159258" cy="341600"/>
              </a:xfrm>
              <a:custGeom>
                <a:avLst/>
                <a:gdLst/>
                <a:ahLst/>
                <a:cxnLst/>
                <a:rect l="l" t="t" r="r" b="b"/>
                <a:pathLst>
                  <a:path w="34530" h="10175" extrusionOk="0">
                    <a:moveTo>
                      <a:pt x="3906" y="0"/>
                    </a:moveTo>
                    <a:cubicBezTo>
                      <a:pt x="1825" y="0"/>
                      <a:pt x="533" y="311"/>
                      <a:pt x="365" y="943"/>
                    </a:cubicBezTo>
                    <a:cubicBezTo>
                      <a:pt x="0" y="2554"/>
                      <a:pt x="7265" y="5745"/>
                      <a:pt x="16627" y="8025"/>
                    </a:cubicBezTo>
                    <a:cubicBezTo>
                      <a:pt x="22332" y="9433"/>
                      <a:pt x="27507" y="10174"/>
                      <a:pt x="30768" y="10174"/>
                    </a:cubicBezTo>
                    <a:cubicBezTo>
                      <a:pt x="32858" y="10174"/>
                      <a:pt x="34163" y="9870"/>
                      <a:pt x="34317" y="9241"/>
                    </a:cubicBezTo>
                    <a:cubicBezTo>
                      <a:pt x="34530" y="8359"/>
                      <a:pt x="32341" y="6961"/>
                      <a:pt x="28724" y="5472"/>
                    </a:cubicBezTo>
                    <a:lnTo>
                      <a:pt x="28694" y="5593"/>
                    </a:lnTo>
                    <a:cubicBezTo>
                      <a:pt x="30153" y="6323"/>
                      <a:pt x="30943" y="6961"/>
                      <a:pt x="30821" y="7417"/>
                    </a:cubicBezTo>
                    <a:cubicBezTo>
                      <a:pt x="30722" y="7837"/>
                      <a:pt x="29840" y="8040"/>
                      <a:pt x="28406" y="8040"/>
                    </a:cubicBezTo>
                    <a:cubicBezTo>
                      <a:pt x="25901" y="8040"/>
                      <a:pt x="21710" y="7422"/>
                      <a:pt x="17052" y="6262"/>
                    </a:cubicBezTo>
                    <a:cubicBezTo>
                      <a:pt x="9757" y="4469"/>
                      <a:pt x="4043" y="2098"/>
                      <a:pt x="4316" y="912"/>
                    </a:cubicBezTo>
                    <a:cubicBezTo>
                      <a:pt x="4430" y="485"/>
                      <a:pt x="5319" y="271"/>
                      <a:pt x="6782" y="271"/>
                    </a:cubicBezTo>
                    <a:cubicBezTo>
                      <a:pt x="6880" y="271"/>
                      <a:pt x="6980" y="272"/>
                      <a:pt x="7082" y="274"/>
                    </a:cubicBezTo>
                    <a:cubicBezTo>
                      <a:pt x="7082" y="244"/>
                      <a:pt x="7082" y="213"/>
                      <a:pt x="7113" y="183"/>
                    </a:cubicBezTo>
                    <a:cubicBezTo>
                      <a:pt x="5908" y="61"/>
                      <a:pt x="4829" y="0"/>
                      <a:pt x="3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00" name="Google Shape;1200;p31"/>
          <p:cNvGrpSpPr/>
          <p:nvPr/>
        </p:nvGrpSpPr>
        <p:grpSpPr>
          <a:xfrm flipH="1">
            <a:off x="63814" y="53884"/>
            <a:ext cx="5314076" cy="5690420"/>
            <a:chOff x="3771652" y="53884"/>
            <a:chExt cx="5314076" cy="5690420"/>
          </a:xfrm>
        </p:grpSpPr>
        <p:grpSp>
          <p:nvGrpSpPr>
            <p:cNvPr id="1201" name="Google Shape;1201;p31"/>
            <p:cNvGrpSpPr/>
            <p:nvPr/>
          </p:nvGrpSpPr>
          <p:grpSpPr>
            <a:xfrm rot="9394993" flipH="1">
              <a:off x="3887841" y="4394640"/>
              <a:ext cx="1985378" cy="996177"/>
              <a:chOff x="386493" y="282479"/>
              <a:chExt cx="1985461" cy="996218"/>
            </a:xfrm>
          </p:grpSpPr>
          <p:sp>
            <p:nvSpPr>
              <p:cNvPr id="1202" name="Google Shape;1202;p31"/>
              <p:cNvSpPr/>
              <p:nvPr/>
            </p:nvSpPr>
            <p:spPr>
              <a:xfrm>
                <a:off x="386493" y="1111169"/>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31"/>
              <p:cNvSpPr/>
              <p:nvPr/>
            </p:nvSpPr>
            <p:spPr>
              <a:xfrm>
                <a:off x="2295017" y="282479"/>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31"/>
              <p:cNvSpPr/>
              <p:nvPr/>
            </p:nvSpPr>
            <p:spPr>
              <a:xfrm>
                <a:off x="629435" y="116098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5" name="Google Shape;1205;p31"/>
            <p:cNvGrpSpPr/>
            <p:nvPr/>
          </p:nvGrpSpPr>
          <p:grpSpPr>
            <a:xfrm rot="5400000">
              <a:off x="8063335" y="1373191"/>
              <a:ext cx="1736292" cy="308495"/>
              <a:chOff x="884340" y="164158"/>
              <a:chExt cx="1736292" cy="308495"/>
            </a:xfrm>
          </p:grpSpPr>
          <p:sp>
            <p:nvSpPr>
              <p:cNvPr id="1206" name="Google Shape;1206;p31"/>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31"/>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31"/>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9" name="Google Shape;1209;p31"/>
            <p:cNvGrpSpPr/>
            <p:nvPr/>
          </p:nvGrpSpPr>
          <p:grpSpPr>
            <a:xfrm rot="5132281">
              <a:off x="4787205" y="-193905"/>
              <a:ext cx="384603" cy="953171"/>
              <a:chOff x="148923" y="3202742"/>
              <a:chExt cx="384592" cy="953142"/>
            </a:xfrm>
          </p:grpSpPr>
          <p:sp>
            <p:nvSpPr>
              <p:cNvPr id="1210" name="Google Shape;1210;p31"/>
              <p:cNvSpPr/>
              <p:nvPr/>
            </p:nvSpPr>
            <p:spPr>
              <a:xfrm>
                <a:off x="382886" y="3202742"/>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1" name="Google Shape;1211;p31"/>
              <p:cNvGrpSpPr/>
              <p:nvPr/>
            </p:nvGrpSpPr>
            <p:grpSpPr>
              <a:xfrm>
                <a:off x="148923" y="3635292"/>
                <a:ext cx="254979" cy="520592"/>
                <a:chOff x="199598" y="2319192"/>
                <a:chExt cx="254979" cy="520592"/>
              </a:xfrm>
            </p:grpSpPr>
            <p:sp>
              <p:nvSpPr>
                <p:cNvPr id="1212" name="Google Shape;1212;p31"/>
                <p:cNvSpPr/>
                <p:nvPr/>
              </p:nvSpPr>
              <p:spPr>
                <a:xfrm>
                  <a:off x="376088" y="2780152"/>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31"/>
                <p:cNvSpPr/>
                <p:nvPr/>
              </p:nvSpPr>
              <p:spPr>
                <a:xfrm>
                  <a:off x="199598" y="2319192"/>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1">
  <p:cSld name="CUSTOM_5_1">
    <p:spTree>
      <p:nvGrpSpPr>
        <p:cNvPr id="1" name="Shape 1214"/>
        <p:cNvGrpSpPr/>
        <p:nvPr/>
      </p:nvGrpSpPr>
      <p:grpSpPr>
        <a:xfrm>
          <a:off x="0" y="0"/>
          <a:ext cx="0" cy="0"/>
          <a:chOff x="0" y="0"/>
          <a:chExt cx="0" cy="0"/>
        </a:xfrm>
      </p:grpSpPr>
      <p:grpSp>
        <p:nvGrpSpPr>
          <p:cNvPr id="1215" name="Google Shape;1215;p32"/>
          <p:cNvGrpSpPr/>
          <p:nvPr/>
        </p:nvGrpSpPr>
        <p:grpSpPr>
          <a:xfrm flipH="1">
            <a:off x="36" y="3041280"/>
            <a:ext cx="6379027" cy="2108691"/>
            <a:chOff x="2764961" y="3034800"/>
            <a:chExt cx="6379027" cy="2108691"/>
          </a:xfrm>
        </p:grpSpPr>
        <p:sp>
          <p:nvSpPr>
            <p:cNvPr id="1216" name="Google Shape;1216;p32"/>
            <p:cNvSpPr/>
            <p:nvPr/>
          </p:nvSpPr>
          <p:spPr>
            <a:xfrm>
              <a:off x="7885875" y="3034800"/>
              <a:ext cx="1258113" cy="1901601"/>
            </a:xfrm>
            <a:custGeom>
              <a:avLst/>
              <a:gdLst/>
              <a:ahLst/>
              <a:cxnLst/>
              <a:rect l="l" t="t" r="r" b="b"/>
              <a:pathLst>
                <a:path w="21096" h="31886" extrusionOk="0">
                  <a:moveTo>
                    <a:pt x="21095" y="1"/>
                  </a:moveTo>
                  <a:cubicBezTo>
                    <a:pt x="1" y="16840"/>
                    <a:pt x="21095" y="31886"/>
                    <a:pt x="21095" y="31886"/>
                  </a:cubicBezTo>
                  <a:lnTo>
                    <a:pt x="210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32"/>
            <p:cNvSpPr/>
            <p:nvPr/>
          </p:nvSpPr>
          <p:spPr>
            <a:xfrm rot="5400000">
              <a:off x="3083723" y="3989814"/>
              <a:ext cx="834916" cy="1472439"/>
            </a:xfrm>
            <a:custGeom>
              <a:avLst/>
              <a:gdLst/>
              <a:ahLst/>
              <a:cxnLst/>
              <a:rect l="l" t="t" r="r" b="b"/>
              <a:pathLst>
                <a:path w="21855" h="38543" extrusionOk="0">
                  <a:moveTo>
                    <a:pt x="21855" y="1"/>
                  </a:moveTo>
                  <a:cubicBezTo>
                    <a:pt x="0" y="21825"/>
                    <a:pt x="21855" y="38543"/>
                    <a:pt x="21855" y="38543"/>
                  </a:cubicBezTo>
                  <a:lnTo>
                    <a:pt x="21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8" name="Google Shape;1218;p32"/>
          <p:cNvGrpSpPr/>
          <p:nvPr/>
        </p:nvGrpSpPr>
        <p:grpSpPr>
          <a:xfrm flipH="1">
            <a:off x="1258136" y="6480"/>
            <a:ext cx="7885887" cy="4182530"/>
            <a:chOff x="0" y="0"/>
            <a:chExt cx="7885887" cy="4182530"/>
          </a:xfrm>
        </p:grpSpPr>
        <p:sp>
          <p:nvSpPr>
            <p:cNvPr id="1219" name="Google Shape;1219;p32"/>
            <p:cNvSpPr/>
            <p:nvPr/>
          </p:nvSpPr>
          <p:spPr>
            <a:xfrm>
              <a:off x="0" y="2830777"/>
              <a:ext cx="777899" cy="1351753"/>
            </a:xfrm>
            <a:custGeom>
              <a:avLst/>
              <a:gdLst/>
              <a:ahLst/>
              <a:cxnLst/>
              <a:rect l="l" t="t" r="r" b="b"/>
              <a:pathLst>
                <a:path w="14956" h="25989" extrusionOk="0">
                  <a:moveTo>
                    <a:pt x="1" y="0"/>
                  </a:moveTo>
                  <a:lnTo>
                    <a:pt x="1" y="25988"/>
                  </a:lnTo>
                  <a:cubicBezTo>
                    <a:pt x="1" y="25988"/>
                    <a:pt x="14955" y="1091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20" name="Google Shape;1220;p32"/>
            <p:cNvSpPr/>
            <p:nvPr/>
          </p:nvSpPr>
          <p:spPr>
            <a:xfrm>
              <a:off x="6807131" y="0"/>
              <a:ext cx="1078757" cy="256452"/>
            </a:xfrm>
            <a:custGeom>
              <a:avLst/>
              <a:gdLst/>
              <a:ahLst/>
              <a:cxnLst/>
              <a:rect l="l" t="t" r="r" b="b"/>
              <a:pathLst>
                <a:path w="13528" h="3216" extrusionOk="0">
                  <a:moveTo>
                    <a:pt x="1" y="1"/>
                  </a:moveTo>
                  <a:cubicBezTo>
                    <a:pt x="2716" y="2412"/>
                    <a:pt x="5124" y="3216"/>
                    <a:pt x="7128" y="3216"/>
                  </a:cubicBezTo>
                  <a:cubicBezTo>
                    <a:pt x="11136" y="3216"/>
                    <a:pt x="13527" y="1"/>
                    <a:pt x="13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21" name="Google Shape;1221;p32"/>
          <p:cNvGrpSpPr/>
          <p:nvPr/>
        </p:nvGrpSpPr>
        <p:grpSpPr>
          <a:xfrm flipH="1">
            <a:off x="383917" y="76962"/>
            <a:ext cx="9218806" cy="4896047"/>
            <a:chOff x="-458700" y="70483"/>
            <a:chExt cx="9218806" cy="4896047"/>
          </a:xfrm>
        </p:grpSpPr>
        <p:grpSp>
          <p:nvGrpSpPr>
            <p:cNvPr id="1222" name="Google Shape;1222;p32"/>
            <p:cNvGrpSpPr/>
            <p:nvPr/>
          </p:nvGrpSpPr>
          <p:grpSpPr>
            <a:xfrm rot="-3994993">
              <a:off x="-563948" y="3156265"/>
              <a:ext cx="1635758" cy="844761"/>
              <a:chOff x="596274" y="343048"/>
              <a:chExt cx="1635826" cy="844796"/>
            </a:xfrm>
          </p:grpSpPr>
          <p:sp>
            <p:nvSpPr>
              <p:cNvPr id="1223" name="Google Shape;1223;p32"/>
              <p:cNvSpPr/>
              <p:nvPr/>
            </p:nvSpPr>
            <p:spPr>
              <a:xfrm>
                <a:off x="596274" y="1020316"/>
                <a:ext cx="78489" cy="59631"/>
              </a:xfrm>
              <a:custGeom>
                <a:avLst/>
                <a:gdLst/>
                <a:ahLst/>
                <a:cxnLst/>
                <a:rect l="l" t="t" r="r" b="b"/>
                <a:pathLst>
                  <a:path w="1669" h="1268" extrusionOk="0">
                    <a:moveTo>
                      <a:pt x="835" y="0"/>
                    </a:moveTo>
                    <a:cubicBezTo>
                      <a:pt x="1" y="0"/>
                      <a:pt x="1" y="1268"/>
                      <a:pt x="835" y="1268"/>
                    </a:cubicBezTo>
                    <a:cubicBezTo>
                      <a:pt x="1669" y="1268"/>
                      <a:pt x="1669" y="0"/>
                      <a:pt x="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24" name="Google Shape;1224;p32"/>
              <p:cNvSpPr/>
              <p:nvPr/>
            </p:nvSpPr>
            <p:spPr>
              <a:xfrm>
                <a:off x="2155163" y="343048"/>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25" name="Google Shape;1225;p32"/>
              <p:cNvSpPr/>
              <p:nvPr/>
            </p:nvSpPr>
            <p:spPr>
              <a:xfrm>
                <a:off x="839216" y="1070134"/>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26" name="Google Shape;1226;p32"/>
            <p:cNvGrpSpPr/>
            <p:nvPr/>
          </p:nvGrpSpPr>
          <p:grpSpPr>
            <a:xfrm>
              <a:off x="6542840" y="70483"/>
              <a:ext cx="1736292" cy="308495"/>
              <a:chOff x="884340" y="164158"/>
              <a:chExt cx="1736292" cy="308495"/>
            </a:xfrm>
          </p:grpSpPr>
          <p:sp>
            <p:nvSpPr>
              <p:cNvPr id="1227" name="Google Shape;1227;p32"/>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28" name="Google Shape;1228;p32"/>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29" name="Google Shape;1229;p32"/>
              <p:cNvSpPr/>
              <p:nvPr/>
            </p:nvSpPr>
            <p:spPr>
              <a:xfrm>
                <a:off x="884340" y="24730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30" name="Google Shape;1230;p32"/>
            <p:cNvGrpSpPr/>
            <p:nvPr/>
          </p:nvGrpSpPr>
          <p:grpSpPr>
            <a:xfrm>
              <a:off x="7995589" y="4658020"/>
              <a:ext cx="764518" cy="308510"/>
              <a:chOff x="7995589" y="4658020"/>
              <a:chExt cx="764518" cy="308510"/>
            </a:xfrm>
          </p:grpSpPr>
          <p:grpSp>
            <p:nvGrpSpPr>
              <p:cNvPr id="1231" name="Google Shape;1231;p32"/>
              <p:cNvGrpSpPr/>
              <p:nvPr/>
            </p:nvGrpSpPr>
            <p:grpSpPr>
              <a:xfrm>
                <a:off x="7995589" y="4658020"/>
                <a:ext cx="435184" cy="308495"/>
                <a:chOff x="2185448" y="164158"/>
                <a:chExt cx="435184" cy="308495"/>
              </a:xfrm>
            </p:grpSpPr>
            <p:sp>
              <p:nvSpPr>
                <p:cNvPr id="1232" name="Google Shape;1232;p32"/>
                <p:cNvSpPr/>
                <p:nvPr/>
              </p:nvSpPr>
              <p:spPr>
                <a:xfrm>
                  <a:off x="2470002" y="164158"/>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32"/>
                <p:cNvSpPr/>
                <p:nvPr/>
              </p:nvSpPr>
              <p:spPr>
                <a:xfrm>
                  <a:off x="2185448" y="412975"/>
                  <a:ext cx="76937" cy="59678"/>
                </a:xfrm>
                <a:custGeom>
                  <a:avLst/>
                  <a:gdLst/>
                  <a:ahLst/>
                  <a:cxnLst/>
                  <a:rect l="l" t="t" r="r" b="b"/>
                  <a:pathLst>
                    <a:path w="1636" h="1269" extrusionOk="0">
                      <a:moveTo>
                        <a:pt x="835" y="1"/>
                      </a:moveTo>
                      <a:cubicBezTo>
                        <a:pt x="1" y="1"/>
                        <a:pt x="1" y="1268"/>
                        <a:pt x="835" y="1268"/>
                      </a:cubicBezTo>
                      <a:cubicBezTo>
                        <a:pt x="1635" y="1268"/>
                        <a:pt x="1635" y="1"/>
                        <a:pt x="83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4" name="Google Shape;1234;p32"/>
              <p:cNvSpPr/>
              <p:nvPr/>
            </p:nvSpPr>
            <p:spPr>
              <a:xfrm>
                <a:off x="8609477" y="4848820"/>
                <a:ext cx="150629" cy="117710"/>
              </a:xfrm>
              <a:custGeom>
                <a:avLst/>
                <a:gdLst/>
                <a:ahLst/>
                <a:cxnLst/>
                <a:rect l="l" t="t" r="r" b="b"/>
                <a:pathLst>
                  <a:path w="3203" h="2503" extrusionOk="0">
                    <a:moveTo>
                      <a:pt x="1602" y="1"/>
                    </a:moveTo>
                    <a:cubicBezTo>
                      <a:pt x="0" y="1"/>
                      <a:pt x="0" y="2503"/>
                      <a:pt x="1602" y="2503"/>
                    </a:cubicBezTo>
                    <a:cubicBezTo>
                      <a:pt x="3203" y="2503"/>
                      <a:pt x="3203" y="1"/>
                      <a:pt x="16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35" name="Google Shape;1235;p32"/>
          <p:cNvGrpSpPr/>
          <p:nvPr/>
        </p:nvGrpSpPr>
        <p:grpSpPr>
          <a:xfrm flipH="1">
            <a:off x="-290065" y="1022837"/>
            <a:ext cx="9544186" cy="2964403"/>
            <a:chOff x="-290065" y="1022837"/>
            <a:chExt cx="9544186" cy="2964403"/>
          </a:xfrm>
        </p:grpSpPr>
        <p:grpSp>
          <p:nvGrpSpPr>
            <p:cNvPr id="1236" name="Google Shape;1236;p32"/>
            <p:cNvGrpSpPr/>
            <p:nvPr/>
          </p:nvGrpSpPr>
          <p:grpSpPr>
            <a:xfrm>
              <a:off x="8340882" y="2838811"/>
              <a:ext cx="913240" cy="1148430"/>
              <a:chOff x="8340882" y="2838811"/>
              <a:chExt cx="913240" cy="1148430"/>
            </a:xfrm>
          </p:grpSpPr>
          <p:sp>
            <p:nvSpPr>
              <p:cNvPr id="1237" name="Google Shape;1237;p32"/>
              <p:cNvSpPr/>
              <p:nvPr/>
            </p:nvSpPr>
            <p:spPr>
              <a:xfrm rot="898336">
                <a:off x="8454813" y="2943161"/>
                <a:ext cx="685378" cy="972046"/>
              </a:xfrm>
              <a:custGeom>
                <a:avLst/>
                <a:gdLst/>
                <a:ahLst/>
                <a:cxnLst/>
                <a:rect l="l" t="t" r="r" b="b"/>
                <a:pathLst>
                  <a:path w="21673" h="30738" extrusionOk="0">
                    <a:moveTo>
                      <a:pt x="5380" y="1"/>
                    </a:moveTo>
                    <a:lnTo>
                      <a:pt x="0" y="3192"/>
                    </a:lnTo>
                    <a:lnTo>
                      <a:pt x="15381" y="29211"/>
                    </a:lnTo>
                    <a:cubicBezTo>
                      <a:pt x="15968" y="30184"/>
                      <a:pt x="17015" y="30738"/>
                      <a:pt x="18089" y="30738"/>
                    </a:cubicBezTo>
                    <a:cubicBezTo>
                      <a:pt x="18626" y="30738"/>
                      <a:pt x="19170" y="30599"/>
                      <a:pt x="19666" y="30305"/>
                    </a:cubicBezTo>
                    <a:cubicBezTo>
                      <a:pt x="21156" y="29424"/>
                      <a:pt x="21672" y="27478"/>
                      <a:pt x="20791" y="26019"/>
                    </a:cubicBezTo>
                    <a:lnTo>
                      <a:pt x="538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32"/>
              <p:cNvSpPr/>
              <p:nvPr/>
            </p:nvSpPr>
            <p:spPr>
              <a:xfrm rot="898336">
                <a:off x="8724502" y="3546984"/>
                <a:ext cx="327304" cy="379135"/>
              </a:xfrm>
              <a:custGeom>
                <a:avLst/>
                <a:gdLst/>
                <a:ahLst/>
                <a:cxnLst/>
                <a:rect l="l" t="t" r="r" b="b"/>
                <a:pathLst>
                  <a:path w="10350" h="11989" extrusionOk="0">
                    <a:moveTo>
                      <a:pt x="4560" y="0"/>
                    </a:moveTo>
                    <a:cubicBezTo>
                      <a:pt x="3040" y="912"/>
                      <a:pt x="1521" y="1794"/>
                      <a:pt x="1" y="2675"/>
                    </a:cubicBezTo>
                    <a:lnTo>
                      <a:pt x="4834" y="10882"/>
                    </a:lnTo>
                    <a:cubicBezTo>
                      <a:pt x="5410" y="11660"/>
                      <a:pt x="6177" y="11989"/>
                      <a:pt x="6929" y="11989"/>
                    </a:cubicBezTo>
                    <a:cubicBezTo>
                      <a:pt x="8677" y="11989"/>
                      <a:pt x="10349" y="10216"/>
                      <a:pt x="9393" y="8177"/>
                    </a:cubicBezTo>
                    <a:lnTo>
                      <a:pt x="456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32"/>
              <p:cNvSpPr/>
              <p:nvPr/>
            </p:nvSpPr>
            <p:spPr>
              <a:xfrm rot="898336">
                <a:off x="8459538" y="2943781"/>
                <a:ext cx="680571" cy="972046"/>
              </a:xfrm>
              <a:custGeom>
                <a:avLst/>
                <a:gdLst/>
                <a:ahLst/>
                <a:cxnLst/>
                <a:rect l="l" t="t" r="r" b="b"/>
                <a:pathLst>
                  <a:path w="21521" h="30738" extrusionOk="0">
                    <a:moveTo>
                      <a:pt x="5228" y="1"/>
                    </a:moveTo>
                    <a:lnTo>
                      <a:pt x="1095" y="2463"/>
                    </a:lnTo>
                    <a:lnTo>
                      <a:pt x="0" y="3466"/>
                    </a:lnTo>
                    <a:lnTo>
                      <a:pt x="4803" y="1429"/>
                    </a:lnTo>
                    <a:cubicBezTo>
                      <a:pt x="4803" y="1429"/>
                      <a:pt x="10700" y="12129"/>
                      <a:pt x="13952" y="17600"/>
                    </a:cubicBezTo>
                    <a:cubicBezTo>
                      <a:pt x="16992" y="22706"/>
                      <a:pt x="16931" y="26232"/>
                      <a:pt x="14317" y="27630"/>
                    </a:cubicBezTo>
                    <a:lnTo>
                      <a:pt x="15229" y="29211"/>
                    </a:lnTo>
                    <a:cubicBezTo>
                      <a:pt x="15816" y="30184"/>
                      <a:pt x="16863" y="30738"/>
                      <a:pt x="17937" y="30738"/>
                    </a:cubicBezTo>
                    <a:cubicBezTo>
                      <a:pt x="18474" y="30738"/>
                      <a:pt x="19018" y="30599"/>
                      <a:pt x="19514" y="30305"/>
                    </a:cubicBezTo>
                    <a:cubicBezTo>
                      <a:pt x="21004" y="29424"/>
                      <a:pt x="21520" y="27478"/>
                      <a:pt x="20639" y="26019"/>
                    </a:cubicBezTo>
                    <a:lnTo>
                      <a:pt x="5228" y="1"/>
                    </a:ln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32"/>
              <p:cNvSpPr/>
              <p:nvPr/>
            </p:nvSpPr>
            <p:spPr>
              <a:xfrm rot="898336">
                <a:off x="8549512" y="2864940"/>
                <a:ext cx="221112" cy="143350"/>
              </a:xfrm>
              <a:custGeom>
                <a:avLst/>
                <a:gdLst/>
                <a:ahLst/>
                <a:cxnLst/>
                <a:rect l="l" t="t" r="r" b="b"/>
                <a:pathLst>
                  <a:path w="6992" h="4533" extrusionOk="0">
                    <a:moveTo>
                      <a:pt x="6497" y="1"/>
                    </a:moveTo>
                    <a:cubicBezTo>
                      <a:pt x="6456" y="1"/>
                      <a:pt x="6416" y="11"/>
                      <a:pt x="6384" y="33"/>
                    </a:cubicBezTo>
                    <a:lnTo>
                      <a:pt x="153" y="3710"/>
                    </a:lnTo>
                    <a:cubicBezTo>
                      <a:pt x="31" y="3771"/>
                      <a:pt x="1" y="3923"/>
                      <a:pt x="62" y="4014"/>
                    </a:cubicBezTo>
                    <a:lnTo>
                      <a:pt x="305" y="4440"/>
                    </a:lnTo>
                    <a:cubicBezTo>
                      <a:pt x="344" y="4499"/>
                      <a:pt x="421" y="4532"/>
                      <a:pt x="496" y="4532"/>
                    </a:cubicBezTo>
                    <a:cubicBezTo>
                      <a:pt x="537" y="4532"/>
                      <a:pt x="576" y="4522"/>
                      <a:pt x="609" y="4501"/>
                    </a:cubicBezTo>
                    <a:lnTo>
                      <a:pt x="6840" y="823"/>
                    </a:lnTo>
                    <a:cubicBezTo>
                      <a:pt x="6961" y="762"/>
                      <a:pt x="6992" y="610"/>
                      <a:pt x="6931" y="519"/>
                    </a:cubicBezTo>
                    <a:lnTo>
                      <a:pt x="6688" y="93"/>
                    </a:lnTo>
                    <a:cubicBezTo>
                      <a:pt x="6649" y="34"/>
                      <a:pt x="6571" y="1"/>
                      <a:pt x="649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32"/>
              <p:cNvSpPr/>
              <p:nvPr/>
            </p:nvSpPr>
            <p:spPr>
              <a:xfrm rot="898336">
                <a:off x="8553169" y="3031125"/>
                <a:ext cx="269180" cy="407596"/>
              </a:xfrm>
              <a:custGeom>
                <a:avLst/>
                <a:gdLst/>
                <a:ahLst/>
                <a:cxnLst/>
                <a:rect l="l" t="t" r="r" b="b"/>
                <a:pathLst>
                  <a:path w="8512" h="12889" extrusionOk="0">
                    <a:moveTo>
                      <a:pt x="948" y="1"/>
                    </a:moveTo>
                    <a:cubicBezTo>
                      <a:pt x="804" y="1"/>
                      <a:pt x="655" y="41"/>
                      <a:pt x="517" y="126"/>
                    </a:cubicBezTo>
                    <a:cubicBezTo>
                      <a:pt x="122" y="339"/>
                      <a:pt x="1" y="825"/>
                      <a:pt x="244" y="1220"/>
                    </a:cubicBezTo>
                    <a:lnTo>
                      <a:pt x="6901" y="12497"/>
                    </a:lnTo>
                    <a:cubicBezTo>
                      <a:pt x="7063" y="12740"/>
                      <a:pt x="7333" y="12889"/>
                      <a:pt x="7612" y="12889"/>
                    </a:cubicBezTo>
                    <a:cubicBezTo>
                      <a:pt x="7752" y="12889"/>
                      <a:pt x="7893" y="12852"/>
                      <a:pt x="8025" y="12771"/>
                    </a:cubicBezTo>
                    <a:cubicBezTo>
                      <a:pt x="8390" y="12558"/>
                      <a:pt x="8512" y="12041"/>
                      <a:pt x="8299" y="11676"/>
                    </a:cubicBezTo>
                    <a:lnTo>
                      <a:pt x="1612" y="400"/>
                    </a:lnTo>
                    <a:cubicBezTo>
                      <a:pt x="1473" y="142"/>
                      <a:pt x="1218" y="1"/>
                      <a:pt x="9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2" name="Google Shape;1242;p32"/>
            <p:cNvGrpSpPr/>
            <p:nvPr/>
          </p:nvGrpSpPr>
          <p:grpSpPr>
            <a:xfrm>
              <a:off x="-290065" y="1022837"/>
              <a:ext cx="777915" cy="951806"/>
              <a:chOff x="-290065" y="1022837"/>
              <a:chExt cx="777915" cy="951806"/>
            </a:xfrm>
          </p:grpSpPr>
          <p:sp>
            <p:nvSpPr>
              <p:cNvPr id="1243" name="Google Shape;1243;p32"/>
              <p:cNvSpPr/>
              <p:nvPr/>
            </p:nvSpPr>
            <p:spPr>
              <a:xfrm flipH="1">
                <a:off x="-290065" y="1049788"/>
                <a:ext cx="753406" cy="924855"/>
              </a:xfrm>
              <a:custGeom>
                <a:avLst/>
                <a:gdLst/>
                <a:ahLst/>
                <a:cxnLst/>
                <a:rect l="l" t="t" r="r" b="b"/>
                <a:pathLst>
                  <a:path w="32707" h="40150" extrusionOk="0">
                    <a:moveTo>
                      <a:pt x="8511" y="1"/>
                    </a:moveTo>
                    <a:lnTo>
                      <a:pt x="0" y="3162"/>
                    </a:lnTo>
                    <a:lnTo>
                      <a:pt x="3253" y="11916"/>
                    </a:lnTo>
                    <a:cubicBezTo>
                      <a:pt x="4286" y="14682"/>
                      <a:pt x="1368" y="31126"/>
                      <a:pt x="699" y="35685"/>
                    </a:cubicBezTo>
                    <a:cubicBezTo>
                      <a:pt x="395" y="37691"/>
                      <a:pt x="821" y="38938"/>
                      <a:pt x="1611" y="39576"/>
                    </a:cubicBezTo>
                    <a:cubicBezTo>
                      <a:pt x="2134" y="39975"/>
                      <a:pt x="2796" y="40150"/>
                      <a:pt x="3528" y="40150"/>
                    </a:cubicBezTo>
                    <a:cubicBezTo>
                      <a:pt x="4243" y="40150"/>
                      <a:pt x="5024" y="39983"/>
                      <a:pt x="5806" y="39697"/>
                    </a:cubicBezTo>
                    <a:lnTo>
                      <a:pt x="16505" y="35716"/>
                    </a:lnTo>
                    <a:lnTo>
                      <a:pt x="17265" y="35442"/>
                    </a:lnTo>
                    <a:lnTo>
                      <a:pt x="27964" y="31460"/>
                    </a:lnTo>
                    <a:cubicBezTo>
                      <a:pt x="30791" y="30427"/>
                      <a:pt x="32706" y="28086"/>
                      <a:pt x="29241" y="25077"/>
                    </a:cubicBezTo>
                    <a:cubicBezTo>
                      <a:pt x="25746" y="22068"/>
                      <a:pt x="12797" y="11490"/>
                      <a:pt x="11794" y="8755"/>
                    </a:cubicBezTo>
                    <a:lnTo>
                      <a:pt x="851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32"/>
              <p:cNvSpPr/>
              <p:nvPr/>
            </p:nvSpPr>
            <p:spPr>
              <a:xfrm flipH="1">
                <a:off x="-257147" y="1641430"/>
                <a:ext cx="687618" cy="316455"/>
              </a:xfrm>
              <a:custGeom>
                <a:avLst/>
                <a:gdLst/>
                <a:ahLst/>
                <a:cxnLst/>
                <a:rect l="l" t="t" r="r" b="b"/>
                <a:pathLst>
                  <a:path w="29851" h="13738" extrusionOk="0">
                    <a:moveTo>
                      <a:pt x="26963" y="0"/>
                    </a:moveTo>
                    <a:lnTo>
                      <a:pt x="1583" y="1976"/>
                    </a:lnTo>
                    <a:lnTo>
                      <a:pt x="306" y="9939"/>
                    </a:lnTo>
                    <a:cubicBezTo>
                      <a:pt x="1" y="12729"/>
                      <a:pt x="1274" y="13737"/>
                      <a:pt x="2949" y="13737"/>
                    </a:cubicBezTo>
                    <a:cubicBezTo>
                      <a:pt x="3610" y="13737"/>
                      <a:pt x="4334" y="13580"/>
                      <a:pt x="5048" y="13313"/>
                    </a:cubicBezTo>
                    <a:lnTo>
                      <a:pt x="14957" y="9666"/>
                    </a:lnTo>
                    <a:lnTo>
                      <a:pt x="15686" y="9392"/>
                    </a:lnTo>
                    <a:lnTo>
                      <a:pt x="25595" y="5714"/>
                    </a:lnTo>
                    <a:cubicBezTo>
                      <a:pt x="28118" y="4772"/>
                      <a:pt x="29851" y="2705"/>
                      <a:pt x="269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32"/>
              <p:cNvSpPr/>
              <p:nvPr/>
            </p:nvSpPr>
            <p:spPr>
              <a:xfrm flipH="1">
                <a:off x="-91911" y="1686923"/>
                <a:ext cx="228277" cy="109255"/>
              </a:xfrm>
              <a:custGeom>
                <a:avLst/>
                <a:gdLst/>
                <a:ahLst/>
                <a:cxnLst/>
                <a:rect l="l" t="t" r="r" b="b"/>
                <a:pathLst>
                  <a:path w="9910" h="4743" extrusionOk="0">
                    <a:moveTo>
                      <a:pt x="243" y="1"/>
                    </a:moveTo>
                    <a:lnTo>
                      <a:pt x="0" y="396"/>
                    </a:lnTo>
                    <a:cubicBezTo>
                      <a:pt x="0" y="396"/>
                      <a:pt x="2006" y="1247"/>
                      <a:pt x="2553" y="1825"/>
                    </a:cubicBezTo>
                    <a:lnTo>
                      <a:pt x="1094" y="1764"/>
                    </a:lnTo>
                    <a:lnTo>
                      <a:pt x="334" y="2311"/>
                    </a:lnTo>
                    <a:cubicBezTo>
                      <a:pt x="334" y="2311"/>
                      <a:pt x="1089" y="2153"/>
                      <a:pt x="2019" y="2153"/>
                    </a:cubicBezTo>
                    <a:cubicBezTo>
                      <a:pt x="2819" y="2153"/>
                      <a:pt x="3749" y="2270"/>
                      <a:pt x="4438" y="2706"/>
                    </a:cubicBezTo>
                    <a:cubicBezTo>
                      <a:pt x="5958" y="3648"/>
                      <a:pt x="9149" y="4682"/>
                      <a:pt x="9453" y="4742"/>
                    </a:cubicBezTo>
                    <a:lnTo>
                      <a:pt x="9909" y="4256"/>
                    </a:lnTo>
                    <a:cubicBezTo>
                      <a:pt x="9909" y="4256"/>
                      <a:pt x="5350" y="3101"/>
                      <a:pt x="4286" y="2068"/>
                    </a:cubicBezTo>
                    <a:cubicBezTo>
                      <a:pt x="3739" y="1551"/>
                      <a:pt x="3283" y="882"/>
                      <a:pt x="2949" y="183"/>
                    </a:cubicBezTo>
                    <a:lnTo>
                      <a:pt x="2584" y="457"/>
                    </a:lnTo>
                    <a:lnTo>
                      <a:pt x="3222" y="1581"/>
                    </a:lnTo>
                    <a:cubicBezTo>
                      <a:pt x="3222" y="1581"/>
                      <a:pt x="851" y="518"/>
                      <a:pt x="243" y="1"/>
                    </a:cubicBezTo>
                    <a:close/>
                  </a:path>
                </a:pathLst>
              </a:custGeom>
              <a:solidFill>
                <a:srgbClr val="0A3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32"/>
              <p:cNvSpPr/>
              <p:nvPr/>
            </p:nvSpPr>
            <p:spPr>
              <a:xfrm flipH="1">
                <a:off x="97133" y="1668772"/>
                <a:ext cx="272389" cy="95365"/>
              </a:xfrm>
              <a:custGeom>
                <a:avLst/>
                <a:gdLst/>
                <a:ahLst/>
                <a:cxnLst/>
                <a:rect l="l" t="t" r="r" b="b"/>
                <a:pathLst>
                  <a:path w="11825" h="4140" extrusionOk="0">
                    <a:moveTo>
                      <a:pt x="4846" y="0"/>
                    </a:moveTo>
                    <a:cubicBezTo>
                      <a:pt x="1656" y="0"/>
                      <a:pt x="78" y="1988"/>
                      <a:pt x="0" y="2065"/>
                    </a:cubicBezTo>
                    <a:cubicBezTo>
                      <a:pt x="79" y="2056"/>
                      <a:pt x="163" y="2051"/>
                      <a:pt x="251" y="2051"/>
                    </a:cubicBezTo>
                    <a:cubicBezTo>
                      <a:pt x="1589" y="2051"/>
                      <a:pt x="3961" y="3093"/>
                      <a:pt x="6414" y="3920"/>
                    </a:cubicBezTo>
                    <a:cubicBezTo>
                      <a:pt x="6859" y="4075"/>
                      <a:pt x="7310" y="4139"/>
                      <a:pt x="7752" y="4139"/>
                    </a:cubicBezTo>
                    <a:cubicBezTo>
                      <a:pt x="9900" y="4139"/>
                      <a:pt x="11824" y="2613"/>
                      <a:pt x="11824" y="2613"/>
                    </a:cubicBezTo>
                    <a:cubicBezTo>
                      <a:pt x="8969" y="636"/>
                      <a:pt x="6650" y="0"/>
                      <a:pt x="48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32"/>
              <p:cNvSpPr/>
              <p:nvPr/>
            </p:nvSpPr>
            <p:spPr>
              <a:xfrm flipH="1">
                <a:off x="51618" y="1440477"/>
                <a:ext cx="177876" cy="266791"/>
              </a:xfrm>
              <a:custGeom>
                <a:avLst/>
                <a:gdLst/>
                <a:ahLst/>
                <a:cxnLst/>
                <a:rect l="l" t="t" r="r" b="b"/>
                <a:pathLst>
                  <a:path w="7722" h="11582" extrusionOk="0">
                    <a:moveTo>
                      <a:pt x="6110" y="1"/>
                    </a:moveTo>
                    <a:cubicBezTo>
                      <a:pt x="6110" y="1"/>
                      <a:pt x="1" y="5229"/>
                      <a:pt x="6870" y="11581"/>
                    </a:cubicBezTo>
                    <a:cubicBezTo>
                      <a:pt x="7691" y="9849"/>
                      <a:pt x="7721" y="7843"/>
                      <a:pt x="6931" y="6110"/>
                    </a:cubicBezTo>
                    <a:cubicBezTo>
                      <a:pt x="5563" y="3223"/>
                      <a:pt x="6110" y="1"/>
                      <a:pt x="61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32"/>
              <p:cNvSpPr/>
              <p:nvPr/>
            </p:nvSpPr>
            <p:spPr>
              <a:xfrm flipH="1">
                <a:off x="122333" y="1456578"/>
                <a:ext cx="216391" cy="241591"/>
              </a:xfrm>
              <a:custGeom>
                <a:avLst/>
                <a:gdLst/>
                <a:ahLst/>
                <a:cxnLst/>
                <a:rect l="l" t="t" r="r" b="b"/>
                <a:pathLst>
                  <a:path w="9394" h="10488" extrusionOk="0">
                    <a:moveTo>
                      <a:pt x="1" y="1"/>
                    </a:moveTo>
                    <a:lnTo>
                      <a:pt x="1" y="1"/>
                    </a:lnTo>
                    <a:cubicBezTo>
                      <a:pt x="578" y="1672"/>
                      <a:pt x="1034" y="3405"/>
                      <a:pt x="1308" y="5168"/>
                    </a:cubicBezTo>
                    <a:cubicBezTo>
                      <a:pt x="1855" y="8390"/>
                      <a:pt x="4773" y="9606"/>
                      <a:pt x="9393" y="10487"/>
                    </a:cubicBezTo>
                    <a:cubicBezTo>
                      <a:pt x="8633" y="9393"/>
                      <a:pt x="7782" y="8390"/>
                      <a:pt x="6809" y="7478"/>
                    </a:cubicBezTo>
                    <a:cubicBezTo>
                      <a:pt x="6627" y="7296"/>
                      <a:pt x="6414" y="7113"/>
                      <a:pt x="6232" y="6961"/>
                    </a:cubicBezTo>
                    <a:cubicBezTo>
                      <a:pt x="4530" y="5593"/>
                      <a:pt x="2645" y="3587"/>
                      <a:pt x="1885" y="2220"/>
                    </a:cubicBezTo>
                    <a:cubicBezTo>
                      <a:pt x="1825" y="2098"/>
                      <a:pt x="1764" y="2007"/>
                      <a:pt x="1673" y="1885"/>
                    </a:cubicBezTo>
                    <a:cubicBezTo>
                      <a:pt x="1217" y="1186"/>
                      <a:pt x="669" y="548"/>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32"/>
              <p:cNvSpPr/>
              <p:nvPr/>
            </p:nvSpPr>
            <p:spPr>
              <a:xfrm flipH="1">
                <a:off x="181857" y="1500689"/>
                <a:ext cx="117663" cy="128144"/>
              </a:xfrm>
              <a:custGeom>
                <a:avLst/>
                <a:gdLst/>
                <a:ahLst/>
                <a:cxnLst/>
                <a:rect l="l" t="t" r="r" b="b"/>
                <a:pathLst>
                  <a:path w="5108" h="5563" extrusionOk="0">
                    <a:moveTo>
                      <a:pt x="1" y="1"/>
                    </a:moveTo>
                    <a:lnTo>
                      <a:pt x="1" y="1"/>
                    </a:lnTo>
                    <a:cubicBezTo>
                      <a:pt x="214" y="456"/>
                      <a:pt x="366" y="912"/>
                      <a:pt x="457" y="1429"/>
                    </a:cubicBezTo>
                    <a:cubicBezTo>
                      <a:pt x="609" y="2341"/>
                      <a:pt x="1460" y="3861"/>
                      <a:pt x="2737" y="4347"/>
                    </a:cubicBezTo>
                    <a:cubicBezTo>
                      <a:pt x="3557" y="4681"/>
                      <a:pt x="4348" y="5077"/>
                      <a:pt x="5107" y="5563"/>
                    </a:cubicBezTo>
                    <a:cubicBezTo>
                      <a:pt x="4925" y="5381"/>
                      <a:pt x="4743" y="5229"/>
                      <a:pt x="4530" y="5046"/>
                    </a:cubicBezTo>
                    <a:cubicBezTo>
                      <a:pt x="2828" y="3678"/>
                      <a:pt x="943" y="1672"/>
                      <a:pt x="183" y="335"/>
                    </a:cubicBezTo>
                    <a:cubicBezTo>
                      <a:pt x="123" y="213"/>
                      <a:pt x="62" y="92"/>
                      <a:pt x="1" y="1"/>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32"/>
              <p:cNvSpPr/>
              <p:nvPr/>
            </p:nvSpPr>
            <p:spPr>
              <a:xfrm flipH="1">
                <a:off x="51620" y="1440477"/>
                <a:ext cx="72860" cy="266791"/>
              </a:xfrm>
              <a:custGeom>
                <a:avLst/>
                <a:gdLst/>
                <a:ahLst/>
                <a:cxnLst/>
                <a:rect l="l" t="t" r="r" b="b"/>
                <a:pathLst>
                  <a:path w="3163" h="11582" extrusionOk="0">
                    <a:moveTo>
                      <a:pt x="1551" y="1"/>
                    </a:moveTo>
                    <a:cubicBezTo>
                      <a:pt x="1" y="2341"/>
                      <a:pt x="396" y="5472"/>
                      <a:pt x="1642" y="8025"/>
                    </a:cubicBezTo>
                    <a:cubicBezTo>
                      <a:pt x="2767" y="10365"/>
                      <a:pt x="2372" y="11429"/>
                      <a:pt x="2311" y="11581"/>
                    </a:cubicBezTo>
                    <a:cubicBezTo>
                      <a:pt x="3132" y="9849"/>
                      <a:pt x="3162" y="7843"/>
                      <a:pt x="2372" y="6110"/>
                    </a:cubicBezTo>
                    <a:cubicBezTo>
                      <a:pt x="1004" y="3223"/>
                      <a:pt x="1551" y="1"/>
                      <a:pt x="1551" y="1"/>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32"/>
              <p:cNvSpPr/>
              <p:nvPr/>
            </p:nvSpPr>
            <p:spPr>
              <a:xfrm flipH="1">
                <a:off x="97133" y="1705351"/>
                <a:ext cx="272389" cy="58785"/>
              </a:xfrm>
              <a:custGeom>
                <a:avLst/>
                <a:gdLst/>
                <a:ahLst/>
                <a:cxnLst/>
                <a:rect l="l" t="t" r="r" b="b"/>
                <a:pathLst>
                  <a:path w="11825" h="2552" extrusionOk="0">
                    <a:moveTo>
                      <a:pt x="1976" y="0"/>
                    </a:moveTo>
                    <a:cubicBezTo>
                      <a:pt x="723" y="0"/>
                      <a:pt x="61" y="437"/>
                      <a:pt x="0" y="477"/>
                    </a:cubicBezTo>
                    <a:cubicBezTo>
                      <a:pt x="79" y="468"/>
                      <a:pt x="163" y="463"/>
                      <a:pt x="251" y="463"/>
                    </a:cubicBezTo>
                    <a:cubicBezTo>
                      <a:pt x="1589" y="463"/>
                      <a:pt x="3961" y="1505"/>
                      <a:pt x="6414" y="2332"/>
                    </a:cubicBezTo>
                    <a:cubicBezTo>
                      <a:pt x="6859" y="2487"/>
                      <a:pt x="7310" y="2551"/>
                      <a:pt x="7752" y="2551"/>
                    </a:cubicBezTo>
                    <a:cubicBezTo>
                      <a:pt x="9900" y="2551"/>
                      <a:pt x="11824" y="1025"/>
                      <a:pt x="11824" y="1025"/>
                    </a:cubicBezTo>
                    <a:lnTo>
                      <a:pt x="11824" y="1025"/>
                    </a:lnTo>
                    <a:cubicBezTo>
                      <a:pt x="10604" y="1463"/>
                      <a:pt x="9647" y="1638"/>
                      <a:pt x="8799" y="1638"/>
                    </a:cubicBezTo>
                    <a:cubicBezTo>
                      <a:pt x="7240" y="1638"/>
                      <a:pt x="6048" y="1047"/>
                      <a:pt x="4256" y="417"/>
                    </a:cubicBezTo>
                    <a:cubicBezTo>
                      <a:pt x="3353" y="106"/>
                      <a:pt x="2593" y="0"/>
                      <a:pt x="1976" y="0"/>
                    </a:cubicBezTo>
                    <a:close/>
                  </a:path>
                </a:pathLst>
              </a:custGeom>
              <a:solidFill>
                <a:srgbClr val="239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2"/>
              <p:cNvSpPr/>
              <p:nvPr/>
            </p:nvSpPr>
            <p:spPr>
              <a:xfrm flipH="1">
                <a:off x="-290064" y="1049788"/>
                <a:ext cx="730993" cy="924855"/>
              </a:xfrm>
              <a:custGeom>
                <a:avLst/>
                <a:gdLst/>
                <a:ahLst/>
                <a:cxnLst/>
                <a:rect l="l" t="t" r="r" b="b"/>
                <a:pathLst>
                  <a:path w="31734" h="40150" extrusionOk="0">
                    <a:moveTo>
                      <a:pt x="7569" y="1"/>
                    </a:moveTo>
                    <a:lnTo>
                      <a:pt x="0" y="2828"/>
                    </a:lnTo>
                    <a:lnTo>
                      <a:pt x="0" y="3314"/>
                    </a:lnTo>
                    <a:lnTo>
                      <a:pt x="6170" y="1946"/>
                    </a:lnTo>
                    <a:lnTo>
                      <a:pt x="10426" y="13405"/>
                    </a:lnTo>
                    <a:cubicBezTo>
                      <a:pt x="11368" y="15958"/>
                      <a:pt x="19696" y="32828"/>
                      <a:pt x="638" y="39576"/>
                    </a:cubicBezTo>
                    <a:cubicBezTo>
                      <a:pt x="1161" y="39975"/>
                      <a:pt x="1823" y="40150"/>
                      <a:pt x="2555" y="40150"/>
                    </a:cubicBezTo>
                    <a:cubicBezTo>
                      <a:pt x="3270" y="40150"/>
                      <a:pt x="4051" y="39983"/>
                      <a:pt x="4833" y="39697"/>
                    </a:cubicBezTo>
                    <a:lnTo>
                      <a:pt x="15532" y="35716"/>
                    </a:lnTo>
                    <a:lnTo>
                      <a:pt x="16292" y="35442"/>
                    </a:lnTo>
                    <a:lnTo>
                      <a:pt x="26991" y="31460"/>
                    </a:lnTo>
                    <a:cubicBezTo>
                      <a:pt x="29818" y="30427"/>
                      <a:pt x="31733" y="28086"/>
                      <a:pt x="28268" y="25077"/>
                    </a:cubicBezTo>
                    <a:cubicBezTo>
                      <a:pt x="24773" y="22068"/>
                      <a:pt x="11824" y="11490"/>
                      <a:pt x="10821" y="8755"/>
                    </a:cubicBezTo>
                    <a:lnTo>
                      <a:pt x="7569" y="1"/>
                    </a:ln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32"/>
              <p:cNvSpPr/>
              <p:nvPr/>
            </p:nvSpPr>
            <p:spPr>
              <a:xfrm flipH="1">
                <a:off x="238565" y="1022837"/>
                <a:ext cx="249285" cy="113793"/>
              </a:xfrm>
              <a:custGeom>
                <a:avLst/>
                <a:gdLst/>
                <a:ahLst/>
                <a:cxnLst/>
                <a:rect l="l" t="t" r="r" b="b"/>
                <a:pathLst>
                  <a:path w="10822" h="4940" extrusionOk="0">
                    <a:moveTo>
                      <a:pt x="10114" y="0"/>
                    </a:moveTo>
                    <a:cubicBezTo>
                      <a:pt x="10076" y="0"/>
                      <a:pt x="10038" y="5"/>
                      <a:pt x="10001" y="16"/>
                    </a:cubicBezTo>
                    <a:lnTo>
                      <a:pt x="365" y="3602"/>
                    </a:lnTo>
                    <a:cubicBezTo>
                      <a:pt x="122" y="3694"/>
                      <a:pt x="0" y="3937"/>
                      <a:pt x="92" y="4180"/>
                    </a:cubicBezTo>
                    <a:lnTo>
                      <a:pt x="274" y="4636"/>
                    </a:lnTo>
                    <a:cubicBezTo>
                      <a:pt x="345" y="4824"/>
                      <a:pt x="507" y="4940"/>
                      <a:pt x="689" y="4940"/>
                    </a:cubicBezTo>
                    <a:cubicBezTo>
                      <a:pt x="742" y="4940"/>
                      <a:pt x="797" y="4930"/>
                      <a:pt x="852" y="4909"/>
                    </a:cubicBezTo>
                    <a:lnTo>
                      <a:pt x="10457" y="1323"/>
                    </a:lnTo>
                    <a:cubicBezTo>
                      <a:pt x="10700" y="1262"/>
                      <a:pt x="10821" y="988"/>
                      <a:pt x="10730" y="776"/>
                    </a:cubicBezTo>
                    <a:lnTo>
                      <a:pt x="10548" y="289"/>
                    </a:lnTo>
                    <a:cubicBezTo>
                      <a:pt x="10473" y="114"/>
                      <a:pt x="10294" y="0"/>
                      <a:pt x="101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32"/>
              <p:cNvSpPr/>
              <p:nvPr/>
            </p:nvSpPr>
            <p:spPr>
              <a:xfrm flipH="1">
                <a:off x="320479" y="1128197"/>
                <a:ext cx="88961" cy="186699"/>
              </a:xfrm>
              <a:custGeom>
                <a:avLst/>
                <a:gdLst/>
                <a:ahLst/>
                <a:cxnLst/>
                <a:rect l="l" t="t" r="r" b="b"/>
                <a:pathLst>
                  <a:path w="3862" h="8105" extrusionOk="0">
                    <a:moveTo>
                      <a:pt x="701" y="1"/>
                    </a:moveTo>
                    <a:cubicBezTo>
                      <a:pt x="649" y="1"/>
                      <a:pt x="597" y="11"/>
                      <a:pt x="548" y="32"/>
                    </a:cubicBezTo>
                    <a:lnTo>
                      <a:pt x="335" y="92"/>
                    </a:lnTo>
                    <a:cubicBezTo>
                      <a:pt x="122" y="183"/>
                      <a:pt x="1" y="427"/>
                      <a:pt x="92" y="670"/>
                    </a:cubicBezTo>
                    <a:lnTo>
                      <a:pt x="2767" y="7813"/>
                    </a:lnTo>
                    <a:cubicBezTo>
                      <a:pt x="2840" y="8007"/>
                      <a:pt x="3010" y="8105"/>
                      <a:pt x="3184" y="8105"/>
                    </a:cubicBezTo>
                    <a:cubicBezTo>
                      <a:pt x="3228" y="8105"/>
                      <a:pt x="3271" y="8098"/>
                      <a:pt x="3314" y="8086"/>
                    </a:cubicBezTo>
                    <a:lnTo>
                      <a:pt x="3527" y="7995"/>
                    </a:lnTo>
                    <a:cubicBezTo>
                      <a:pt x="3739" y="7934"/>
                      <a:pt x="3861" y="7661"/>
                      <a:pt x="3770" y="7448"/>
                    </a:cubicBezTo>
                    <a:lnTo>
                      <a:pt x="1095" y="275"/>
                    </a:lnTo>
                    <a:cubicBezTo>
                      <a:pt x="1048" y="111"/>
                      <a:pt x="875" y="1"/>
                      <a:pt x="7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32"/>
              <p:cNvSpPr/>
              <p:nvPr/>
            </p:nvSpPr>
            <p:spPr>
              <a:xfrm flipH="1">
                <a:off x="288277" y="1435524"/>
                <a:ext cx="93154" cy="315879"/>
              </a:xfrm>
              <a:custGeom>
                <a:avLst/>
                <a:gdLst/>
                <a:ahLst/>
                <a:cxnLst/>
                <a:rect l="l" t="t" r="r" b="b"/>
                <a:pathLst>
                  <a:path w="4044" h="13713" extrusionOk="0">
                    <a:moveTo>
                      <a:pt x="2635" y="1"/>
                    </a:moveTo>
                    <a:cubicBezTo>
                      <a:pt x="1733" y="1"/>
                      <a:pt x="725" y="2976"/>
                      <a:pt x="365" y="6690"/>
                    </a:cubicBezTo>
                    <a:cubicBezTo>
                      <a:pt x="1" y="10489"/>
                      <a:pt x="457" y="13620"/>
                      <a:pt x="1368" y="13711"/>
                    </a:cubicBezTo>
                    <a:cubicBezTo>
                      <a:pt x="1378" y="13712"/>
                      <a:pt x="1387" y="13712"/>
                      <a:pt x="1396" y="13712"/>
                    </a:cubicBezTo>
                    <a:cubicBezTo>
                      <a:pt x="2301" y="13712"/>
                      <a:pt x="3317" y="10755"/>
                      <a:pt x="3679" y="7024"/>
                    </a:cubicBezTo>
                    <a:cubicBezTo>
                      <a:pt x="4043" y="3225"/>
                      <a:pt x="3587" y="94"/>
                      <a:pt x="2675" y="3"/>
                    </a:cubicBezTo>
                    <a:cubicBezTo>
                      <a:pt x="2662" y="1"/>
                      <a:pt x="2648" y="1"/>
                      <a:pt x="2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7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200"/>
              <a:buFont typeface="Montserrat ExtraBold"/>
              <a:buNone/>
              <a:defRPr sz="3200">
                <a:solidFill>
                  <a:schemeClr val="dk1"/>
                </a:solidFill>
                <a:latin typeface="Montserrat ExtraBold"/>
                <a:ea typeface="Montserrat ExtraBold"/>
                <a:cs typeface="Montserrat ExtraBold"/>
                <a:sym typeface="Montserrat ExtraBold"/>
              </a:defRPr>
            </a:lvl1pPr>
            <a:lvl2pPr lvl="1">
              <a:spcBef>
                <a:spcPts val="0"/>
              </a:spcBef>
              <a:spcAft>
                <a:spcPts val="0"/>
              </a:spcAft>
              <a:buClr>
                <a:schemeClr val="dk1"/>
              </a:buClr>
              <a:buSzPts val="3200"/>
              <a:buFont typeface="Montserrat ExtraBold"/>
              <a:buNone/>
              <a:defRPr sz="3200">
                <a:solidFill>
                  <a:schemeClr val="dk1"/>
                </a:solidFill>
                <a:latin typeface="Montserrat ExtraBold"/>
                <a:ea typeface="Montserrat ExtraBold"/>
                <a:cs typeface="Montserrat ExtraBold"/>
                <a:sym typeface="Montserrat ExtraBold"/>
              </a:defRPr>
            </a:lvl2pPr>
            <a:lvl3pPr lvl="2">
              <a:spcBef>
                <a:spcPts val="0"/>
              </a:spcBef>
              <a:spcAft>
                <a:spcPts val="0"/>
              </a:spcAft>
              <a:buClr>
                <a:schemeClr val="dk1"/>
              </a:buClr>
              <a:buSzPts val="3200"/>
              <a:buFont typeface="Montserrat ExtraBold"/>
              <a:buNone/>
              <a:defRPr sz="3200">
                <a:solidFill>
                  <a:schemeClr val="dk1"/>
                </a:solidFill>
                <a:latin typeface="Montserrat ExtraBold"/>
                <a:ea typeface="Montserrat ExtraBold"/>
                <a:cs typeface="Montserrat ExtraBold"/>
                <a:sym typeface="Montserrat ExtraBold"/>
              </a:defRPr>
            </a:lvl3pPr>
            <a:lvl4pPr lvl="3">
              <a:spcBef>
                <a:spcPts val="0"/>
              </a:spcBef>
              <a:spcAft>
                <a:spcPts val="0"/>
              </a:spcAft>
              <a:buClr>
                <a:schemeClr val="dk1"/>
              </a:buClr>
              <a:buSzPts val="3200"/>
              <a:buFont typeface="Montserrat ExtraBold"/>
              <a:buNone/>
              <a:defRPr sz="3200">
                <a:solidFill>
                  <a:schemeClr val="dk1"/>
                </a:solidFill>
                <a:latin typeface="Montserrat ExtraBold"/>
                <a:ea typeface="Montserrat ExtraBold"/>
                <a:cs typeface="Montserrat ExtraBold"/>
                <a:sym typeface="Montserrat ExtraBold"/>
              </a:defRPr>
            </a:lvl4pPr>
            <a:lvl5pPr lvl="4">
              <a:spcBef>
                <a:spcPts val="0"/>
              </a:spcBef>
              <a:spcAft>
                <a:spcPts val="0"/>
              </a:spcAft>
              <a:buClr>
                <a:schemeClr val="dk1"/>
              </a:buClr>
              <a:buSzPts val="3200"/>
              <a:buFont typeface="Montserrat ExtraBold"/>
              <a:buNone/>
              <a:defRPr sz="3200">
                <a:solidFill>
                  <a:schemeClr val="dk1"/>
                </a:solidFill>
                <a:latin typeface="Montserrat ExtraBold"/>
                <a:ea typeface="Montserrat ExtraBold"/>
                <a:cs typeface="Montserrat ExtraBold"/>
                <a:sym typeface="Montserrat ExtraBold"/>
              </a:defRPr>
            </a:lvl5pPr>
            <a:lvl6pPr lvl="5">
              <a:spcBef>
                <a:spcPts val="0"/>
              </a:spcBef>
              <a:spcAft>
                <a:spcPts val="0"/>
              </a:spcAft>
              <a:buClr>
                <a:schemeClr val="dk1"/>
              </a:buClr>
              <a:buSzPts val="3200"/>
              <a:buFont typeface="Montserrat ExtraBold"/>
              <a:buNone/>
              <a:defRPr sz="3200">
                <a:solidFill>
                  <a:schemeClr val="dk1"/>
                </a:solidFill>
                <a:latin typeface="Montserrat ExtraBold"/>
                <a:ea typeface="Montserrat ExtraBold"/>
                <a:cs typeface="Montserrat ExtraBold"/>
                <a:sym typeface="Montserrat ExtraBold"/>
              </a:defRPr>
            </a:lvl6pPr>
            <a:lvl7pPr lvl="6">
              <a:spcBef>
                <a:spcPts val="0"/>
              </a:spcBef>
              <a:spcAft>
                <a:spcPts val="0"/>
              </a:spcAft>
              <a:buClr>
                <a:schemeClr val="dk1"/>
              </a:buClr>
              <a:buSzPts val="3200"/>
              <a:buFont typeface="Montserrat ExtraBold"/>
              <a:buNone/>
              <a:defRPr sz="3200">
                <a:solidFill>
                  <a:schemeClr val="dk1"/>
                </a:solidFill>
                <a:latin typeface="Montserrat ExtraBold"/>
                <a:ea typeface="Montserrat ExtraBold"/>
                <a:cs typeface="Montserrat ExtraBold"/>
                <a:sym typeface="Montserrat ExtraBold"/>
              </a:defRPr>
            </a:lvl7pPr>
            <a:lvl8pPr lvl="7">
              <a:spcBef>
                <a:spcPts val="0"/>
              </a:spcBef>
              <a:spcAft>
                <a:spcPts val="0"/>
              </a:spcAft>
              <a:buClr>
                <a:schemeClr val="dk1"/>
              </a:buClr>
              <a:buSzPts val="3200"/>
              <a:buFont typeface="Montserrat ExtraBold"/>
              <a:buNone/>
              <a:defRPr sz="3200">
                <a:solidFill>
                  <a:schemeClr val="dk1"/>
                </a:solidFill>
                <a:latin typeface="Montserrat ExtraBold"/>
                <a:ea typeface="Montserrat ExtraBold"/>
                <a:cs typeface="Montserrat ExtraBold"/>
                <a:sym typeface="Montserrat ExtraBold"/>
              </a:defRPr>
            </a:lvl8pPr>
            <a:lvl9pPr lvl="8">
              <a:spcBef>
                <a:spcPts val="0"/>
              </a:spcBef>
              <a:spcAft>
                <a:spcPts val="0"/>
              </a:spcAft>
              <a:buClr>
                <a:schemeClr val="dk1"/>
              </a:buClr>
              <a:buSzPts val="3200"/>
              <a:buFont typeface="Montserrat ExtraBold"/>
              <a:buNone/>
              <a:defRPr sz="3200">
                <a:solidFill>
                  <a:schemeClr val="dk1"/>
                </a:solidFill>
                <a:latin typeface="Montserrat ExtraBold"/>
                <a:ea typeface="Montserrat ExtraBold"/>
                <a:cs typeface="Montserrat ExtraBold"/>
                <a:sym typeface="Montserrat ExtraBold"/>
              </a:defRPr>
            </a:lvl9pPr>
          </a:lstStyle>
          <a:p>
            <a:endParaRPr/>
          </a:p>
        </p:txBody>
      </p:sp>
      <p:sp>
        <p:nvSpPr>
          <p:cNvPr id="7" name="Google Shape;7;p1"/>
          <p:cNvSpPr txBox="1">
            <a:spLocks noGrp="1"/>
          </p:cNvSpPr>
          <p:nvPr>
            <p:ph type="body" idx="1"/>
          </p:nvPr>
        </p:nvSpPr>
        <p:spPr>
          <a:xfrm>
            <a:off x="713225" y="1158608"/>
            <a:ext cx="7717500" cy="34461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Epilogue"/>
              <a:buChar char="●"/>
              <a:defRPr>
                <a:solidFill>
                  <a:schemeClr val="dk1"/>
                </a:solidFill>
                <a:latin typeface="Epilogue"/>
                <a:ea typeface="Epilogue"/>
                <a:cs typeface="Epilogue"/>
                <a:sym typeface="Epilogue"/>
              </a:defRPr>
            </a:lvl1pPr>
            <a:lvl2pPr marL="914400" lvl="1" indent="-317500">
              <a:lnSpc>
                <a:spcPct val="115000"/>
              </a:lnSpc>
              <a:spcBef>
                <a:spcPts val="0"/>
              </a:spcBef>
              <a:spcAft>
                <a:spcPts val="0"/>
              </a:spcAft>
              <a:buClr>
                <a:schemeClr val="dk1"/>
              </a:buClr>
              <a:buSzPts val="1400"/>
              <a:buFont typeface="Epilogue"/>
              <a:buChar char="○"/>
              <a:defRPr>
                <a:solidFill>
                  <a:schemeClr val="dk1"/>
                </a:solidFill>
                <a:latin typeface="Epilogue"/>
                <a:ea typeface="Epilogue"/>
                <a:cs typeface="Epilogue"/>
                <a:sym typeface="Epilogue"/>
              </a:defRPr>
            </a:lvl2pPr>
            <a:lvl3pPr marL="1371600" lvl="2" indent="-317500">
              <a:lnSpc>
                <a:spcPct val="115000"/>
              </a:lnSpc>
              <a:spcBef>
                <a:spcPts val="0"/>
              </a:spcBef>
              <a:spcAft>
                <a:spcPts val="0"/>
              </a:spcAft>
              <a:buClr>
                <a:schemeClr val="dk1"/>
              </a:buClr>
              <a:buSzPts val="1400"/>
              <a:buFont typeface="Epilogue"/>
              <a:buChar char="■"/>
              <a:defRPr>
                <a:solidFill>
                  <a:schemeClr val="dk1"/>
                </a:solidFill>
                <a:latin typeface="Epilogue"/>
                <a:ea typeface="Epilogue"/>
                <a:cs typeface="Epilogue"/>
                <a:sym typeface="Epilogue"/>
              </a:defRPr>
            </a:lvl3pPr>
            <a:lvl4pPr marL="1828800" lvl="3" indent="-317500">
              <a:lnSpc>
                <a:spcPct val="115000"/>
              </a:lnSpc>
              <a:spcBef>
                <a:spcPts val="0"/>
              </a:spcBef>
              <a:spcAft>
                <a:spcPts val="0"/>
              </a:spcAft>
              <a:buClr>
                <a:schemeClr val="dk1"/>
              </a:buClr>
              <a:buSzPts val="1400"/>
              <a:buFont typeface="Epilogue"/>
              <a:buChar char="●"/>
              <a:defRPr>
                <a:solidFill>
                  <a:schemeClr val="dk1"/>
                </a:solidFill>
                <a:latin typeface="Epilogue"/>
                <a:ea typeface="Epilogue"/>
                <a:cs typeface="Epilogue"/>
                <a:sym typeface="Epilogue"/>
              </a:defRPr>
            </a:lvl4pPr>
            <a:lvl5pPr marL="2286000" lvl="4" indent="-317500">
              <a:lnSpc>
                <a:spcPct val="115000"/>
              </a:lnSpc>
              <a:spcBef>
                <a:spcPts val="0"/>
              </a:spcBef>
              <a:spcAft>
                <a:spcPts val="0"/>
              </a:spcAft>
              <a:buClr>
                <a:schemeClr val="dk1"/>
              </a:buClr>
              <a:buSzPts val="1400"/>
              <a:buFont typeface="Epilogue"/>
              <a:buChar char="○"/>
              <a:defRPr>
                <a:solidFill>
                  <a:schemeClr val="dk1"/>
                </a:solidFill>
                <a:latin typeface="Epilogue"/>
                <a:ea typeface="Epilogue"/>
                <a:cs typeface="Epilogue"/>
                <a:sym typeface="Epilogue"/>
              </a:defRPr>
            </a:lvl5pPr>
            <a:lvl6pPr marL="2743200" lvl="5" indent="-317500">
              <a:lnSpc>
                <a:spcPct val="115000"/>
              </a:lnSpc>
              <a:spcBef>
                <a:spcPts val="0"/>
              </a:spcBef>
              <a:spcAft>
                <a:spcPts val="0"/>
              </a:spcAft>
              <a:buClr>
                <a:schemeClr val="dk1"/>
              </a:buClr>
              <a:buSzPts val="1400"/>
              <a:buFont typeface="Epilogue"/>
              <a:buChar char="■"/>
              <a:defRPr>
                <a:solidFill>
                  <a:schemeClr val="dk1"/>
                </a:solidFill>
                <a:latin typeface="Epilogue"/>
                <a:ea typeface="Epilogue"/>
                <a:cs typeface="Epilogue"/>
                <a:sym typeface="Epilogue"/>
              </a:defRPr>
            </a:lvl6pPr>
            <a:lvl7pPr marL="3200400" lvl="6" indent="-317500">
              <a:lnSpc>
                <a:spcPct val="115000"/>
              </a:lnSpc>
              <a:spcBef>
                <a:spcPts val="0"/>
              </a:spcBef>
              <a:spcAft>
                <a:spcPts val="0"/>
              </a:spcAft>
              <a:buClr>
                <a:schemeClr val="dk1"/>
              </a:buClr>
              <a:buSzPts val="1400"/>
              <a:buFont typeface="Epilogue"/>
              <a:buChar char="●"/>
              <a:defRPr>
                <a:solidFill>
                  <a:schemeClr val="dk1"/>
                </a:solidFill>
                <a:latin typeface="Epilogue"/>
                <a:ea typeface="Epilogue"/>
                <a:cs typeface="Epilogue"/>
                <a:sym typeface="Epilogue"/>
              </a:defRPr>
            </a:lvl7pPr>
            <a:lvl8pPr marL="3657600" lvl="7" indent="-317500">
              <a:lnSpc>
                <a:spcPct val="115000"/>
              </a:lnSpc>
              <a:spcBef>
                <a:spcPts val="0"/>
              </a:spcBef>
              <a:spcAft>
                <a:spcPts val="0"/>
              </a:spcAft>
              <a:buClr>
                <a:schemeClr val="dk1"/>
              </a:buClr>
              <a:buSzPts val="1400"/>
              <a:buFont typeface="Epilogue"/>
              <a:buChar char="○"/>
              <a:defRPr>
                <a:solidFill>
                  <a:schemeClr val="dk1"/>
                </a:solidFill>
                <a:latin typeface="Epilogue"/>
                <a:ea typeface="Epilogue"/>
                <a:cs typeface="Epilogue"/>
                <a:sym typeface="Epilogue"/>
              </a:defRPr>
            </a:lvl8pPr>
            <a:lvl9pPr marL="4114800" lvl="8" indent="-317500">
              <a:lnSpc>
                <a:spcPct val="115000"/>
              </a:lnSpc>
              <a:spcBef>
                <a:spcPts val="0"/>
              </a:spcBef>
              <a:spcAft>
                <a:spcPts val="0"/>
              </a:spcAft>
              <a:buClr>
                <a:schemeClr val="dk1"/>
              </a:buClr>
              <a:buSzPts val="1400"/>
              <a:buFont typeface="Epilogue"/>
              <a:buChar char="■"/>
              <a:defRPr>
                <a:solidFill>
                  <a:schemeClr val="dk1"/>
                </a:solidFill>
                <a:latin typeface="Epilogue"/>
                <a:ea typeface="Epilogue"/>
                <a:cs typeface="Epilogue"/>
                <a:sym typeface="Epilogu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8" r:id="rId8"/>
    <p:sldLayoutId id="2147483659" r:id="rId9"/>
    <p:sldLayoutId id="2147483660" r:id="rId10"/>
    <p:sldLayoutId id="2147483663" r:id="rId11"/>
    <p:sldLayoutId id="2147483664" r:id="rId12"/>
    <p:sldLayoutId id="2147483665" r:id="rId13"/>
    <p:sldLayoutId id="2147483666" r:id="rId14"/>
    <p:sldLayoutId id="2147483667" r:id="rId15"/>
    <p:sldLayoutId id="2147483668" r:id="rId16"/>
    <p:sldLayoutId id="2147483669" r:id="rId17"/>
    <p:sldLayoutId id="2147483670" r:id="rId18"/>
    <p:sldLayoutId id="2147483672" r:id="rId19"/>
    <p:sldLayoutId id="2147483673" r:id="rId20"/>
    <p:sldLayoutId id="2147483674" r:id="rId21"/>
    <p:sldLayoutId id="2147483675" r:id="rId22"/>
    <p:sldLayoutId id="2147483676" r:id="rId23"/>
    <p:sldLayoutId id="2147483677" r:id="rId24"/>
    <p:sldLayoutId id="2147483678"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46962"/>
          </p15:clr>
        </p15:guide>
        <p15:guide id="2" pos="5311">
          <p15:clr>
            <a:srgbClr val="E46962"/>
          </p15:clr>
        </p15:guide>
        <p15:guide id="3" orient="horz" pos="339">
          <p15:clr>
            <a:srgbClr val="E46962"/>
          </p15:clr>
        </p15:guide>
        <p15:guide id="4" orient="horz" pos="2901">
          <p15:clr>
            <a:srgbClr val="E46962"/>
          </p15:clr>
        </p15:guide>
        <p15:guide id="5" pos="2880">
          <p15:clr>
            <a:srgbClr val="E46962"/>
          </p15:clr>
        </p15:guide>
        <p15:guide id="6" orient="horz" pos="1620">
          <p15:clr>
            <a:srgbClr val="E46962"/>
          </p15:clr>
        </p15:guide>
        <p15:guide id="7" orient="horz" pos="585">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freepik.com/?utm_source=slidesgo_template&amp;utm_medium=referral-link&amp;utm_campaign=promo-slide&amp;utm_term=slidesgo&amp;utm_content=freepik" TargetMode="External"/><Relationship Id="rId3" Type="http://schemas.openxmlformats.org/officeDocument/2006/relationships/slide" Target="slide29.xml"/><Relationship Id="rId7" Type="http://schemas.openxmlformats.org/officeDocument/2006/relationships/hyperlink" Target="http://bit.ly/33VAFh3" TargetMode="External"/><Relationship Id="rId12" Type="http://schemas.openxmlformats.org/officeDocument/2006/relationships/hyperlink" Target="https://www.videvo.net/?utm_source=slidesgo_template&amp;utm_medium=referral-link&amp;utm_campaign=sg_resources&amp;utm_content=videvo"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hyperlink" Target="http://bit.ly/30B07Gq" TargetMode="External"/><Relationship Id="rId11" Type="http://schemas.openxmlformats.org/officeDocument/2006/relationships/hyperlink" Target="https://wepik.com/?utm_source=slidesgo_template&amp;utm_medium=referral-link&amp;utm_campaign=promo-slide&amp;utm_term=slidesgo&amp;utm_content=wepik" TargetMode="External"/><Relationship Id="rId5" Type="http://schemas.openxmlformats.org/officeDocument/2006/relationships/hyperlink" Target="https://bit.ly/3A1uf1Q" TargetMode="External"/><Relationship Id="rId10" Type="http://schemas.openxmlformats.org/officeDocument/2006/relationships/hyperlink" Target="https://storyset.com/?utm_source=slidesgo_template&amp;utm_medium=referral-link&amp;utm_campaign=promo-slide&amp;utm_term=slidesgo&amp;utm_content=storyset" TargetMode="External"/><Relationship Id="rId4"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9" Type="http://schemas.openxmlformats.org/officeDocument/2006/relationships/hyperlink" Target="https://www.flaticon.com/?utm_source=slidesgo_template&amp;utm_medium=referral-link&amp;utm_campaign=promo-slide&amp;utm_term=slidesgo&amp;utm_content=flatico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65"/>
        <p:cNvGrpSpPr/>
        <p:nvPr/>
      </p:nvGrpSpPr>
      <p:grpSpPr>
        <a:xfrm>
          <a:off x="0" y="0"/>
          <a:ext cx="0" cy="0"/>
          <a:chOff x="0" y="0"/>
          <a:chExt cx="0" cy="0"/>
        </a:xfrm>
      </p:grpSpPr>
      <p:sp>
        <p:nvSpPr>
          <p:cNvPr id="1266" name="Google Shape;1266;p36"/>
          <p:cNvSpPr/>
          <p:nvPr/>
        </p:nvSpPr>
        <p:spPr>
          <a:xfrm>
            <a:off x="281369" y="373350"/>
            <a:ext cx="8114679" cy="4498593"/>
          </a:xfrm>
          <a:custGeom>
            <a:avLst/>
            <a:gdLst/>
            <a:ahLst/>
            <a:cxnLst/>
            <a:rect l="l" t="t" r="r" b="b"/>
            <a:pathLst>
              <a:path w="117779" h="65294" extrusionOk="0">
                <a:moveTo>
                  <a:pt x="25550" y="1"/>
                </a:moveTo>
                <a:cubicBezTo>
                  <a:pt x="21830" y="1"/>
                  <a:pt x="18308" y="1075"/>
                  <a:pt x="15128" y="3864"/>
                </a:cubicBezTo>
                <a:cubicBezTo>
                  <a:pt x="1" y="17128"/>
                  <a:pt x="9786" y="63793"/>
                  <a:pt x="36063" y="63793"/>
                </a:cubicBezTo>
                <a:cubicBezTo>
                  <a:pt x="38280" y="63793"/>
                  <a:pt x="40614" y="63461"/>
                  <a:pt x="43061" y="62749"/>
                </a:cubicBezTo>
                <a:cubicBezTo>
                  <a:pt x="50374" y="60619"/>
                  <a:pt x="54875" y="58884"/>
                  <a:pt x="62265" y="58598"/>
                </a:cubicBezTo>
                <a:cubicBezTo>
                  <a:pt x="63435" y="58552"/>
                  <a:pt x="64444" y="58525"/>
                  <a:pt x="65363" y="58525"/>
                </a:cubicBezTo>
                <a:cubicBezTo>
                  <a:pt x="69616" y="58525"/>
                  <a:pt x="71941" y="59090"/>
                  <a:pt x="79426" y="60805"/>
                </a:cubicBezTo>
                <a:cubicBezTo>
                  <a:pt x="86136" y="62352"/>
                  <a:pt x="91996" y="65293"/>
                  <a:pt x="98563" y="65293"/>
                </a:cubicBezTo>
                <a:cubicBezTo>
                  <a:pt x="100109" y="65293"/>
                  <a:pt x="101695" y="65130"/>
                  <a:pt x="103340" y="64747"/>
                </a:cubicBezTo>
                <a:cubicBezTo>
                  <a:pt x="112750" y="62562"/>
                  <a:pt x="117779" y="53086"/>
                  <a:pt x="116285" y="44017"/>
                </a:cubicBezTo>
                <a:cubicBezTo>
                  <a:pt x="116022" y="42392"/>
                  <a:pt x="115627" y="40778"/>
                  <a:pt x="115132" y="39197"/>
                </a:cubicBezTo>
                <a:cubicBezTo>
                  <a:pt x="113431" y="33718"/>
                  <a:pt x="110784" y="27844"/>
                  <a:pt x="111981" y="22453"/>
                </a:cubicBezTo>
                <a:cubicBezTo>
                  <a:pt x="112882" y="18390"/>
                  <a:pt x="114375" y="15294"/>
                  <a:pt x="111981" y="10803"/>
                </a:cubicBezTo>
                <a:cubicBezTo>
                  <a:pt x="108711" y="4710"/>
                  <a:pt x="101472" y="1725"/>
                  <a:pt x="94903" y="1725"/>
                </a:cubicBezTo>
                <a:cubicBezTo>
                  <a:pt x="93245" y="1725"/>
                  <a:pt x="91630" y="1915"/>
                  <a:pt x="90131" y="2294"/>
                </a:cubicBezTo>
                <a:cubicBezTo>
                  <a:pt x="81136" y="4553"/>
                  <a:pt x="73435" y="9315"/>
                  <a:pt x="63556" y="9315"/>
                </a:cubicBezTo>
                <a:cubicBezTo>
                  <a:pt x="62823" y="9315"/>
                  <a:pt x="62078" y="9288"/>
                  <a:pt x="61320" y="9233"/>
                </a:cubicBezTo>
                <a:cubicBezTo>
                  <a:pt x="55732" y="8827"/>
                  <a:pt x="50417" y="8366"/>
                  <a:pt x="45191" y="6016"/>
                </a:cubicBezTo>
                <a:cubicBezTo>
                  <a:pt x="38546" y="3006"/>
                  <a:pt x="31772" y="1"/>
                  <a:pt x="255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6"/>
          <p:cNvSpPr txBox="1">
            <a:spLocks noGrp="1"/>
          </p:cNvSpPr>
          <p:nvPr>
            <p:ph type="ctrTitle"/>
          </p:nvPr>
        </p:nvSpPr>
        <p:spPr>
          <a:xfrm>
            <a:off x="1874850" y="1499646"/>
            <a:ext cx="5394300" cy="142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lt1"/>
                </a:solidFill>
                <a:latin typeface="Montserrat SemiBold"/>
                <a:ea typeface="Montserrat SemiBold"/>
                <a:cs typeface="Montserrat SemiBold"/>
                <a:sym typeface="Montserrat SemiBold"/>
              </a:rPr>
              <a:t>Physical Sciences</a:t>
            </a:r>
            <a:r>
              <a:rPr lang="en" dirty="0">
                <a:solidFill>
                  <a:schemeClr val="lt1"/>
                </a:solidFill>
              </a:rPr>
              <a:t> </a:t>
            </a:r>
            <a:r>
              <a:rPr lang="en" sz="4750" dirty="0">
                <a:solidFill>
                  <a:schemeClr val="lt1"/>
                </a:solidFill>
                <a:latin typeface="Montserrat ExtraBold"/>
                <a:ea typeface="Montserrat ExtraBold"/>
                <a:cs typeface="Montserrat ExtraBold"/>
                <a:sym typeface="Montserrat ExtraBold"/>
              </a:rPr>
              <a:t>Science</a:t>
            </a:r>
            <a:endParaRPr sz="3750" dirty="0">
              <a:solidFill>
                <a:schemeClr val="lt1"/>
              </a:solidFill>
            </a:endParaRPr>
          </a:p>
        </p:txBody>
      </p:sp>
      <p:sp>
        <p:nvSpPr>
          <p:cNvPr id="1268" name="Google Shape;1268;p36"/>
          <p:cNvSpPr txBox="1">
            <a:spLocks noGrp="1"/>
          </p:cNvSpPr>
          <p:nvPr>
            <p:ph type="subTitle" idx="1"/>
          </p:nvPr>
        </p:nvSpPr>
        <p:spPr>
          <a:xfrm>
            <a:off x="3158775" y="3132218"/>
            <a:ext cx="2826600" cy="69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Here is where your presentation begins</a:t>
            </a:r>
            <a:endParaRPr/>
          </a:p>
        </p:txBody>
      </p:sp>
      <p:grpSp>
        <p:nvGrpSpPr>
          <p:cNvPr id="1269" name="Google Shape;1269;p36"/>
          <p:cNvGrpSpPr/>
          <p:nvPr/>
        </p:nvGrpSpPr>
        <p:grpSpPr>
          <a:xfrm rot="-972419">
            <a:off x="1377774" y="2885060"/>
            <a:ext cx="1065790" cy="1525214"/>
            <a:chOff x="6446485" y="2178983"/>
            <a:chExt cx="1694990" cy="2425640"/>
          </a:xfrm>
        </p:grpSpPr>
        <p:sp>
          <p:nvSpPr>
            <p:cNvPr id="1270" name="Google Shape;1270;p36"/>
            <p:cNvSpPr/>
            <p:nvPr/>
          </p:nvSpPr>
          <p:spPr>
            <a:xfrm rot="196711">
              <a:off x="6708018" y="2246664"/>
              <a:ext cx="1309938" cy="1711605"/>
            </a:xfrm>
            <a:custGeom>
              <a:avLst/>
              <a:gdLst/>
              <a:ahLst/>
              <a:cxnLst/>
              <a:rect l="l" t="t" r="r" b="b"/>
              <a:pathLst>
                <a:path w="25503" h="33323" extrusionOk="0">
                  <a:moveTo>
                    <a:pt x="8876" y="0"/>
                  </a:moveTo>
                  <a:lnTo>
                    <a:pt x="8876" y="3617"/>
                  </a:lnTo>
                  <a:cubicBezTo>
                    <a:pt x="8876" y="11794"/>
                    <a:pt x="1" y="10335"/>
                    <a:pt x="578" y="22189"/>
                  </a:cubicBezTo>
                  <a:cubicBezTo>
                    <a:pt x="608" y="24226"/>
                    <a:pt x="1156" y="26232"/>
                    <a:pt x="2128" y="27995"/>
                  </a:cubicBezTo>
                  <a:cubicBezTo>
                    <a:pt x="4990" y="32982"/>
                    <a:pt x="10843" y="33322"/>
                    <a:pt x="12387" y="33322"/>
                  </a:cubicBezTo>
                  <a:cubicBezTo>
                    <a:pt x="12630" y="33322"/>
                    <a:pt x="12767" y="33314"/>
                    <a:pt x="12767" y="33314"/>
                  </a:cubicBezTo>
                  <a:cubicBezTo>
                    <a:pt x="12767" y="33314"/>
                    <a:pt x="12906" y="33323"/>
                    <a:pt x="13154" y="33323"/>
                  </a:cubicBezTo>
                  <a:cubicBezTo>
                    <a:pt x="15173" y="33323"/>
                    <a:pt x="24411" y="32744"/>
                    <a:pt x="24925" y="22189"/>
                  </a:cubicBezTo>
                  <a:cubicBezTo>
                    <a:pt x="25502" y="10335"/>
                    <a:pt x="16627" y="11794"/>
                    <a:pt x="16627" y="3617"/>
                  </a:cubicBezTo>
                  <a:lnTo>
                    <a:pt x="1662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6"/>
            <p:cNvSpPr/>
            <p:nvPr/>
          </p:nvSpPr>
          <p:spPr>
            <a:xfrm rot="196711">
              <a:off x="7253964" y="2337412"/>
              <a:ext cx="48436" cy="121836"/>
            </a:xfrm>
            <a:custGeom>
              <a:avLst/>
              <a:gdLst/>
              <a:ahLst/>
              <a:cxnLst/>
              <a:rect l="l" t="t" r="r" b="b"/>
              <a:pathLst>
                <a:path w="943" h="2372" extrusionOk="0">
                  <a:moveTo>
                    <a:pt x="1" y="1"/>
                  </a:moveTo>
                  <a:cubicBezTo>
                    <a:pt x="92" y="791"/>
                    <a:pt x="92" y="1581"/>
                    <a:pt x="31" y="2372"/>
                  </a:cubicBezTo>
                  <a:lnTo>
                    <a:pt x="852" y="2372"/>
                  </a:lnTo>
                  <a:cubicBezTo>
                    <a:pt x="943" y="1581"/>
                    <a:pt x="943" y="791"/>
                    <a:pt x="8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6"/>
            <p:cNvSpPr/>
            <p:nvPr/>
          </p:nvSpPr>
          <p:spPr>
            <a:xfrm rot="196711">
              <a:off x="6811606" y="2536559"/>
              <a:ext cx="445018" cy="657357"/>
            </a:xfrm>
            <a:custGeom>
              <a:avLst/>
              <a:gdLst/>
              <a:ahLst/>
              <a:cxnLst/>
              <a:rect l="l" t="t" r="r" b="b"/>
              <a:pathLst>
                <a:path w="8664" h="12798" extrusionOk="0">
                  <a:moveTo>
                    <a:pt x="7843" y="1"/>
                  </a:moveTo>
                  <a:cubicBezTo>
                    <a:pt x="7569" y="1338"/>
                    <a:pt x="6931" y="2554"/>
                    <a:pt x="6019" y="3557"/>
                  </a:cubicBezTo>
                  <a:cubicBezTo>
                    <a:pt x="5563" y="4013"/>
                    <a:pt x="5107" y="4438"/>
                    <a:pt x="4681" y="4864"/>
                  </a:cubicBezTo>
                  <a:cubicBezTo>
                    <a:pt x="2493" y="6961"/>
                    <a:pt x="760" y="8663"/>
                    <a:pt x="0" y="12797"/>
                  </a:cubicBezTo>
                  <a:cubicBezTo>
                    <a:pt x="0" y="12797"/>
                    <a:pt x="791" y="9332"/>
                    <a:pt x="5229" y="5411"/>
                  </a:cubicBezTo>
                  <a:cubicBezTo>
                    <a:pt x="5654" y="4985"/>
                    <a:pt x="6080" y="4560"/>
                    <a:pt x="6536" y="4104"/>
                  </a:cubicBezTo>
                  <a:cubicBezTo>
                    <a:pt x="7630" y="2949"/>
                    <a:pt x="8359" y="1520"/>
                    <a:pt x="86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6"/>
            <p:cNvSpPr/>
            <p:nvPr/>
          </p:nvSpPr>
          <p:spPr>
            <a:xfrm rot="196711">
              <a:off x="6768685" y="3269949"/>
              <a:ext cx="1133502" cy="599984"/>
            </a:xfrm>
            <a:custGeom>
              <a:avLst/>
              <a:gdLst/>
              <a:ahLst/>
              <a:cxnLst/>
              <a:rect l="l" t="t" r="r" b="b"/>
              <a:pathLst>
                <a:path w="22068" h="11681" extrusionOk="0">
                  <a:moveTo>
                    <a:pt x="22007" y="1"/>
                  </a:moveTo>
                  <a:cubicBezTo>
                    <a:pt x="18065" y="214"/>
                    <a:pt x="14114" y="295"/>
                    <a:pt x="10158" y="295"/>
                  </a:cubicBezTo>
                  <a:cubicBezTo>
                    <a:pt x="6795" y="295"/>
                    <a:pt x="3428" y="237"/>
                    <a:pt x="61" y="153"/>
                  </a:cubicBezTo>
                  <a:cubicBezTo>
                    <a:pt x="31" y="852"/>
                    <a:pt x="1" y="1551"/>
                    <a:pt x="61" y="2220"/>
                  </a:cubicBezTo>
                  <a:cubicBezTo>
                    <a:pt x="520" y="11178"/>
                    <a:pt x="8811" y="11681"/>
                    <a:pt x="10668" y="11681"/>
                  </a:cubicBezTo>
                  <a:cubicBezTo>
                    <a:pt x="10902" y="11681"/>
                    <a:pt x="11034" y="11673"/>
                    <a:pt x="11034" y="11673"/>
                  </a:cubicBezTo>
                  <a:cubicBezTo>
                    <a:pt x="11034" y="11673"/>
                    <a:pt x="11167" y="11681"/>
                    <a:pt x="11402" y="11681"/>
                  </a:cubicBezTo>
                  <a:cubicBezTo>
                    <a:pt x="13264" y="11681"/>
                    <a:pt x="21579" y="11178"/>
                    <a:pt x="22038" y="2220"/>
                  </a:cubicBezTo>
                  <a:cubicBezTo>
                    <a:pt x="22068" y="1490"/>
                    <a:pt x="22068" y="761"/>
                    <a:pt x="220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6"/>
            <p:cNvSpPr/>
            <p:nvPr/>
          </p:nvSpPr>
          <p:spPr>
            <a:xfrm rot="196711">
              <a:off x="6817762" y="2231054"/>
              <a:ext cx="1200635" cy="1730353"/>
            </a:xfrm>
            <a:custGeom>
              <a:avLst/>
              <a:gdLst/>
              <a:ahLst/>
              <a:cxnLst/>
              <a:rect l="l" t="t" r="r" b="b"/>
              <a:pathLst>
                <a:path w="23375" h="33688" extrusionOk="0">
                  <a:moveTo>
                    <a:pt x="14499" y="1"/>
                  </a:moveTo>
                  <a:lnTo>
                    <a:pt x="7812" y="365"/>
                  </a:lnTo>
                  <a:lnTo>
                    <a:pt x="11976" y="1216"/>
                  </a:lnTo>
                  <a:lnTo>
                    <a:pt x="11976" y="8451"/>
                  </a:lnTo>
                  <a:cubicBezTo>
                    <a:pt x="11976" y="11490"/>
                    <a:pt x="20639" y="26901"/>
                    <a:pt x="0" y="28360"/>
                  </a:cubicBezTo>
                  <a:cubicBezTo>
                    <a:pt x="2862" y="33347"/>
                    <a:pt x="8715" y="33687"/>
                    <a:pt x="10259" y="33687"/>
                  </a:cubicBezTo>
                  <a:cubicBezTo>
                    <a:pt x="10502" y="33687"/>
                    <a:pt x="10639" y="33679"/>
                    <a:pt x="10639" y="33679"/>
                  </a:cubicBezTo>
                  <a:cubicBezTo>
                    <a:pt x="10639" y="33679"/>
                    <a:pt x="10778" y="33688"/>
                    <a:pt x="11026" y="33688"/>
                  </a:cubicBezTo>
                  <a:cubicBezTo>
                    <a:pt x="13045" y="33688"/>
                    <a:pt x="22283" y="33109"/>
                    <a:pt x="22797" y="22554"/>
                  </a:cubicBezTo>
                  <a:cubicBezTo>
                    <a:pt x="23374" y="10700"/>
                    <a:pt x="14499" y="12159"/>
                    <a:pt x="14499" y="3982"/>
                  </a:cubicBezTo>
                  <a:lnTo>
                    <a:pt x="14499" y="1"/>
                  </a:ln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36"/>
            <p:cNvSpPr/>
            <p:nvPr/>
          </p:nvSpPr>
          <p:spPr>
            <a:xfrm rot="196711">
              <a:off x="7159761" y="2193448"/>
              <a:ext cx="507426" cy="54703"/>
            </a:xfrm>
            <a:custGeom>
              <a:avLst/>
              <a:gdLst/>
              <a:ahLst/>
              <a:cxnLst/>
              <a:rect l="l" t="t" r="r" b="b"/>
              <a:pathLst>
                <a:path w="9879" h="1065" extrusionOk="0">
                  <a:moveTo>
                    <a:pt x="517" y="0"/>
                  </a:moveTo>
                  <a:cubicBezTo>
                    <a:pt x="213" y="0"/>
                    <a:pt x="0" y="244"/>
                    <a:pt x="0" y="548"/>
                  </a:cubicBezTo>
                  <a:cubicBezTo>
                    <a:pt x="0" y="821"/>
                    <a:pt x="213" y="1064"/>
                    <a:pt x="517" y="1064"/>
                  </a:cubicBezTo>
                  <a:lnTo>
                    <a:pt x="9332" y="1064"/>
                  </a:lnTo>
                  <a:cubicBezTo>
                    <a:pt x="9636" y="1064"/>
                    <a:pt x="9879" y="852"/>
                    <a:pt x="9879" y="548"/>
                  </a:cubicBezTo>
                  <a:cubicBezTo>
                    <a:pt x="9879" y="244"/>
                    <a:pt x="9636" y="0"/>
                    <a:pt x="933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36"/>
            <p:cNvSpPr/>
            <p:nvPr/>
          </p:nvSpPr>
          <p:spPr>
            <a:xfrm rot="196711">
              <a:off x="6616744" y="3686030"/>
              <a:ext cx="1400493" cy="112436"/>
            </a:xfrm>
            <a:custGeom>
              <a:avLst/>
              <a:gdLst/>
              <a:ahLst/>
              <a:cxnLst/>
              <a:rect l="l" t="t" r="r" b="b"/>
              <a:pathLst>
                <a:path w="27266" h="2189" extrusionOk="0">
                  <a:moveTo>
                    <a:pt x="1095" y="0"/>
                  </a:moveTo>
                  <a:cubicBezTo>
                    <a:pt x="487" y="0"/>
                    <a:pt x="1" y="487"/>
                    <a:pt x="1" y="1095"/>
                  </a:cubicBezTo>
                  <a:cubicBezTo>
                    <a:pt x="1" y="1703"/>
                    <a:pt x="487" y="2189"/>
                    <a:pt x="1095" y="2189"/>
                  </a:cubicBezTo>
                  <a:lnTo>
                    <a:pt x="26171" y="2189"/>
                  </a:lnTo>
                  <a:cubicBezTo>
                    <a:pt x="26749" y="2189"/>
                    <a:pt x="27235" y="1703"/>
                    <a:pt x="27266" y="1095"/>
                  </a:cubicBezTo>
                  <a:cubicBezTo>
                    <a:pt x="27235" y="487"/>
                    <a:pt x="26749" y="0"/>
                    <a:pt x="26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36"/>
            <p:cNvSpPr/>
            <p:nvPr/>
          </p:nvSpPr>
          <p:spPr>
            <a:xfrm rot="196711">
              <a:off x="6469930" y="3691049"/>
              <a:ext cx="320152" cy="829067"/>
            </a:xfrm>
            <a:custGeom>
              <a:avLst/>
              <a:gdLst/>
              <a:ahLst/>
              <a:cxnLst/>
              <a:rect l="l" t="t" r="r" b="b"/>
              <a:pathLst>
                <a:path w="6233" h="16141" extrusionOk="0">
                  <a:moveTo>
                    <a:pt x="4621" y="0"/>
                  </a:moveTo>
                  <a:lnTo>
                    <a:pt x="1" y="16141"/>
                  </a:lnTo>
                  <a:lnTo>
                    <a:pt x="1582" y="16141"/>
                  </a:lnTo>
                  <a:lnTo>
                    <a:pt x="623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6"/>
            <p:cNvSpPr/>
            <p:nvPr/>
          </p:nvSpPr>
          <p:spPr>
            <a:xfrm rot="196711">
              <a:off x="7797929" y="3767081"/>
              <a:ext cx="320101" cy="829067"/>
            </a:xfrm>
            <a:custGeom>
              <a:avLst/>
              <a:gdLst/>
              <a:ahLst/>
              <a:cxnLst/>
              <a:rect l="l" t="t" r="r" b="b"/>
              <a:pathLst>
                <a:path w="6232" h="16141" extrusionOk="0">
                  <a:moveTo>
                    <a:pt x="0" y="0"/>
                  </a:moveTo>
                  <a:lnTo>
                    <a:pt x="4620" y="16141"/>
                  </a:lnTo>
                  <a:lnTo>
                    <a:pt x="6231" y="16141"/>
                  </a:lnTo>
                  <a:lnTo>
                    <a:pt x="161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6"/>
            <p:cNvSpPr/>
            <p:nvPr/>
          </p:nvSpPr>
          <p:spPr>
            <a:xfrm rot="196711">
              <a:off x="7020797" y="4296865"/>
              <a:ext cx="513692" cy="265449"/>
            </a:xfrm>
            <a:custGeom>
              <a:avLst/>
              <a:gdLst/>
              <a:ahLst/>
              <a:cxnLst/>
              <a:rect l="l" t="t" r="r" b="b"/>
              <a:pathLst>
                <a:path w="10001" h="5168" extrusionOk="0">
                  <a:moveTo>
                    <a:pt x="3830" y="0"/>
                  </a:moveTo>
                  <a:cubicBezTo>
                    <a:pt x="3830" y="0"/>
                    <a:pt x="2158" y="1611"/>
                    <a:pt x="1094" y="2736"/>
                  </a:cubicBezTo>
                  <a:cubicBezTo>
                    <a:pt x="0" y="3861"/>
                    <a:pt x="274" y="5168"/>
                    <a:pt x="1854" y="5168"/>
                  </a:cubicBezTo>
                  <a:lnTo>
                    <a:pt x="8146" y="5168"/>
                  </a:lnTo>
                  <a:cubicBezTo>
                    <a:pt x="9727" y="5168"/>
                    <a:pt x="10000" y="3861"/>
                    <a:pt x="8906" y="2736"/>
                  </a:cubicBezTo>
                  <a:cubicBezTo>
                    <a:pt x="7842" y="1611"/>
                    <a:pt x="6170" y="0"/>
                    <a:pt x="61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6"/>
            <p:cNvSpPr/>
            <p:nvPr/>
          </p:nvSpPr>
          <p:spPr>
            <a:xfrm rot="196711">
              <a:off x="7273577" y="4201629"/>
              <a:ext cx="12584" cy="295138"/>
            </a:xfrm>
            <a:custGeom>
              <a:avLst/>
              <a:gdLst/>
              <a:ahLst/>
              <a:cxnLst/>
              <a:rect l="l" t="t" r="r" b="b"/>
              <a:pathLst>
                <a:path w="245" h="5746" extrusionOk="0">
                  <a:moveTo>
                    <a:pt x="1" y="0"/>
                  </a:moveTo>
                  <a:lnTo>
                    <a:pt x="1" y="5745"/>
                  </a:lnTo>
                  <a:lnTo>
                    <a:pt x="244" y="5745"/>
                  </a:lnTo>
                  <a:lnTo>
                    <a:pt x="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6"/>
            <p:cNvSpPr/>
            <p:nvPr/>
          </p:nvSpPr>
          <p:spPr>
            <a:xfrm rot="196711">
              <a:off x="7046742" y="4441604"/>
              <a:ext cx="452826" cy="104937"/>
            </a:xfrm>
            <a:custGeom>
              <a:avLst/>
              <a:gdLst/>
              <a:ahLst/>
              <a:cxnLst/>
              <a:rect l="l" t="t" r="r" b="b"/>
              <a:pathLst>
                <a:path w="8816" h="2043" extrusionOk="0">
                  <a:moveTo>
                    <a:pt x="1857" y="0"/>
                  </a:moveTo>
                  <a:cubicBezTo>
                    <a:pt x="1522" y="0"/>
                    <a:pt x="1187" y="2"/>
                    <a:pt x="852" y="6"/>
                  </a:cubicBezTo>
                  <a:cubicBezTo>
                    <a:pt x="1" y="979"/>
                    <a:pt x="274" y="2043"/>
                    <a:pt x="1642" y="2043"/>
                  </a:cubicBezTo>
                  <a:lnTo>
                    <a:pt x="7204" y="2043"/>
                  </a:lnTo>
                  <a:cubicBezTo>
                    <a:pt x="8511" y="2043"/>
                    <a:pt x="8815" y="1040"/>
                    <a:pt x="8055" y="97"/>
                  </a:cubicBezTo>
                  <a:cubicBezTo>
                    <a:pt x="5989" y="71"/>
                    <a:pt x="392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6"/>
            <p:cNvSpPr/>
            <p:nvPr/>
          </p:nvSpPr>
          <p:spPr>
            <a:xfrm rot="196711">
              <a:off x="7226304" y="4253268"/>
              <a:ext cx="115621" cy="43762"/>
            </a:xfrm>
            <a:custGeom>
              <a:avLst/>
              <a:gdLst/>
              <a:ahLst/>
              <a:cxnLst/>
              <a:rect l="l" t="t" r="r" b="b"/>
              <a:pathLst>
                <a:path w="2251" h="852" extrusionOk="0">
                  <a:moveTo>
                    <a:pt x="1" y="0"/>
                  </a:moveTo>
                  <a:lnTo>
                    <a:pt x="1" y="851"/>
                  </a:lnTo>
                  <a:lnTo>
                    <a:pt x="2250" y="851"/>
                  </a:lnTo>
                  <a:lnTo>
                    <a:pt x="22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6"/>
            <p:cNvSpPr/>
            <p:nvPr/>
          </p:nvSpPr>
          <p:spPr>
            <a:xfrm rot="196711">
              <a:off x="7200220" y="3977017"/>
              <a:ext cx="235812" cy="254560"/>
            </a:xfrm>
            <a:custGeom>
              <a:avLst/>
              <a:gdLst/>
              <a:ahLst/>
              <a:cxnLst/>
              <a:rect l="l" t="t" r="r" b="b"/>
              <a:pathLst>
                <a:path w="4591" h="4956" extrusionOk="0">
                  <a:moveTo>
                    <a:pt x="1733" y="1"/>
                  </a:moveTo>
                  <a:lnTo>
                    <a:pt x="1733" y="1"/>
                  </a:lnTo>
                  <a:cubicBezTo>
                    <a:pt x="1916" y="1278"/>
                    <a:pt x="973" y="1430"/>
                    <a:pt x="487" y="3071"/>
                  </a:cubicBezTo>
                  <a:cubicBezTo>
                    <a:pt x="1" y="4712"/>
                    <a:pt x="1733" y="4955"/>
                    <a:pt x="1733" y="4955"/>
                  </a:cubicBezTo>
                  <a:cubicBezTo>
                    <a:pt x="4590" y="4743"/>
                    <a:pt x="2767" y="1491"/>
                    <a:pt x="2767" y="1490"/>
                  </a:cubicBezTo>
                  <a:lnTo>
                    <a:pt x="2767" y="1490"/>
                  </a:lnTo>
                  <a:cubicBezTo>
                    <a:pt x="2767" y="1825"/>
                    <a:pt x="2584" y="2129"/>
                    <a:pt x="2280" y="2311"/>
                  </a:cubicBezTo>
                  <a:cubicBezTo>
                    <a:pt x="2524" y="1369"/>
                    <a:pt x="1733" y="1"/>
                    <a:pt x="17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6"/>
            <p:cNvSpPr/>
            <p:nvPr/>
          </p:nvSpPr>
          <p:spPr>
            <a:xfrm rot="196711">
              <a:off x="7228268" y="4043741"/>
              <a:ext cx="163954" cy="178079"/>
            </a:xfrm>
            <a:custGeom>
              <a:avLst/>
              <a:gdLst/>
              <a:ahLst/>
              <a:cxnLst/>
              <a:rect l="l" t="t" r="r" b="b"/>
              <a:pathLst>
                <a:path w="3192" h="3467" extrusionOk="0">
                  <a:moveTo>
                    <a:pt x="1186" y="1"/>
                  </a:moveTo>
                  <a:cubicBezTo>
                    <a:pt x="1307" y="913"/>
                    <a:pt x="669" y="974"/>
                    <a:pt x="335" y="2129"/>
                  </a:cubicBezTo>
                  <a:cubicBezTo>
                    <a:pt x="0" y="3284"/>
                    <a:pt x="1186" y="3466"/>
                    <a:pt x="1186" y="3466"/>
                  </a:cubicBezTo>
                  <a:cubicBezTo>
                    <a:pt x="3192" y="3314"/>
                    <a:pt x="1885" y="1035"/>
                    <a:pt x="1885" y="1034"/>
                  </a:cubicBezTo>
                  <a:lnTo>
                    <a:pt x="1885" y="1034"/>
                  </a:lnTo>
                  <a:cubicBezTo>
                    <a:pt x="1885" y="1278"/>
                    <a:pt x="1763" y="1490"/>
                    <a:pt x="1581" y="1612"/>
                  </a:cubicBezTo>
                  <a:cubicBezTo>
                    <a:pt x="1763" y="943"/>
                    <a:pt x="1186" y="1"/>
                    <a:pt x="1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36"/>
            <p:cNvSpPr/>
            <p:nvPr/>
          </p:nvSpPr>
          <p:spPr>
            <a:xfrm rot="196711">
              <a:off x="7293426" y="4260950"/>
              <a:ext cx="242079" cy="309160"/>
            </a:xfrm>
            <a:custGeom>
              <a:avLst/>
              <a:gdLst/>
              <a:ahLst/>
              <a:cxnLst/>
              <a:rect l="l" t="t" r="r" b="b"/>
              <a:pathLst>
                <a:path w="4713" h="6019" extrusionOk="0">
                  <a:moveTo>
                    <a:pt x="1" y="0"/>
                  </a:moveTo>
                  <a:lnTo>
                    <a:pt x="1" y="973"/>
                  </a:lnTo>
                  <a:cubicBezTo>
                    <a:pt x="670" y="1946"/>
                    <a:pt x="1186" y="3010"/>
                    <a:pt x="1612" y="4134"/>
                  </a:cubicBezTo>
                  <a:cubicBezTo>
                    <a:pt x="1977" y="5137"/>
                    <a:pt x="1429" y="5715"/>
                    <a:pt x="822" y="6019"/>
                  </a:cubicBezTo>
                  <a:lnTo>
                    <a:pt x="2858" y="6019"/>
                  </a:lnTo>
                  <a:cubicBezTo>
                    <a:pt x="4439" y="6019"/>
                    <a:pt x="4712" y="4712"/>
                    <a:pt x="3618" y="3587"/>
                  </a:cubicBezTo>
                  <a:cubicBezTo>
                    <a:pt x="2554" y="2462"/>
                    <a:pt x="882" y="851"/>
                    <a:pt x="882" y="851"/>
                  </a:cubicBezTo>
                  <a:lnTo>
                    <a:pt x="791" y="851"/>
                  </a:lnTo>
                  <a:lnTo>
                    <a:pt x="791" y="0"/>
                  </a:ln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6" name="Google Shape;1286;p36"/>
          <p:cNvGrpSpPr/>
          <p:nvPr/>
        </p:nvGrpSpPr>
        <p:grpSpPr>
          <a:xfrm rot="-2700000">
            <a:off x="1291409" y="396118"/>
            <a:ext cx="958354" cy="1063932"/>
            <a:chOff x="7346251" y="563301"/>
            <a:chExt cx="1165163" cy="1293524"/>
          </a:xfrm>
        </p:grpSpPr>
        <p:sp>
          <p:nvSpPr>
            <p:cNvPr id="1287" name="Google Shape;1287;p36"/>
            <p:cNvSpPr/>
            <p:nvPr/>
          </p:nvSpPr>
          <p:spPr>
            <a:xfrm rot="1693449">
              <a:off x="7551679" y="1144858"/>
              <a:ext cx="928371" cy="366040"/>
            </a:xfrm>
            <a:custGeom>
              <a:avLst/>
              <a:gdLst/>
              <a:ahLst/>
              <a:cxnLst/>
              <a:rect l="l" t="t" r="r" b="b"/>
              <a:pathLst>
                <a:path w="22281" h="8785" extrusionOk="0">
                  <a:moveTo>
                    <a:pt x="11156" y="1"/>
                  </a:moveTo>
                  <a:lnTo>
                    <a:pt x="0" y="8147"/>
                  </a:lnTo>
                  <a:lnTo>
                    <a:pt x="456" y="8785"/>
                  </a:lnTo>
                  <a:lnTo>
                    <a:pt x="11156" y="943"/>
                  </a:lnTo>
                  <a:lnTo>
                    <a:pt x="21824" y="8785"/>
                  </a:lnTo>
                  <a:lnTo>
                    <a:pt x="22280" y="8147"/>
                  </a:lnTo>
                  <a:lnTo>
                    <a:pt x="111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36"/>
            <p:cNvSpPr/>
            <p:nvPr/>
          </p:nvSpPr>
          <p:spPr>
            <a:xfrm rot="1693449">
              <a:off x="8193466" y="722377"/>
              <a:ext cx="31708" cy="490164"/>
            </a:xfrm>
            <a:custGeom>
              <a:avLst/>
              <a:gdLst/>
              <a:ahLst/>
              <a:cxnLst/>
              <a:rect l="l" t="t" r="r" b="b"/>
              <a:pathLst>
                <a:path w="761" h="11764" extrusionOk="0">
                  <a:moveTo>
                    <a:pt x="0" y="1"/>
                  </a:moveTo>
                  <a:lnTo>
                    <a:pt x="0" y="11764"/>
                  </a:lnTo>
                  <a:lnTo>
                    <a:pt x="760" y="11764"/>
                  </a:lnTo>
                  <a:lnTo>
                    <a:pt x="7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36"/>
            <p:cNvSpPr/>
            <p:nvPr/>
          </p:nvSpPr>
          <p:spPr>
            <a:xfrm rot="1693449">
              <a:off x="7387886" y="1133150"/>
              <a:ext cx="271332" cy="244291"/>
            </a:xfrm>
            <a:custGeom>
              <a:avLst/>
              <a:gdLst/>
              <a:ahLst/>
              <a:cxnLst/>
              <a:rect l="l" t="t" r="r" b="b"/>
              <a:pathLst>
                <a:path w="6512" h="5863" extrusionOk="0">
                  <a:moveTo>
                    <a:pt x="3613" y="0"/>
                  </a:moveTo>
                  <a:cubicBezTo>
                    <a:pt x="1736" y="0"/>
                    <a:pt x="1" y="1909"/>
                    <a:pt x="888" y="4061"/>
                  </a:cubicBezTo>
                  <a:cubicBezTo>
                    <a:pt x="1399" y="5299"/>
                    <a:pt x="2472" y="5862"/>
                    <a:pt x="3545" y="5862"/>
                  </a:cubicBezTo>
                  <a:cubicBezTo>
                    <a:pt x="5028" y="5862"/>
                    <a:pt x="6511" y="4788"/>
                    <a:pt x="6511" y="2937"/>
                  </a:cubicBezTo>
                  <a:cubicBezTo>
                    <a:pt x="6511" y="2177"/>
                    <a:pt x="6208" y="1417"/>
                    <a:pt x="5630" y="870"/>
                  </a:cubicBezTo>
                  <a:cubicBezTo>
                    <a:pt x="5022" y="262"/>
                    <a:pt x="4308" y="0"/>
                    <a:pt x="3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36"/>
            <p:cNvSpPr/>
            <p:nvPr/>
          </p:nvSpPr>
          <p:spPr>
            <a:xfrm rot="1693449">
              <a:off x="7389301" y="1127882"/>
              <a:ext cx="256582" cy="217124"/>
            </a:xfrm>
            <a:custGeom>
              <a:avLst/>
              <a:gdLst/>
              <a:ahLst/>
              <a:cxnLst/>
              <a:rect l="l" t="t" r="r" b="b"/>
              <a:pathLst>
                <a:path w="6158" h="5211" extrusionOk="0">
                  <a:moveTo>
                    <a:pt x="3793" y="0"/>
                  </a:moveTo>
                  <a:cubicBezTo>
                    <a:pt x="1804" y="0"/>
                    <a:pt x="1" y="2153"/>
                    <a:pt x="1173" y="4340"/>
                  </a:cubicBezTo>
                  <a:cubicBezTo>
                    <a:pt x="1775" y="4942"/>
                    <a:pt x="2512" y="5211"/>
                    <a:pt x="3232" y="5211"/>
                  </a:cubicBezTo>
                  <a:cubicBezTo>
                    <a:pt x="4730" y="5211"/>
                    <a:pt x="6158" y="4048"/>
                    <a:pt x="6158" y="2303"/>
                  </a:cubicBezTo>
                  <a:cubicBezTo>
                    <a:pt x="6158" y="1787"/>
                    <a:pt x="6036" y="1331"/>
                    <a:pt x="5823" y="875"/>
                  </a:cubicBezTo>
                  <a:cubicBezTo>
                    <a:pt x="5203" y="262"/>
                    <a:pt x="4487" y="0"/>
                    <a:pt x="37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36"/>
            <p:cNvSpPr/>
            <p:nvPr/>
          </p:nvSpPr>
          <p:spPr>
            <a:xfrm rot="1693449">
              <a:off x="8170413" y="620910"/>
              <a:ext cx="279374" cy="243749"/>
            </a:xfrm>
            <a:custGeom>
              <a:avLst/>
              <a:gdLst/>
              <a:ahLst/>
              <a:cxnLst/>
              <a:rect l="l" t="t" r="r" b="b"/>
              <a:pathLst>
                <a:path w="6705" h="5850" extrusionOk="0">
                  <a:moveTo>
                    <a:pt x="3764" y="1"/>
                  </a:moveTo>
                  <a:cubicBezTo>
                    <a:pt x="1641" y="1"/>
                    <a:pt x="0" y="2426"/>
                    <a:pt x="1325" y="4489"/>
                  </a:cubicBezTo>
                  <a:cubicBezTo>
                    <a:pt x="1916" y="5428"/>
                    <a:pt x="2835" y="5850"/>
                    <a:pt x="3748" y="5850"/>
                  </a:cubicBezTo>
                  <a:cubicBezTo>
                    <a:pt x="5226" y="5850"/>
                    <a:pt x="6686" y="4743"/>
                    <a:pt x="6705" y="2939"/>
                  </a:cubicBezTo>
                  <a:cubicBezTo>
                    <a:pt x="6705" y="1814"/>
                    <a:pt x="6036" y="780"/>
                    <a:pt x="5033" y="294"/>
                  </a:cubicBezTo>
                  <a:cubicBezTo>
                    <a:pt x="4604" y="92"/>
                    <a:pt x="4175" y="1"/>
                    <a:pt x="37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36"/>
            <p:cNvSpPr/>
            <p:nvPr/>
          </p:nvSpPr>
          <p:spPr>
            <a:xfrm rot="1693449">
              <a:off x="8165574" y="611565"/>
              <a:ext cx="260165" cy="222957"/>
            </a:xfrm>
            <a:custGeom>
              <a:avLst/>
              <a:gdLst/>
              <a:ahLst/>
              <a:cxnLst/>
              <a:rect l="l" t="t" r="r" b="b"/>
              <a:pathLst>
                <a:path w="6244" h="5351" extrusionOk="0">
                  <a:moveTo>
                    <a:pt x="4023" y="1"/>
                  </a:moveTo>
                  <a:cubicBezTo>
                    <a:pt x="1646" y="1"/>
                    <a:pt x="1" y="3100"/>
                    <a:pt x="2049" y="5070"/>
                  </a:cubicBezTo>
                  <a:cubicBezTo>
                    <a:pt x="2458" y="5262"/>
                    <a:pt x="2881" y="5350"/>
                    <a:pt x="3293" y="5350"/>
                  </a:cubicBezTo>
                  <a:cubicBezTo>
                    <a:pt x="4841" y="5350"/>
                    <a:pt x="6244" y="4106"/>
                    <a:pt x="6244" y="2426"/>
                  </a:cubicBezTo>
                  <a:cubicBezTo>
                    <a:pt x="6244" y="1605"/>
                    <a:pt x="5909" y="845"/>
                    <a:pt x="5301" y="298"/>
                  </a:cubicBezTo>
                  <a:cubicBezTo>
                    <a:pt x="4864" y="93"/>
                    <a:pt x="4433" y="1"/>
                    <a:pt x="40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36"/>
            <p:cNvSpPr/>
            <p:nvPr/>
          </p:nvSpPr>
          <p:spPr>
            <a:xfrm rot="1693449">
              <a:off x="7894832" y="992986"/>
              <a:ext cx="393915" cy="386790"/>
            </a:xfrm>
            <a:custGeom>
              <a:avLst/>
              <a:gdLst/>
              <a:ahLst/>
              <a:cxnLst/>
              <a:rect l="l" t="t" r="r" b="b"/>
              <a:pathLst>
                <a:path w="9454" h="9283" extrusionOk="0">
                  <a:moveTo>
                    <a:pt x="4743" y="0"/>
                  </a:moveTo>
                  <a:cubicBezTo>
                    <a:pt x="2189" y="0"/>
                    <a:pt x="92" y="2006"/>
                    <a:pt x="31" y="4560"/>
                  </a:cubicBezTo>
                  <a:cubicBezTo>
                    <a:pt x="1" y="5228"/>
                    <a:pt x="153" y="5897"/>
                    <a:pt x="426" y="6505"/>
                  </a:cubicBezTo>
                  <a:cubicBezTo>
                    <a:pt x="1200" y="8233"/>
                    <a:pt x="2915" y="9282"/>
                    <a:pt x="4735" y="9282"/>
                  </a:cubicBezTo>
                  <a:cubicBezTo>
                    <a:pt x="5060" y="9282"/>
                    <a:pt x="5388" y="9249"/>
                    <a:pt x="5715" y="9180"/>
                  </a:cubicBezTo>
                  <a:cubicBezTo>
                    <a:pt x="7904" y="8724"/>
                    <a:pt x="9454" y="6778"/>
                    <a:pt x="9454" y="4560"/>
                  </a:cubicBezTo>
                  <a:cubicBezTo>
                    <a:pt x="9363" y="2006"/>
                    <a:pt x="7296" y="0"/>
                    <a:pt x="47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6"/>
            <p:cNvSpPr/>
            <p:nvPr/>
          </p:nvSpPr>
          <p:spPr>
            <a:xfrm rot="1693449">
              <a:off x="7909513" y="982757"/>
              <a:ext cx="362248" cy="344582"/>
            </a:xfrm>
            <a:custGeom>
              <a:avLst/>
              <a:gdLst/>
              <a:ahLst/>
              <a:cxnLst/>
              <a:rect l="l" t="t" r="r" b="b"/>
              <a:pathLst>
                <a:path w="8694" h="8270" extrusionOk="0">
                  <a:moveTo>
                    <a:pt x="4764" y="1"/>
                  </a:moveTo>
                  <a:cubicBezTo>
                    <a:pt x="2345" y="1"/>
                    <a:pt x="11" y="1856"/>
                    <a:pt x="31" y="4703"/>
                  </a:cubicBezTo>
                  <a:cubicBezTo>
                    <a:pt x="1" y="5371"/>
                    <a:pt x="153" y="6040"/>
                    <a:pt x="426" y="6648"/>
                  </a:cubicBezTo>
                  <a:cubicBezTo>
                    <a:pt x="1413" y="7769"/>
                    <a:pt x="2690" y="8270"/>
                    <a:pt x="3944" y="8270"/>
                  </a:cubicBezTo>
                  <a:cubicBezTo>
                    <a:pt x="6362" y="8270"/>
                    <a:pt x="8694" y="6409"/>
                    <a:pt x="8694" y="3548"/>
                  </a:cubicBezTo>
                  <a:cubicBezTo>
                    <a:pt x="8694" y="2879"/>
                    <a:pt x="8542" y="2210"/>
                    <a:pt x="8268" y="1602"/>
                  </a:cubicBezTo>
                  <a:cubicBezTo>
                    <a:pt x="7285" y="495"/>
                    <a:pt x="6013" y="1"/>
                    <a:pt x="47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6"/>
            <p:cNvSpPr/>
            <p:nvPr/>
          </p:nvSpPr>
          <p:spPr>
            <a:xfrm rot="1693449">
              <a:off x="8173447" y="1561299"/>
              <a:ext cx="287540" cy="241916"/>
            </a:xfrm>
            <a:custGeom>
              <a:avLst/>
              <a:gdLst/>
              <a:ahLst/>
              <a:cxnLst/>
              <a:rect l="l" t="t" r="r" b="b"/>
              <a:pathLst>
                <a:path w="6901" h="5806" extrusionOk="0">
                  <a:moveTo>
                    <a:pt x="3983" y="0"/>
                  </a:moveTo>
                  <a:cubicBezTo>
                    <a:pt x="1186" y="0"/>
                    <a:pt x="1" y="3526"/>
                    <a:pt x="2220" y="5228"/>
                  </a:cubicBezTo>
                  <a:cubicBezTo>
                    <a:pt x="2706" y="5623"/>
                    <a:pt x="3344" y="5806"/>
                    <a:pt x="3983" y="5806"/>
                  </a:cubicBezTo>
                  <a:cubicBezTo>
                    <a:pt x="5594" y="5806"/>
                    <a:pt x="6901" y="4499"/>
                    <a:pt x="6901" y="2888"/>
                  </a:cubicBezTo>
                  <a:cubicBezTo>
                    <a:pt x="6870" y="1733"/>
                    <a:pt x="6202" y="669"/>
                    <a:pt x="5107" y="213"/>
                  </a:cubicBezTo>
                  <a:cubicBezTo>
                    <a:pt x="4743" y="61"/>
                    <a:pt x="4378" y="0"/>
                    <a:pt x="39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6"/>
            <p:cNvSpPr/>
            <p:nvPr/>
          </p:nvSpPr>
          <p:spPr>
            <a:xfrm rot="1693449">
              <a:off x="8178624" y="1555917"/>
              <a:ext cx="260957" cy="226707"/>
            </a:xfrm>
            <a:custGeom>
              <a:avLst/>
              <a:gdLst/>
              <a:ahLst/>
              <a:cxnLst/>
              <a:rect l="l" t="t" r="r" b="b"/>
              <a:pathLst>
                <a:path w="6263" h="5441" extrusionOk="0">
                  <a:moveTo>
                    <a:pt x="3983" y="0"/>
                  </a:moveTo>
                  <a:cubicBezTo>
                    <a:pt x="1186" y="0"/>
                    <a:pt x="1" y="3526"/>
                    <a:pt x="2220" y="5228"/>
                  </a:cubicBezTo>
                  <a:cubicBezTo>
                    <a:pt x="2584" y="5380"/>
                    <a:pt x="2949" y="5441"/>
                    <a:pt x="3344" y="5441"/>
                  </a:cubicBezTo>
                  <a:cubicBezTo>
                    <a:pt x="4955" y="5441"/>
                    <a:pt x="6262" y="4134"/>
                    <a:pt x="6262" y="2553"/>
                  </a:cubicBezTo>
                  <a:cubicBezTo>
                    <a:pt x="6262" y="1611"/>
                    <a:pt x="5837" y="760"/>
                    <a:pt x="5107" y="213"/>
                  </a:cubicBezTo>
                  <a:cubicBezTo>
                    <a:pt x="4743" y="61"/>
                    <a:pt x="4378" y="0"/>
                    <a:pt x="39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7" name="Google Shape;1297;p36"/>
          <p:cNvGrpSpPr/>
          <p:nvPr/>
        </p:nvGrpSpPr>
        <p:grpSpPr>
          <a:xfrm rot="-2058591">
            <a:off x="6536616" y="3257691"/>
            <a:ext cx="1395935" cy="1044472"/>
            <a:chOff x="2923063" y="846627"/>
            <a:chExt cx="1475425" cy="1103947"/>
          </a:xfrm>
        </p:grpSpPr>
        <p:sp>
          <p:nvSpPr>
            <p:cNvPr id="1298" name="Google Shape;1298;p36"/>
            <p:cNvSpPr/>
            <p:nvPr/>
          </p:nvSpPr>
          <p:spPr>
            <a:xfrm>
              <a:off x="3485903" y="1027540"/>
              <a:ext cx="428518" cy="763230"/>
            </a:xfrm>
            <a:custGeom>
              <a:avLst/>
              <a:gdLst/>
              <a:ahLst/>
              <a:cxnLst/>
              <a:rect l="l" t="t" r="r" b="b"/>
              <a:pathLst>
                <a:path w="12343" h="21984" extrusionOk="0">
                  <a:moveTo>
                    <a:pt x="934" y="1"/>
                  </a:moveTo>
                  <a:lnTo>
                    <a:pt x="0" y="401"/>
                  </a:lnTo>
                  <a:lnTo>
                    <a:pt x="4570" y="11475"/>
                  </a:lnTo>
                  <a:lnTo>
                    <a:pt x="11508" y="21983"/>
                  </a:lnTo>
                  <a:lnTo>
                    <a:pt x="12342" y="21449"/>
                  </a:lnTo>
                  <a:lnTo>
                    <a:pt x="5437" y="11008"/>
                  </a:lnTo>
                  <a:lnTo>
                    <a:pt x="9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6"/>
            <p:cNvSpPr/>
            <p:nvPr/>
          </p:nvSpPr>
          <p:spPr>
            <a:xfrm>
              <a:off x="3172057" y="1137560"/>
              <a:ext cx="973965" cy="560549"/>
            </a:xfrm>
            <a:custGeom>
              <a:avLst/>
              <a:gdLst/>
              <a:ahLst/>
              <a:cxnLst/>
              <a:rect l="l" t="t" r="r" b="b"/>
              <a:pathLst>
                <a:path w="28054" h="16146" extrusionOk="0">
                  <a:moveTo>
                    <a:pt x="27587" y="1"/>
                  </a:moveTo>
                  <a:lnTo>
                    <a:pt x="0" y="15245"/>
                  </a:lnTo>
                  <a:lnTo>
                    <a:pt x="501" y="16145"/>
                  </a:lnTo>
                  <a:lnTo>
                    <a:pt x="28054" y="868"/>
                  </a:lnTo>
                  <a:lnTo>
                    <a:pt x="27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6"/>
            <p:cNvSpPr/>
            <p:nvPr/>
          </p:nvSpPr>
          <p:spPr>
            <a:xfrm>
              <a:off x="3328389" y="846627"/>
              <a:ext cx="297807" cy="236704"/>
            </a:xfrm>
            <a:custGeom>
              <a:avLst/>
              <a:gdLst/>
              <a:ahLst/>
              <a:cxnLst/>
              <a:rect l="l" t="t" r="r" b="b"/>
              <a:pathLst>
                <a:path w="8578" h="6818" extrusionOk="0">
                  <a:moveTo>
                    <a:pt x="4320" y="1"/>
                  </a:moveTo>
                  <a:cubicBezTo>
                    <a:pt x="3759" y="1"/>
                    <a:pt x="3192" y="143"/>
                    <a:pt x="2669" y="442"/>
                  </a:cubicBezTo>
                  <a:cubicBezTo>
                    <a:pt x="1" y="1909"/>
                    <a:pt x="468" y="5845"/>
                    <a:pt x="3370" y="6679"/>
                  </a:cubicBezTo>
                  <a:cubicBezTo>
                    <a:pt x="3698" y="6774"/>
                    <a:pt x="4020" y="6818"/>
                    <a:pt x="4333" y="6818"/>
                  </a:cubicBezTo>
                  <a:cubicBezTo>
                    <a:pt x="6780" y="6818"/>
                    <a:pt x="8578" y="4113"/>
                    <a:pt x="7306" y="1776"/>
                  </a:cubicBezTo>
                  <a:cubicBezTo>
                    <a:pt x="6671" y="642"/>
                    <a:pt x="5511" y="1"/>
                    <a:pt x="43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6"/>
            <p:cNvSpPr/>
            <p:nvPr/>
          </p:nvSpPr>
          <p:spPr>
            <a:xfrm>
              <a:off x="3786591" y="1714045"/>
              <a:ext cx="287634" cy="236530"/>
            </a:xfrm>
            <a:custGeom>
              <a:avLst/>
              <a:gdLst/>
              <a:ahLst/>
              <a:cxnLst/>
              <a:rect l="l" t="t" r="r" b="b"/>
              <a:pathLst>
                <a:path w="8285" h="6813" extrusionOk="0">
                  <a:moveTo>
                    <a:pt x="4429" y="1"/>
                  </a:moveTo>
                  <a:cubicBezTo>
                    <a:pt x="2127" y="1"/>
                    <a:pt x="0" y="2487"/>
                    <a:pt x="1413" y="5044"/>
                  </a:cubicBezTo>
                  <a:cubicBezTo>
                    <a:pt x="1713" y="5578"/>
                    <a:pt x="2147" y="6045"/>
                    <a:pt x="2681" y="6345"/>
                  </a:cubicBezTo>
                  <a:cubicBezTo>
                    <a:pt x="3212" y="6654"/>
                    <a:pt x="3805" y="6813"/>
                    <a:pt x="4401" y="6813"/>
                  </a:cubicBezTo>
                  <a:cubicBezTo>
                    <a:pt x="4965" y="6813"/>
                    <a:pt x="5531" y="6671"/>
                    <a:pt x="6050" y="6379"/>
                  </a:cubicBezTo>
                  <a:cubicBezTo>
                    <a:pt x="7684" y="5478"/>
                    <a:pt x="8285" y="3410"/>
                    <a:pt x="7351" y="1775"/>
                  </a:cubicBezTo>
                  <a:cubicBezTo>
                    <a:pt x="7251" y="1542"/>
                    <a:pt x="7084" y="1308"/>
                    <a:pt x="6884" y="1142"/>
                  </a:cubicBezTo>
                  <a:cubicBezTo>
                    <a:pt x="6154" y="340"/>
                    <a:pt x="5280" y="1"/>
                    <a:pt x="44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36"/>
            <p:cNvSpPr/>
            <p:nvPr/>
          </p:nvSpPr>
          <p:spPr>
            <a:xfrm>
              <a:off x="3386298" y="1178388"/>
              <a:ext cx="550134" cy="484899"/>
            </a:xfrm>
            <a:custGeom>
              <a:avLst/>
              <a:gdLst/>
              <a:ahLst/>
              <a:cxnLst/>
              <a:rect l="l" t="t" r="r" b="b"/>
              <a:pathLst>
                <a:path w="15846" h="13967" extrusionOk="0">
                  <a:moveTo>
                    <a:pt x="7938" y="1"/>
                  </a:moveTo>
                  <a:cubicBezTo>
                    <a:pt x="5703" y="1"/>
                    <a:pt x="3517" y="1068"/>
                    <a:pt x="2169" y="3028"/>
                  </a:cubicBezTo>
                  <a:cubicBezTo>
                    <a:pt x="0" y="6163"/>
                    <a:pt x="734" y="10400"/>
                    <a:pt x="3803" y="12668"/>
                  </a:cubicBezTo>
                  <a:cubicBezTo>
                    <a:pt x="4993" y="13528"/>
                    <a:pt x="6414" y="13967"/>
                    <a:pt x="7840" y="13967"/>
                  </a:cubicBezTo>
                  <a:cubicBezTo>
                    <a:pt x="9012" y="13967"/>
                    <a:pt x="10188" y="13670"/>
                    <a:pt x="11242" y="13068"/>
                  </a:cubicBezTo>
                  <a:cubicBezTo>
                    <a:pt x="14611" y="11200"/>
                    <a:pt x="15845" y="6964"/>
                    <a:pt x="13977" y="3595"/>
                  </a:cubicBezTo>
                  <a:cubicBezTo>
                    <a:pt x="13443" y="2594"/>
                    <a:pt x="12676" y="1760"/>
                    <a:pt x="11742" y="1126"/>
                  </a:cubicBezTo>
                  <a:cubicBezTo>
                    <a:pt x="10562" y="364"/>
                    <a:pt x="9242" y="1"/>
                    <a:pt x="79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6"/>
            <p:cNvSpPr/>
            <p:nvPr/>
          </p:nvSpPr>
          <p:spPr>
            <a:xfrm>
              <a:off x="4049403" y="939219"/>
              <a:ext cx="349084" cy="320581"/>
            </a:xfrm>
            <a:custGeom>
              <a:avLst/>
              <a:gdLst/>
              <a:ahLst/>
              <a:cxnLst/>
              <a:rect l="l" t="t" r="r" b="b"/>
              <a:pathLst>
                <a:path w="10055" h="9234" extrusionOk="0">
                  <a:moveTo>
                    <a:pt x="4779" y="0"/>
                  </a:moveTo>
                  <a:cubicBezTo>
                    <a:pt x="2488" y="0"/>
                    <a:pt x="347" y="1726"/>
                    <a:pt x="181" y="4313"/>
                  </a:cubicBezTo>
                  <a:cubicBezTo>
                    <a:pt x="0" y="7122"/>
                    <a:pt x="2269" y="9234"/>
                    <a:pt x="4787" y="9234"/>
                  </a:cubicBezTo>
                  <a:cubicBezTo>
                    <a:pt x="5528" y="9234"/>
                    <a:pt x="6291" y="9051"/>
                    <a:pt x="7019" y="8649"/>
                  </a:cubicBezTo>
                  <a:cubicBezTo>
                    <a:pt x="9221" y="7415"/>
                    <a:pt x="10055" y="4613"/>
                    <a:pt x="8820" y="2378"/>
                  </a:cubicBezTo>
                  <a:cubicBezTo>
                    <a:pt x="8487" y="1811"/>
                    <a:pt x="8053" y="1310"/>
                    <a:pt x="7519" y="910"/>
                  </a:cubicBezTo>
                  <a:cubicBezTo>
                    <a:pt x="6663" y="284"/>
                    <a:pt x="5709" y="0"/>
                    <a:pt x="4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6"/>
            <p:cNvSpPr/>
            <p:nvPr/>
          </p:nvSpPr>
          <p:spPr>
            <a:xfrm>
              <a:off x="2923063" y="1574168"/>
              <a:ext cx="319679" cy="319644"/>
            </a:xfrm>
            <a:custGeom>
              <a:avLst/>
              <a:gdLst/>
              <a:ahLst/>
              <a:cxnLst/>
              <a:rect l="l" t="t" r="r" b="b"/>
              <a:pathLst>
                <a:path w="9208" h="9207" extrusionOk="0">
                  <a:moveTo>
                    <a:pt x="4604" y="0"/>
                  </a:moveTo>
                  <a:cubicBezTo>
                    <a:pt x="2069" y="0"/>
                    <a:pt x="1" y="2068"/>
                    <a:pt x="1" y="4604"/>
                  </a:cubicBezTo>
                  <a:cubicBezTo>
                    <a:pt x="1" y="7139"/>
                    <a:pt x="2069" y="9207"/>
                    <a:pt x="4604" y="9207"/>
                  </a:cubicBezTo>
                  <a:cubicBezTo>
                    <a:pt x="7139" y="9207"/>
                    <a:pt x="9207" y="7139"/>
                    <a:pt x="9207" y="4604"/>
                  </a:cubicBezTo>
                  <a:cubicBezTo>
                    <a:pt x="9207" y="2068"/>
                    <a:pt x="7139" y="0"/>
                    <a:pt x="46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6"/>
            <p:cNvSpPr/>
            <p:nvPr/>
          </p:nvSpPr>
          <p:spPr>
            <a:xfrm>
              <a:off x="3518329" y="1217480"/>
              <a:ext cx="416922" cy="445807"/>
            </a:xfrm>
            <a:custGeom>
              <a:avLst/>
              <a:gdLst/>
              <a:ahLst/>
              <a:cxnLst/>
              <a:rect l="l" t="t" r="r" b="b"/>
              <a:pathLst>
                <a:path w="12009" h="12841" extrusionOk="0">
                  <a:moveTo>
                    <a:pt x="7906" y="0"/>
                  </a:moveTo>
                  <a:cubicBezTo>
                    <a:pt x="7906" y="1"/>
                    <a:pt x="10374" y="11275"/>
                    <a:pt x="0" y="11542"/>
                  </a:cubicBezTo>
                  <a:cubicBezTo>
                    <a:pt x="1190" y="12402"/>
                    <a:pt x="2611" y="12841"/>
                    <a:pt x="4037" y="12841"/>
                  </a:cubicBezTo>
                  <a:cubicBezTo>
                    <a:pt x="5209" y="12841"/>
                    <a:pt x="6385" y="12544"/>
                    <a:pt x="7439" y="11942"/>
                  </a:cubicBezTo>
                  <a:cubicBezTo>
                    <a:pt x="10808" y="10074"/>
                    <a:pt x="12009" y="5838"/>
                    <a:pt x="10174" y="2469"/>
                  </a:cubicBezTo>
                  <a:cubicBezTo>
                    <a:pt x="9607" y="1468"/>
                    <a:pt x="8840" y="634"/>
                    <a:pt x="7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6"/>
            <p:cNvSpPr/>
            <p:nvPr/>
          </p:nvSpPr>
          <p:spPr>
            <a:xfrm>
              <a:off x="4145987" y="970812"/>
              <a:ext cx="251355" cy="288884"/>
            </a:xfrm>
            <a:custGeom>
              <a:avLst/>
              <a:gdLst/>
              <a:ahLst/>
              <a:cxnLst/>
              <a:rect l="l" t="t" r="r" b="b"/>
              <a:pathLst>
                <a:path w="7240" h="8321" extrusionOk="0">
                  <a:moveTo>
                    <a:pt x="4704" y="0"/>
                  </a:moveTo>
                  <a:lnTo>
                    <a:pt x="4704" y="0"/>
                  </a:lnTo>
                  <a:cubicBezTo>
                    <a:pt x="4771" y="267"/>
                    <a:pt x="6138" y="6738"/>
                    <a:pt x="1" y="7872"/>
                  </a:cubicBezTo>
                  <a:cubicBezTo>
                    <a:pt x="627" y="8170"/>
                    <a:pt x="1305" y="8320"/>
                    <a:pt x="1986" y="8320"/>
                  </a:cubicBezTo>
                  <a:cubicBezTo>
                    <a:pt x="2756" y="8320"/>
                    <a:pt x="3529" y="8128"/>
                    <a:pt x="4237" y="7739"/>
                  </a:cubicBezTo>
                  <a:cubicBezTo>
                    <a:pt x="6439" y="6505"/>
                    <a:pt x="7239" y="3703"/>
                    <a:pt x="6005" y="1468"/>
                  </a:cubicBezTo>
                  <a:cubicBezTo>
                    <a:pt x="5705" y="901"/>
                    <a:pt x="5271" y="400"/>
                    <a:pt x="47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6"/>
            <p:cNvSpPr/>
            <p:nvPr/>
          </p:nvSpPr>
          <p:spPr>
            <a:xfrm>
              <a:off x="3013397" y="1605413"/>
              <a:ext cx="251320" cy="288502"/>
            </a:xfrm>
            <a:custGeom>
              <a:avLst/>
              <a:gdLst/>
              <a:ahLst/>
              <a:cxnLst/>
              <a:rect l="l" t="t" r="r" b="b"/>
              <a:pathLst>
                <a:path w="7239" h="8310" extrusionOk="0">
                  <a:moveTo>
                    <a:pt x="4704" y="1"/>
                  </a:moveTo>
                  <a:cubicBezTo>
                    <a:pt x="4771" y="268"/>
                    <a:pt x="6138" y="6739"/>
                    <a:pt x="0" y="7873"/>
                  </a:cubicBezTo>
                  <a:cubicBezTo>
                    <a:pt x="618" y="8166"/>
                    <a:pt x="1292" y="8310"/>
                    <a:pt x="1967" y="8310"/>
                  </a:cubicBezTo>
                  <a:cubicBezTo>
                    <a:pt x="2752" y="8310"/>
                    <a:pt x="3538" y="8116"/>
                    <a:pt x="4237" y="7740"/>
                  </a:cubicBezTo>
                  <a:cubicBezTo>
                    <a:pt x="6438" y="6506"/>
                    <a:pt x="7239" y="3704"/>
                    <a:pt x="6005" y="1469"/>
                  </a:cubicBezTo>
                  <a:cubicBezTo>
                    <a:pt x="5705" y="868"/>
                    <a:pt x="5238" y="368"/>
                    <a:pt x="4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6"/>
            <p:cNvSpPr/>
            <p:nvPr/>
          </p:nvSpPr>
          <p:spPr>
            <a:xfrm>
              <a:off x="3879634" y="1753657"/>
              <a:ext cx="194592" cy="196918"/>
            </a:xfrm>
            <a:custGeom>
              <a:avLst/>
              <a:gdLst/>
              <a:ahLst/>
              <a:cxnLst/>
              <a:rect l="l" t="t" r="r" b="b"/>
              <a:pathLst>
                <a:path w="5605" h="5672" extrusionOk="0">
                  <a:moveTo>
                    <a:pt x="4204" y="1"/>
                  </a:moveTo>
                  <a:cubicBezTo>
                    <a:pt x="4204" y="1"/>
                    <a:pt x="4470" y="4804"/>
                    <a:pt x="1" y="5204"/>
                  </a:cubicBezTo>
                  <a:cubicBezTo>
                    <a:pt x="532" y="5513"/>
                    <a:pt x="1125" y="5672"/>
                    <a:pt x="1721" y="5672"/>
                  </a:cubicBezTo>
                  <a:cubicBezTo>
                    <a:pt x="2285" y="5672"/>
                    <a:pt x="2851" y="5530"/>
                    <a:pt x="3370" y="5238"/>
                  </a:cubicBezTo>
                  <a:cubicBezTo>
                    <a:pt x="5004" y="4337"/>
                    <a:pt x="5605" y="2269"/>
                    <a:pt x="4671" y="634"/>
                  </a:cubicBezTo>
                  <a:cubicBezTo>
                    <a:pt x="4571" y="401"/>
                    <a:pt x="4404" y="167"/>
                    <a:pt x="42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6"/>
            <p:cNvSpPr/>
            <p:nvPr/>
          </p:nvSpPr>
          <p:spPr>
            <a:xfrm>
              <a:off x="3418724" y="885094"/>
              <a:ext cx="194592" cy="197647"/>
            </a:xfrm>
            <a:custGeom>
              <a:avLst/>
              <a:gdLst/>
              <a:ahLst/>
              <a:cxnLst/>
              <a:rect l="l" t="t" r="r" b="b"/>
              <a:pathLst>
                <a:path w="5605" h="5693" extrusionOk="0">
                  <a:moveTo>
                    <a:pt x="4237" y="1"/>
                  </a:moveTo>
                  <a:cubicBezTo>
                    <a:pt x="4237" y="1"/>
                    <a:pt x="4504" y="4837"/>
                    <a:pt x="0" y="5238"/>
                  </a:cubicBezTo>
                  <a:cubicBezTo>
                    <a:pt x="525" y="5542"/>
                    <a:pt x="1118" y="5692"/>
                    <a:pt x="1714" y="5692"/>
                  </a:cubicBezTo>
                  <a:cubicBezTo>
                    <a:pt x="2294" y="5692"/>
                    <a:pt x="2877" y="5551"/>
                    <a:pt x="3403" y="5271"/>
                  </a:cubicBezTo>
                  <a:cubicBezTo>
                    <a:pt x="5004" y="4337"/>
                    <a:pt x="5604" y="2269"/>
                    <a:pt x="4670" y="634"/>
                  </a:cubicBezTo>
                  <a:cubicBezTo>
                    <a:pt x="4570" y="401"/>
                    <a:pt x="4404" y="201"/>
                    <a:pt x="42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0" name="Google Shape;1310;p36"/>
          <p:cNvGrpSpPr/>
          <p:nvPr/>
        </p:nvGrpSpPr>
        <p:grpSpPr>
          <a:xfrm>
            <a:off x="7675375" y="1189101"/>
            <a:ext cx="1024018" cy="1130791"/>
            <a:chOff x="-330850" y="3608126"/>
            <a:chExt cx="1024018" cy="1130791"/>
          </a:xfrm>
        </p:grpSpPr>
        <p:sp>
          <p:nvSpPr>
            <p:cNvPr id="1311" name="Google Shape;1311;p36"/>
            <p:cNvSpPr/>
            <p:nvPr/>
          </p:nvSpPr>
          <p:spPr>
            <a:xfrm>
              <a:off x="-330850" y="3639709"/>
              <a:ext cx="984846" cy="1097497"/>
            </a:xfrm>
            <a:custGeom>
              <a:avLst/>
              <a:gdLst/>
              <a:ahLst/>
              <a:cxnLst/>
              <a:rect l="l" t="t" r="r" b="b"/>
              <a:pathLst>
                <a:path w="18429" h="20537" extrusionOk="0">
                  <a:moveTo>
                    <a:pt x="13191" y="1"/>
                  </a:moveTo>
                  <a:lnTo>
                    <a:pt x="10723" y="4737"/>
                  </a:lnTo>
                  <a:cubicBezTo>
                    <a:pt x="10401" y="4700"/>
                    <a:pt x="10083" y="4682"/>
                    <a:pt x="9771" y="4682"/>
                  </a:cubicBezTo>
                  <a:cubicBezTo>
                    <a:pt x="3943" y="4682"/>
                    <a:pt x="1" y="10995"/>
                    <a:pt x="2850" y="16346"/>
                  </a:cubicBezTo>
                  <a:cubicBezTo>
                    <a:pt x="4340" y="19144"/>
                    <a:pt x="7087" y="20536"/>
                    <a:pt x="9836" y="20536"/>
                  </a:cubicBezTo>
                  <a:cubicBezTo>
                    <a:pt x="12625" y="20536"/>
                    <a:pt x="15415" y="19102"/>
                    <a:pt x="16894" y="16246"/>
                  </a:cubicBezTo>
                  <a:cubicBezTo>
                    <a:pt x="18428" y="13244"/>
                    <a:pt x="17928" y="9608"/>
                    <a:pt x="15593" y="7173"/>
                  </a:cubicBezTo>
                  <a:lnTo>
                    <a:pt x="15993" y="6439"/>
                  </a:lnTo>
                  <a:cubicBezTo>
                    <a:pt x="16860" y="4737"/>
                    <a:pt x="18028" y="2502"/>
                    <a:pt x="18028" y="2502"/>
                  </a:cubicBezTo>
                  <a:lnTo>
                    <a:pt x="131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6"/>
            <p:cNvSpPr/>
            <p:nvPr/>
          </p:nvSpPr>
          <p:spPr>
            <a:xfrm>
              <a:off x="-34149" y="3947419"/>
              <a:ext cx="253145" cy="173894"/>
            </a:xfrm>
            <a:custGeom>
              <a:avLst/>
              <a:gdLst/>
              <a:ahLst/>
              <a:cxnLst/>
              <a:rect l="l" t="t" r="r" b="b"/>
              <a:pathLst>
                <a:path w="4737" h="3254" extrusionOk="0">
                  <a:moveTo>
                    <a:pt x="3291" y="1"/>
                  </a:moveTo>
                  <a:cubicBezTo>
                    <a:pt x="2812" y="1"/>
                    <a:pt x="2244" y="151"/>
                    <a:pt x="1701" y="447"/>
                  </a:cubicBezTo>
                  <a:cubicBezTo>
                    <a:pt x="601" y="1081"/>
                    <a:pt x="0" y="2115"/>
                    <a:pt x="367" y="2749"/>
                  </a:cubicBezTo>
                  <a:cubicBezTo>
                    <a:pt x="553" y="3087"/>
                    <a:pt x="944" y="3253"/>
                    <a:pt x="1432" y="3253"/>
                  </a:cubicBezTo>
                  <a:cubicBezTo>
                    <a:pt x="1908" y="3253"/>
                    <a:pt x="2476" y="3095"/>
                    <a:pt x="3036" y="2782"/>
                  </a:cubicBezTo>
                  <a:cubicBezTo>
                    <a:pt x="4136" y="2148"/>
                    <a:pt x="4737" y="1114"/>
                    <a:pt x="4370" y="481"/>
                  </a:cubicBezTo>
                  <a:cubicBezTo>
                    <a:pt x="4184" y="159"/>
                    <a:pt x="3784" y="1"/>
                    <a:pt x="32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6"/>
            <p:cNvSpPr/>
            <p:nvPr/>
          </p:nvSpPr>
          <p:spPr>
            <a:xfrm>
              <a:off x="-169620" y="4406258"/>
              <a:ext cx="659610" cy="282003"/>
            </a:xfrm>
            <a:custGeom>
              <a:avLst/>
              <a:gdLst/>
              <a:ahLst/>
              <a:cxnLst/>
              <a:rect l="l" t="t" r="r" b="b"/>
              <a:pathLst>
                <a:path w="12343" h="5277" extrusionOk="0">
                  <a:moveTo>
                    <a:pt x="0" y="0"/>
                  </a:moveTo>
                  <a:lnTo>
                    <a:pt x="0" y="0"/>
                  </a:lnTo>
                  <a:cubicBezTo>
                    <a:pt x="916" y="3358"/>
                    <a:pt x="3905" y="5276"/>
                    <a:pt x="6953" y="5276"/>
                  </a:cubicBezTo>
                  <a:cubicBezTo>
                    <a:pt x="8901" y="5276"/>
                    <a:pt x="10873" y="4493"/>
                    <a:pt x="12342" y="2802"/>
                  </a:cubicBez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6"/>
            <p:cNvSpPr/>
            <p:nvPr/>
          </p:nvSpPr>
          <p:spPr>
            <a:xfrm>
              <a:off x="-212426" y="3653978"/>
              <a:ext cx="905594" cy="1084939"/>
            </a:xfrm>
            <a:custGeom>
              <a:avLst/>
              <a:gdLst/>
              <a:ahLst/>
              <a:cxnLst/>
              <a:rect l="l" t="t" r="r" b="b"/>
              <a:pathLst>
                <a:path w="16946" h="20302" extrusionOk="0">
                  <a:moveTo>
                    <a:pt x="11509" y="1"/>
                  </a:moveTo>
                  <a:lnTo>
                    <a:pt x="11275" y="201"/>
                  </a:lnTo>
                  <a:lnTo>
                    <a:pt x="14377" y="2402"/>
                  </a:lnTo>
                  <a:lnTo>
                    <a:pt x="12209" y="6572"/>
                  </a:lnTo>
                  <a:cubicBezTo>
                    <a:pt x="12209" y="6605"/>
                    <a:pt x="13277" y="11876"/>
                    <a:pt x="9507" y="15312"/>
                  </a:cubicBezTo>
                  <a:cubicBezTo>
                    <a:pt x="8276" y="16412"/>
                    <a:pt x="6886" y="16859"/>
                    <a:pt x="5518" y="16859"/>
                  </a:cubicBezTo>
                  <a:cubicBezTo>
                    <a:pt x="3401" y="16859"/>
                    <a:pt x="1338" y="15789"/>
                    <a:pt x="0" y="14411"/>
                  </a:cubicBezTo>
                  <a:lnTo>
                    <a:pt x="0" y="14411"/>
                  </a:lnTo>
                  <a:cubicBezTo>
                    <a:pt x="968" y="18041"/>
                    <a:pt x="4236" y="20301"/>
                    <a:pt x="7676" y="20301"/>
                  </a:cubicBezTo>
                  <a:cubicBezTo>
                    <a:pt x="8978" y="20301"/>
                    <a:pt x="10305" y="19977"/>
                    <a:pt x="11542" y="19281"/>
                  </a:cubicBezTo>
                  <a:cubicBezTo>
                    <a:pt x="16045" y="16746"/>
                    <a:pt x="16946" y="10642"/>
                    <a:pt x="13377" y="6906"/>
                  </a:cubicBezTo>
                  <a:cubicBezTo>
                    <a:pt x="14244" y="5238"/>
                    <a:pt x="15812" y="2235"/>
                    <a:pt x="15812" y="2235"/>
                  </a:cubicBezTo>
                  <a:lnTo>
                    <a:pt x="11509" y="1"/>
                  </a:ln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6"/>
            <p:cNvSpPr/>
            <p:nvPr/>
          </p:nvSpPr>
          <p:spPr>
            <a:xfrm>
              <a:off x="338865" y="3608126"/>
              <a:ext cx="345383" cy="189178"/>
            </a:xfrm>
            <a:custGeom>
              <a:avLst/>
              <a:gdLst/>
              <a:ahLst/>
              <a:cxnLst/>
              <a:rect l="l" t="t" r="r" b="b"/>
              <a:pathLst>
                <a:path w="6463" h="3540" extrusionOk="0">
                  <a:moveTo>
                    <a:pt x="610" y="0"/>
                  </a:moveTo>
                  <a:cubicBezTo>
                    <a:pt x="226" y="0"/>
                    <a:pt x="0" y="565"/>
                    <a:pt x="425" y="792"/>
                  </a:cubicBezTo>
                  <a:lnTo>
                    <a:pt x="5663" y="3494"/>
                  </a:lnTo>
                  <a:cubicBezTo>
                    <a:pt x="5725" y="3525"/>
                    <a:pt x="5787" y="3539"/>
                    <a:pt x="5845" y="3539"/>
                  </a:cubicBezTo>
                  <a:cubicBezTo>
                    <a:pt x="6221" y="3539"/>
                    <a:pt x="6463" y="2962"/>
                    <a:pt x="6029" y="2760"/>
                  </a:cubicBezTo>
                  <a:lnTo>
                    <a:pt x="826" y="58"/>
                  </a:lnTo>
                  <a:cubicBezTo>
                    <a:pt x="751" y="18"/>
                    <a:pt x="678" y="0"/>
                    <a:pt x="6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6"/>
            <p:cNvSpPr/>
            <p:nvPr/>
          </p:nvSpPr>
          <p:spPr>
            <a:xfrm>
              <a:off x="270568" y="3693577"/>
              <a:ext cx="139211" cy="227120"/>
            </a:xfrm>
            <a:custGeom>
              <a:avLst/>
              <a:gdLst/>
              <a:ahLst/>
              <a:cxnLst/>
              <a:rect l="l" t="t" r="r" b="b"/>
              <a:pathLst>
                <a:path w="2605" h="4250" extrusionOk="0">
                  <a:moveTo>
                    <a:pt x="2272" y="1"/>
                  </a:moveTo>
                  <a:cubicBezTo>
                    <a:pt x="2155" y="1"/>
                    <a:pt x="2052" y="63"/>
                    <a:pt x="2004" y="160"/>
                  </a:cubicBezTo>
                  <a:lnTo>
                    <a:pt x="136" y="3829"/>
                  </a:lnTo>
                  <a:cubicBezTo>
                    <a:pt x="0" y="4055"/>
                    <a:pt x="200" y="4250"/>
                    <a:pt x="406" y="4250"/>
                  </a:cubicBezTo>
                  <a:cubicBezTo>
                    <a:pt x="504" y="4250"/>
                    <a:pt x="604" y="4205"/>
                    <a:pt x="669" y="4096"/>
                  </a:cubicBezTo>
                  <a:lnTo>
                    <a:pt x="2537" y="427"/>
                  </a:lnTo>
                  <a:cubicBezTo>
                    <a:pt x="2604" y="294"/>
                    <a:pt x="2537" y="93"/>
                    <a:pt x="2404" y="27"/>
                  </a:cubicBezTo>
                  <a:cubicBezTo>
                    <a:pt x="2359" y="9"/>
                    <a:pt x="2315" y="1"/>
                    <a:pt x="2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7" name="Google Shape;1317;p36"/>
          <p:cNvSpPr txBox="1"/>
          <p:nvPr/>
        </p:nvSpPr>
        <p:spPr>
          <a:xfrm>
            <a:off x="6122049" y="866593"/>
            <a:ext cx="1648800" cy="356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700">
                <a:solidFill>
                  <a:schemeClr val="lt1"/>
                </a:solidFill>
                <a:latin typeface="Montserrat ExtraBold"/>
                <a:ea typeface="Montserrat ExtraBold"/>
                <a:cs typeface="Montserrat ExtraBold"/>
                <a:sym typeface="Montserrat ExtraBold"/>
              </a:rPr>
              <a:t>4th grade</a:t>
            </a:r>
            <a:endParaRPr sz="1700">
              <a:solidFill>
                <a:schemeClr val="lt1"/>
              </a:solidFill>
              <a:latin typeface="Montserrat ExtraBold"/>
              <a:ea typeface="Montserrat ExtraBold"/>
              <a:cs typeface="Montserrat ExtraBold"/>
              <a:sym typeface="Montserrat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21"/>
        <p:cNvGrpSpPr/>
        <p:nvPr/>
      </p:nvGrpSpPr>
      <p:grpSpPr>
        <a:xfrm>
          <a:off x="0" y="0"/>
          <a:ext cx="0" cy="0"/>
          <a:chOff x="0" y="0"/>
          <a:chExt cx="0" cy="0"/>
        </a:xfrm>
      </p:grpSpPr>
      <p:sp>
        <p:nvSpPr>
          <p:cNvPr id="1322" name="Google Shape;1322;p37"/>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Contents of this template</a:t>
            </a:r>
            <a:endParaRPr/>
          </a:p>
        </p:txBody>
      </p:sp>
      <p:graphicFrame>
        <p:nvGraphicFramePr>
          <p:cNvPr id="1323" name="Google Shape;1323;p37"/>
          <p:cNvGraphicFramePr/>
          <p:nvPr/>
        </p:nvGraphicFramePr>
        <p:xfrm>
          <a:off x="797750" y="1614825"/>
          <a:ext cx="3000000" cy="3000000"/>
        </p:xfrm>
        <a:graphic>
          <a:graphicData uri="http://schemas.openxmlformats.org/drawingml/2006/table">
            <a:tbl>
              <a:tblPr>
                <a:noFill/>
                <a:tableStyleId>{89C3FE53-DF3B-41FF-87D3-F8DDF75BA68D}</a:tableStyleId>
              </a:tblPr>
              <a:tblGrid>
                <a:gridCol w="2231100">
                  <a:extLst>
                    <a:ext uri="{9D8B030D-6E8A-4147-A177-3AD203B41FA5}">
                      <a16:colId xmlns:a16="http://schemas.microsoft.com/office/drawing/2014/main" val="20000"/>
                    </a:ext>
                  </a:extLst>
                </a:gridCol>
                <a:gridCol w="5317400">
                  <a:extLst>
                    <a:ext uri="{9D8B030D-6E8A-4147-A177-3AD203B41FA5}">
                      <a16:colId xmlns:a16="http://schemas.microsoft.com/office/drawing/2014/main" val="20001"/>
                    </a:ext>
                  </a:extLst>
                </a:gridCol>
              </a:tblGrid>
              <a:tr h="400950">
                <a:tc>
                  <a:txBody>
                    <a:bodyPr/>
                    <a:lstStyle/>
                    <a:p>
                      <a:pPr marL="0" lvl="0" indent="0" algn="l" rtl="0">
                        <a:spcBef>
                          <a:spcPts val="0"/>
                        </a:spcBef>
                        <a:spcAft>
                          <a:spcPts val="0"/>
                        </a:spcAft>
                        <a:buNone/>
                      </a:pPr>
                      <a:r>
                        <a:rPr lang="en" sz="950" b="1" u="sng">
                          <a:solidFill>
                            <a:schemeClr val="dk1"/>
                          </a:solidFill>
                          <a:latin typeface="Epilogue"/>
                          <a:ea typeface="Epilogue"/>
                          <a:cs typeface="Epilogue"/>
                          <a:sym typeface="Epilogu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Fonts</a:t>
                      </a:r>
                      <a:endParaRPr sz="950" b="1" u="sng">
                        <a:solidFill>
                          <a:schemeClr val="dk1"/>
                        </a:solidFill>
                        <a:latin typeface="Epilogue"/>
                        <a:ea typeface="Epilogue"/>
                        <a:cs typeface="Epilogue"/>
                        <a:sym typeface="Epilogue"/>
                      </a:endParaRPr>
                    </a:p>
                  </a:txBody>
                  <a:tcPr marL="91425" marR="91425" marT="0" marB="0"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tc>
                  <a:txBody>
                    <a:bodyPr/>
                    <a:lstStyle/>
                    <a:p>
                      <a:pPr marL="0" lvl="0" indent="0" algn="l" rtl="0">
                        <a:spcBef>
                          <a:spcPts val="0"/>
                        </a:spcBef>
                        <a:spcAft>
                          <a:spcPts val="1600"/>
                        </a:spcAft>
                        <a:buNone/>
                      </a:pPr>
                      <a:r>
                        <a:rPr lang="en" sz="950">
                          <a:solidFill>
                            <a:schemeClr val="dk1"/>
                          </a:solidFill>
                          <a:latin typeface="Epilogue"/>
                          <a:ea typeface="Epilogue"/>
                          <a:cs typeface="Epilogue"/>
                          <a:sym typeface="Epilogue"/>
                        </a:rPr>
                        <a:t>To view this template correctly in PowerPoint, download and install the fonts we used</a:t>
                      </a:r>
                      <a:endParaRPr sz="950">
                        <a:solidFill>
                          <a:schemeClr val="dk1"/>
                        </a:solidFill>
                        <a:latin typeface="Epilogue"/>
                        <a:ea typeface="Epilogue"/>
                        <a:cs typeface="Epilogue"/>
                        <a:sym typeface="Epilogue"/>
                      </a:endParaRPr>
                    </a:p>
                  </a:txBody>
                  <a:tcPr marL="91425" marR="91425" marT="0" marB="0"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0"/>
                  </a:ext>
                </a:extLst>
              </a:tr>
              <a:tr h="400950">
                <a:tc>
                  <a:txBody>
                    <a:bodyPr/>
                    <a:lstStyle/>
                    <a:p>
                      <a:pPr marL="0" lvl="0" indent="0" algn="l" rtl="0">
                        <a:spcBef>
                          <a:spcPts val="0"/>
                        </a:spcBef>
                        <a:spcAft>
                          <a:spcPts val="0"/>
                        </a:spcAft>
                        <a:buNone/>
                      </a:pPr>
                      <a:r>
                        <a:rPr lang="en" sz="950" b="1" u="sng">
                          <a:solidFill>
                            <a:schemeClr val="dk1"/>
                          </a:solidFill>
                          <a:latin typeface="Epilogue"/>
                          <a:ea typeface="Epilogue"/>
                          <a:cs typeface="Epilogue"/>
                          <a:sym typeface="Epilogu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Used</a:t>
                      </a:r>
                      <a:r>
                        <a:rPr lang="en" sz="950">
                          <a:solidFill>
                            <a:schemeClr val="dk1"/>
                          </a:solidFill>
                          <a:latin typeface="Epilogue"/>
                          <a:ea typeface="Epilogue"/>
                          <a:cs typeface="Epilogue"/>
                          <a:sym typeface="Epilogue"/>
                        </a:rPr>
                        <a:t> and </a:t>
                      </a:r>
                      <a:r>
                        <a:rPr lang="en" sz="950" b="1" u="sng">
                          <a:solidFill>
                            <a:schemeClr val="dk1"/>
                          </a:solidFill>
                          <a:latin typeface="Epilogue"/>
                          <a:ea typeface="Epilogue"/>
                          <a:cs typeface="Epilogue"/>
                          <a:sym typeface="Epilogu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alternative</a:t>
                      </a:r>
                      <a:r>
                        <a:rPr lang="en" sz="950" b="1" u="sng">
                          <a:solidFill>
                            <a:schemeClr val="dk1"/>
                          </a:solidFill>
                          <a:latin typeface="Epilogue"/>
                          <a:ea typeface="Epilogue"/>
                          <a:cs typeface="Epilogue"/>
                          <a:sym typeface="Epilogu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resources</a:t>
                      </a:r>
                      <a:endParaRPr sz="950" b="1" u="sng">
                        <a:solidFill>
                          <a:schemeClr val="dk1"/>
                        </a:solidFill>
                        <a:latin typeface="Epilogue"/>
                        <a:ea typeface="Epilogue"/>
                        <a:cs typeface="Epilogue"/>
                        <a:sym typeface="Epilogue"/>
                      </a:endParaRPr>
                    </a:p>
                  </a:txBody>
                  <a:tcPr marL="91425" marR="91425" marT="0" marB="0"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tc>
                  <a:txBody>
                    <a:bodyPr/>
                    <a:lstStyle/>
                    <a:p>
                      <a:pPr marL="0" marR="0" lvl="0" indent="0" algn="l" rtl="0">
                        <a:lnSpc>
                          <a:spcPct val="100000"/>
                        </a:lnSpc>
                        <a:spcBef>
                          <a:spcPts val="0"/>
                        </a:spcBef>
                        <a:spcAft>
                          <a:spcPts val="1600"/>
                        </a:spcAft>
                        <a:buNone/>
                      </a:pPr>
                      <a:r>
                        <a:rPr lang="en" sz="950">
                          <a:solidFill>
                            <a:schemeClr val="dk1"/>
                          </a:solidFill>
                          <a:latin typeface="Epilogue"/>
                          <a:ea typeface="Epilogue"/>
                          <a:cs typeface="Epilogue"/>
                          <a:sym typeface="Epilogue"/>
                        </a:rPr>
                        <a:t>An assortment of graphic resources that are suitable for use in this presentation</a:t>
                      </a:r>
                      <a:endParaRPr sz="950">
                        <a:solidFill>
                          <a:schemeClr val="dk1"/>
                        </a:solidFill>
                        <a:latin typeface="Epilogue"/>
                        <a:ea typeface="Epilogue"/>
                        <a:cs typeface="Epilogue"/>
                        <a:sym typeface="Epilogue"/>
                      </a:endParaRPr>
                    </a:p>
                  </a:txBody>
                  <a:tcPr marL="91425" marR="91425" marT="0" marB="0"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1"/>
                  </a:ext>
                </a:extLst>
              </a:tr>
              <a:tr h="400950">
                <a:tc>
                  <a:txBody>
                    <a:bodyPr/>
                    <a:lstStyle/>
                    <a:p>
                      <a:pPr marL="0" lvl="0" indent="0" algn="l" rtl="0">
                        <a:spcBef>
                          <a:spcPts val="0"/>
                        </a:spcBef>
                        <a:spcAft>
                          <a:spcPts val="0"/>
                        </a:spcAft>
                        <a:buNone/>
                      </a:pPr>
                      <a:r>
                        <a:rPr lang="en" sz="950" b="1" u="sng">
                          <a:solidFill>
                            <a:schemeClr val="dk1"/>
                          </a:solidFill>
                          <a:latin typeface="Epilogue"/>
                          <a:ea typeface="Epilogue"/>
                          <a:cs typeface="Epilogue"/>
                          <a:sym typeface="Epilogue"/>
                          <a:hlinkClick r:id="rId3" action="ppaction://hlinksldjump">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Thanks slide</a:t>
                      </a:r>
                      <a:endParaRPr sz="950" b="1" u="sng">
                        <a:solidFill>
                          <a:schemeClr val="dk1"/>
                        </a:solidFill>
                        <a:latin typeface="Epilogue"/>
                        <a:ea typeface="Epilogue"/>
                        <a:cs typeface="Epilogue"/>
                        <a:sym typeface="Epilogue"/>
                      </a:endParaRPr>
                    </a:p>
                  </a:txBody>
                  <a:tcPr marL="91425" marR="91425" marT="0" marB="0"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tc>
                  <a:txBody>
                    <a:bodyPr/>
                    <a:lstStyle/>
                    <a:p>
                      <a:pPr marL="0" lvl="0" indent="0" algn="l" rtl="0">
                        <a:spcBef>
                          <a:spcPts val="0"/>
                        </a:spcBef>
                        <a:spcAft>
                          <a:spcPts val="1600"/>
                        </a:spcAft>
                        <a:buNone/>
                      </a:pPr>
                      <a:r>
                        <a:rPr lang="en" sz="950">
                          <a:solidFill>
                            <a:schemeClr val="dk1"/>
                          </a:solidFill>
                          <a:latin typeface="Epilogue"/>
                          <a:ea typeface="Epilogue"/>
                          <a:cs typeface="Epilogue"/>
                          <a:sym typeface="Epilogue"/>
                        </a:rPr>
                        <a:t>You must keep it so that proper credits for our design are given</a:t>
                      </a:r>
                      <a:endParaRPr sz="950">
                        <a:solidFill>
                          <a:schemeClr val="dk1"/>
                        </a:solidFill>
                        <a:latin typeface="Epilogue"/>
                        <a:ea typeface="Epilogue"/>
                        <a:cs typeface="Epilogue"/>
                        <a:sym typeface="Epilogue"/>
                      </a:endParaRPr>
                    </a:p>
                  </a:txBody>
                  <a:tcPr marL="91425" marR="91425" marT="0" marB="0"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2"/>
                  </a:ext>
                </a:extLst>
              </a:tr>
              <a:tr h="400950">
                <a:tc>
                  <a:txBody>
                    <a:bodyPr/>
                    <a:lstStyle/>
                    <a:p>
                      <a:pPr marL="0" lvl="0" indent="0" algn="l" rtl="0">
                        <a:spcBef>
                          <a:spcPts val="0"/>
                        </a:spcBef>
                        <a:spcAft>
                          <a:spcPts val="0"/>
                        </a:spcAft>
                        <a:buNone/>
                      </a:pPr>
                      <a:r>
                        <a:rPr lang="en" sz="950" b="1" u="sng">
                          <a:solidFill>
                            <a:schemeClr val="dk1"/>
                          </a:solidFill>
                          <a:latin typeface="Epilogue"/>
                          <a:ea typeface="Epilogue"/>
                          <a:cs typeface="Epilogue"/>
                          <a:sym typeface="Epilogu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Colors</a:t>
                      </a:r>
                      <a:endParaRPr sz="950" b="1" u="sng">
                        <a:solidFill>
                          <a:schemeClr val="dk1"/>
                        </a:solidFill>
                        <a:latin typeface="Epilogue"/>
                        <a:ea typeface="Epilogue"/>
                        <a:cs typeface="Epilogue"/>
                        <a:sym typeface="Epilogue"/>
                      </a:endParaRPr>
                    </a:p>
                  </a:txBody>
                  <a:tcPr marL="91425" marR="91425" marT="0" marB="0"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tc>
                  <a:txBody>
                    <a:bodyPr/>
                    <a:lstStyle/>
                    <a:p>
                      <a:pPr marL="0" lvl="0" indent="0" algn="l" rtl="0">
                        <a:spcBef>
                          <a:spcPts val="0"/>
                        </a:spcBef>
                        <a:spcAft>
                          <a:spcPts val="1600"/>
                        </a:spcAft>
                        <a:buNone/>
                      </a:pPr>
                      <a:r>
                        <a:rPr lang="en" sz="950">
                          <a:solidFill>
                            <a:schemeClr val="dk1"/>
                          </a:solidFill>
                          <a:latin typeface="Epilogue"/>
                          <a:ea typeface="Epilogue"/>
                          <a:cs typeface="Epilogue"/>
                          <a:sym typeface="Epilogue"/>
                        </a:rPr>
                        <a:t>All the colors used in this presentation</a:t>
                      </a:r>
                      <a:endParaRPr sz="950">
                        <a:solidFill>
                          <a:schemeClr val="dk1"/>
                        </a:solidFill>
                        <a:latin typeface="Epilogue"/>
                        <a:ea typeface="Epilogue"/>
                        <a:cs typeface="Epilogue"/>
                        <a:sym typeface="Epilogue"/>
                      </a:endParaRPr>
                    </a:p>
                  </a:txBody>
                  <a:tcPr marL="91425" marR="91425" marT="0" marB="0"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3"/>
                  </a:ext>
                </a:extLst>
              </a:tr>
              <a:tr h="400950">
                <a:tc>
                  <a:txBody>
                    <a:bodyPr/>
                    <a:lstStyle/>
                    <a:p>
                      <a:pPr marL="0" lvl="0" indent="0" algn="l" rtl="0">
                        <a:spcBef>
                          <a:spcPts val="0"/>
                        </a:spcBef>
                        <a:spcAft>
                          <a:spcPts val="0"/>
                        </a:spcAft>
                        <a:buNone/>
                      </a:pPr>
                      <a:r>
                        <a:rPr lang="en" sz="950" b="1" u="sng">
                          <a:solidFill>
                            <a:schemeClr val="dk1"/>
                          </a:solidFill>
                          <a:latin typeface="Epilogue"/>
                          <a:ea typeface="Epilogue"/>
                          <a:cs typeface="Epilogue"/>
                          <a:sym typeface="Epilogu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Icons</a:t>
                      </a:r>
                      <a:r>
                        <a:rPr lang="en" sz="950">
                          <a:solidFill>
                            <a:schemeClr val="dk1"/>
                          </a:solidFill>
                          <a:latin typeface="Epilogue"/>
                          <a:ea typeface="Epilogue"/>
                          <a:cs typeface="Epilogue"/>
                          <a:sym typeface="Epilogue"/>
                        </a:rPr>
                        <a:t> and </a:t>
                      </a:r>
                      <a:r>
                        <a:rPr lang="en" sz="950" b="1" u="sng">
                          <a:solidFill>
                            <a:schemeClr val="dk1"/>
                          </a:solidFill>
                          <a:latin typeface="Epilogue"/>
                          <a:ea typeface="Epilogue"/>
                          <a:cs typeface="Epilogue"/>
                          <a:sym typeface="Epilogu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infographic resources</a:t>
                      </a:r>
                      <a:endParaRPr sz="950" b="1" u="sng">
                        <a:solidFill>
                          <a:schemeClr val="dk1"/>
                        </a:solidFill>
                        <a:latin typeface="Epilogue"/>
                        <a:ea typeface="Epilogue"/>
                        <a:cs typeface="Epilogue"/>
                        <a:sym typeface="Epilogue"/>
                      </a:endParaRPr>
                    </a:p>
                  </a:txBody>
                  <a:tcPr marL="91425" marR="91425" marT="0" marB="0"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tc>
                  <a:txBody>
                    <a:bodyPr/>
                    <a:lstStyle/>
                    <a:p>
                      <a:pPr marL="0" lvl="0" indent="0" algn="l" rtl="0">
                        <a:spcBef>
                          <a:spcPts val="0"/>
                        </a:spcBef>
                        <a:spcAft>
                          <a:spcPts val="0"/>
                        </a:spcAft>
                        <a:buNone/>
                      </a:pPr>
                      <a:r>
                        <a:rPr lang="en" sz="950">
                          <a:solidFill>
                            <a:schemeClr val="dk1"/>
                          </a:solidFill>
                          <a:latin typeface="Epilogue"/>
                          <a:ea typeface="Epilogue"/>
                          <a:cs typeface="Epilogue"/>
                          <a:sym typeface="Epilogue"/>
                        </a:rPr>
                        <a:t>These can be used in the template, and their size and color can be edited</a:t>
                      </a:r>
                      <a:endParaRPr sz="950">
                        <a:solidFill>
                          <a:schemeClr val="dk1"/>
                        </a:solidFill>
                        <a:latin typeface="Epilogue"/>
                        <a:ea typeface="Epilogue"/>
                        <a:cs typeface="Epilogue"/>
                        <a:sym typeface="Epilogue"/>
                      </a:endParaRPr>
                    </a:p>
                  </a:txBody>
                  <a:tcPr marL="91425" marR="91425" marT="0" marB="0"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4"/>
                  </a:ext>
                </a:extLst>
              </a:tr>
              <a:tr h="400950">
                <a:tc>
                  <a:txBody>
                    <a:bodyPr/>
                    <a:lstStyle/>
                    <a:p>
                      <a:pPr marL="0" lvl="0" indent="0" algn="l" rtl="0">
                        <a:spcBef>
                          <a:spcPts val="0"/>
                        </a:spcBef>
                        <a:spcAft>
                          <a:spcPts val="0"/>
                        </a:spcAft>
                        <a:buNone/>
                      </a:pPr>
                      <a:r>
                        <a:rPr lang="en" sz="950">
                          <a:solidFill>
                            <a:schemeClr val="dk1"/>
                          </a:solidFill>
                          <a:latin typeface="Epilogue"/>
                          <a:ea typeface="Epilogue"/>
                          <a:cs typeface="Epilogue"/>
                          <a:sym typeface="Epilogue"/>
                        </a:rPr>
                        <a:t>Editable presentation theme </a:t>
                      </a:r>
                      <a:endParaRPr sz="950">
                        <a:solidFill>
                          <a:schemeClr val="dk1"/>
                        </a:solidFill>
                        <a:latin typeface="Epilogue"/>
                        <a:ea typeface="Epilogue"/>
                        <a:cs typeface="Epilogue"/>
                        <a:sym typeface="Epilogue"/>
                      </a:endParaRPr>
                    </a:p>
                  </a:txBody>
                  <a:tcPr marL="91425" marR="91425" marT="0" marB="0"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tc>
                  <a:txBody>
                    <a:bodyPr/>
                    <a:lstStyle/>
                    <a:p>
                      <a:pPr marL="0" lvl="0" indent="0" algn="l" rtl="0">
                        <a:spcBef>
                          <a:spcPts val="0"/>
                        </a:spcBef>
                        <a:spcAft>
                          <a:spcPts val="1600"/>
                        </a:spcAft>
                        <a:buNone/>
                      </a:pPr>
                      <a:r>
                        <a:rPr lang="en" sz="950">
                          <a:solidFill>
                            <a:schemeClr val="dk1"/>
                          </a:solidFill>
                          <a:latin typeface="Epilogue"/>
                          <a:ea typeface="Epilogue"/>
                          <a:cs typeface="Epilogue"/>
                          <a:sym typeface="Epilogue"/>
                        </a:rPr>
                        <a:t>You can edit the master slides easily. For more info, click </a:t>
                      </a:r>
                      <a:r>
                        <a:rPr lang="en" sz="950" b="1" u="sng">
                          <a:solidFill>
                            <a:schemeClr val="dk1"/>
                          </a:solidFill>
                          <a:latin typeface="Epilogue"/>
                          <a:ea typeface="Epilogue"/>
                          <a:cs typeface="Epilogue"/>
                          <a:sym typeface="Epilogue"/>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950" b="1" u="sng">
                        <a:solidFill>
                          <a:schemeClr val="dk1"/>
                        </a:solidFill>
                        <a:latin typeface="Epilogue"/>
                        <a:ea typeface="Epilogue"/>
                        <a:cs typeface="Epilogue"/>
                        <a:sym typeface="Epilogue"/>
                      </a:endParaRPr>
                    </a:p>
                  </a:txBody>
                  <a:tcPr marL="91425" marR="91425" marT="0" marB="0"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5"/>
                  </a:ext>
                </a:extLst>
              </a:tr>
            </a:tbl>
          </a:graphicData>
        </a:graphic>
      </p:graphicFrame>
      <p:sp>
        <p:nvSpPr>
          <p:cNvPr id="1324" name="Google Shape;1324;p37"/>
          <p:cNvSpPr txBox="1"/>
          <p:nvPr/>
        </p:nvSpPr>
        <p:spPr>
          <a:xfrm>
            <a:off x="720000" y="1088887"/>
            <a:ext cx="7704000" cy="369900"/>
          </a:xfrm>
          <a:prstGeom prst="rect">
            <a:avLst/>
          </a:prstGeom>
          <a:noFill/>
          <a:ln>
            <a:noFill/>
          </a:ln>
        </p:spPr>
        <p:txBody>
          <a:bodyPr spcFirstLastPara="1" wrap="square" lIns="91425" tIns="91425" rIns="0" bIns="91425" anchor="t" anchorCtr="0">
            <a:noAutofit/>
          </a:bodyPr>
          <a:lstStyle/>
          <a:p>
            <a:pPr marL="0" lvl="0" indent="0" algn="l" rtl="0">
              <a:lnSpc>
                <a:spcPct val="115000"/>
              </a:lnSpc>
              <a:spcBef>
                <a:spcPts val="0"/>
              </a:spcBef>
              <a:spcAft>
                <a:spcPts val="0"/>
              </a:spcAft>
              <a:buNone/>
            </a:pPr>
            <a:r>
              <a:rPr lang="en">
                <a:solidFill>
                  <a:schemeClr val="dk1"/>
                </a:solidFill>
                <a:latin typeface="Epilogue"/>
                <a:ea typeface="Epilogue"/>
                <a:cs typeface="Epilogue"/>
                <a:sym typeface="Epilogue"/>
              </a:rPr>
              <a:t>You can delete this slide when you’re done editing the presentation</a:t>
            </a:r>
            <a:endParaRPr>
              <a:solidFill>
                <a:schemeClr val="dk1"/>
              </a:solidFill>
              <a:latin typeface="Epilogue"/>
              <a:ea typeface="Epilogue"/>
              <a:cs typeface="Epilogue"/>
              <a:sym typeface="Epilogue"/>
            </a:endParaRPr>
          </a:p>
          <a:p>
            <a:pPr marL="0" lvl="0" indent="0" algn="l" rtl="0">
              <a:lnSpc>
                <a:spcPct val="115000"/>
              </a:lnSpc>
              <a:spcBef>
                <a:spcPts val="0"/>
              </a:spcBef>
              <a:spcAft>
                <a:spcPts val="0"/>
              </a:spcAft>
              <a:buNone/>
            </a:pPr>
            <a:endParaRPr>
              <a:solidFill>
                <a:schemeClr val="dk1"/>
              </a:solidFill>
              <a:latin typeface="Epilogue"/>
              <a:ea typeface="Epilogue"/>
              <a:cs typeface="Epilogue"/>
              <a:sym typeface="Epilogue"/>
            </a:endParaRPr>
          </a:p>
        </p:txBody>
      </p:sp>
      <p:sp>
        <p:nvSpPr>
          <p:cNvPr id="1325" name="Google Shape;1325;p37"/>
          <p:cNvSpPr txBox="1"/>
          <p:nvPr/>
        </p:nvSpPr>
        <p:spPr>
          <a:xfrm>
            <a:off x="797823" y="4133675"/>
            <a:ext cx="37743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a:solidFill>
                  <a:schemeClr val="dk1"/>
                </a:solidFill>
                <a:latin typeface="Epilogue"/>
                <a:ea typeface="Epilogue"/>
                <a:cs typeface="Epilogue"/>
                <a:sym typeface="Epilogue"/>
              </a:rPr>
              <a:t>For more info:</a:t>
            </a:r>
            <a:br>
              <a:rPr lang="en" sz="1000">
                <a:solidFill>
                  <a:schemeClr val="dk1"/>
                </a:solidFill>
                <a:latin typeface="Epilogue"/>
                <a:ea typeface="Epilogue"/>
                <a:cs typeface="Epilogue"/>
                <a:sym typeface="Epilogue"/>
              </a:rPr>
            </a:br>
            <a:r>
              <a:rPr lang="en" sz="1000" b="1" u="sng">
                <a:solidFill>
                  <a:schemeClr val="dk1"/>
                </a:solidFill>
                <a:latin typeface="Epilogue"/>
                <a:ea typeface="Epilogue"/>
                <a:cs typeface="Epilogue"/>
                <a:sym typeface="Epilogue"/>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000">
                <a:solidFill>
                  <a:schemeClr val="dk1"/>
                </a:solidFill>
                <a:uFill>
                  <a:noFill/>
                </a:uFill>
                <a:latin typeface="Epilogue"/>
                <a:ea typeface="Epilogue"/>
                <a:cs typeface="Epilogue"/>
                <a:sym typeface="Epilogue"/>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a:t>
            </a:r>
            <a:r>
              <a:rPr lang="en" sz="1000">
                <a:solidFill>
                  <a:schemeClr val="dk1"/>
                </a:solidFill>
                <a:latin typeface="Epilogue"/>
                <a:ea typeface="Epilogue"/>
                <a:cs typeface="Epilogue"/>
                <a:sym typeface="Epilogue"/>
              </a:rPr>
              <a:t>| </a:t>
            </a:r>
            <a:r>
              <a:rPr lang="en" sz="1000" b="1" u="sng">
                <a:solidFill>
                  <a:schemeClr val="dk1"/>
                </a:solidFill>
                <a:latin typeface="Epilogue"/>
                <a:ea typeface="Epilogue"/>
                <a:cs typeface="Epilogue"/>
                <a:sym typeface="Epilogue"/>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BLOG</a:t>
            </a:r>
            <a:r>
              <a:rPr lang="en" sz="1000">
                <a:solidFill>
                  <a:schemeClr val="dk1"/>
                </a:solidFill>
                <a:latin typeface="Epilogue"/>
                <a:ea typeface="Epilogue"/>
                <a:cs typeface="Epilogue"/>
                <a:sym typeface="Epilogue"/>
              </a:rPr>
              <a:t> | </a:t>
            </a:r>
            <a:r>
              <a:rPr lang="en" sz="1000" b="1" u="sng">
                <a:solidFill>
                  <a:schemeClr val="dk1"/>
                </a:solidFill>
                <a:latin typeface="Epilogue"/>
                <a:ea typeface="Epilogue"/>
                <a:cs typeface="Epilogue"/>
                <a:sym typeface="Epilogue"/>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a:t>
            </a:r>
            <a:r>
              <a:rPr lang="en" sz="1000" b="1" u="sng">
                <a:solidFill>
                  <a:schemeClr val="dk1"/>
                </a:solidFill>
                <a:latin typeface="Epilogue"/>
                <a:ea typeface="Epilogue"/>
                <a:cs typeface="Epilogue"/>
                <a:sym typeface="Epilogue"/>
              </a:rPr>
              <a:t>s</a:t>
            </a:r>
            <a:endParaRPr sz="1000" b="1" u="sng">
              <a:solidFill>
                <a:schemeClr val="dk1"/>
              </a:solidFill>
              <a:latin typeface="Epilogue"/>
              <a:ea typeface="Epilogue"/>
              <a:cs typeface="Epilogue"/>
              <a:sym typeface="Epilogue"/>
            </a:endParaRPr>
          </a:p>
        </p:txBody>
      </p:sp>
      <p:sp>
        <p:nvSpPr>
          <p:cNvPr id="1326" name="Google Shape;1326;p37"/>
          <p:cNvSpPr txBox="1"/>
          <p:nvPr/>
        </p:nvSpPr>
        <p:spPr>
          <a:xfrm>
            <a:off x="4572000" y="4133675"/>
            <a:ext cx="37743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a:solidFill>
                  <a:schemeClr val="dk1"/>
                </a:solidFill>
                <a:latin typeface="Epilogue"/>
                <a:ea typeface="Epilogue"/>
                <a:cs typeface="Epilogue"/>
                <a:sym typeface="Epilogue"/>
              </a:rPr>
              <a:t>You can visit our sister projects:</a:t>
            </a:r>
            <a:br>
              <a:rPr lang="en" sz="1000">
                <a:solidFill>
                  <a:schemeClr val="dk1"/>
                </a:solidFill>
                <a:latin typeface="Epilogue"/>
                <a:ea typeface="Epilogue"/>
                <a:cs typeface="Epilogue"/>
                <a:sym typeface="Epilogue"/>
              </a:rPr>
            </a:br>
            <a:r>
              <a:rPr lang="en" sz="1000" b="1" u="sng">
                <a:solidFill>
                  <a:schemeClr val="dk1"/>
                </a:solidFill>
                <a:latin typeface="Epilogue"/>
                <a:ea typeface="Epilogue"/>
                <a:cs typeface="Epilogue"/>
                <a:sym typeface="Epilogue"/>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000">
                <a:solidFill>
                  <a:schemeClr val="dk1"/>
                </a:solidFill>
                <a:latin typeface="Epilogue"/>
                <a:ea typeface="Epilogue"/>
                <a:cs typeface="Epilogue"/>
                <a:sym typeface="Epilogue"/>
              </a:rPr>
              <a:t> | </a:t>
            </a:r>
            <a:r>
              <a:rPr lang="en" sz="1000" b="1" u="sng">
                <a:solidFill>
                  <a:schemeClr val="dk1"/>
                </a:solidFill>
                <a:latin typeface="Epilogue"/>
                <a:ea typeface="Epilogue"/>
                <a:cs typeface="Epilogue"/>
                <a:sym typeface="Epilogue"/>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a:solidFill>
                  <a:schemeClr val="dk1"/>
                </a:solidFill>
                <a:latin typeface="Epilogue"/>
                <a:ea typeface="Epilogue"/>
                <a:cs typeface="Epilogue"/>
                <a:sym typeface="Epilogue"/>
              </a:rPr>
              <a:t> | </a:t>
            </a:r>
            <a:r>
              <a:rPr lang="en" sz="1000" b="1" u="sng">
                <a:solidFill>
                  <a:schemeClr val="dk1"/>
                </a:solidFill>
                <a:latin typeface="Epilogue"/>
                <a:ea typeface="Epilogue"/>
                <a:cs typeface="Epilogue"/>
                <a:sym typeface="Epilogue"/>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1000">
                <a:solidFill>
                  <a:schemeClr val="dk1"/>
                </a:solidFill>
                <a:latin typeface="Epilogue"/>
                <a:ea typeface="Epilogue"/>
                <a:cs typeface="Epilogue"/>
                <a:sym typeface="Epilogue"/>
              </a:rPr>
              <a:t> | </a:t>
            </a:r>
            <a:r>
              <a:rPr lang="en" sz="1000" b="1" u="sng">
                <a:solidFill>
                  <a:schemeClr val="dk1"/>
                </a:solidFill>
                <a:latin typeface="Epilogue"/>
                <a:ea typeface="Epilogue"/>
                <a:cs typeface="Epilogue"/>
                <a:sym typeface="Epilogue"/>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WEPIK</a:t>
            </a:r>
            <a:r>
              <a:rPr lang="en" sz="1000">
                <a:solidFill>
                  <a:schemeClr val="dk1"/>
                </a:solidFill>
                <a:uFill>
                  <a:noFill/>
                </a:uFill>
                <a:latin typeface="Epilogue"/>
                <a:ea typeface="Epilogue"/>
                <a:cs typeface="Epilogue"/>
                <a:sym typeface="Epilogue"/>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a:t>
            </a:r>
            <a:r>
              <a:rPr lang="en" sz="1000">
                <a:solidFill>
                  <a:schemeClr val="dk1"/>
                </a:solidFill>
                <a:latin typeface="Epilogue"/>
                <a:ea typeface="Epilogue"/>
                <a:cs typeface="Epilogue"/>
                <a:sym typeface="Epilogue"/>
              </a:rPr>
              <a:t>| </a:t>
            </a:r>
            <a:r>
              <a:rPr lang="en" sz="1000" b="1" u="sng">
                <a:solidFill>
                  <a:schemeClr val="dk1"/>
                </a:solidFill>
                <a:latin typeface="Epilogue"/>
                <a:ea typeface="Epilogue"/>
                <a:cs typeface="Epilogue"/>
                <a:sym typeface="Epilogue"/>
                <a:hlinkClick r:id="rId1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VIDEVO</a:t>
            </a:r>
            <a:endParaRPr sz="1000" b="1" u="sng">
              <a:solidFill>
                <a:schemeClr val="dk1"/>
              </a:solidFill>
              <a:latin typeface="Epilogue"/>
              <a:ea typeface="Epilogue"/>
              <a:cs typeface="Epilogue"/>
              <a:sym typeface="Epilogu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30"/>
        <p:cNvGrpSpPr/>
        <p:nvPr/>
      </p:nvGrpSpPr>
      <p:grpSpPr>
        <a:xfrm>
          <a:off x="0" y="0"/>
          <a:ext cx="0" cy="0"/>
          <a:chOff x="0" y="0"/>
          <a:chExt cx="0" cy="0"/>
        </a:xfrm>
      </p:grpSpPr>
      <p:sp>
        <p:nvSpPr>
          <p:cNvPr id="1331" name="Google Shape;1331;p38"/>
          <p:cNvSpPr/>
          <p:nvPr/>
        </p:nvSpPr>
        <p:spPr>
          <a:xfrm>
            <a:off x="4511377" y="3249132"/>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38"/>
          <p:cNvSpPr/>
          <p:nvPr/>
        </p:nvSpPr>
        <p:spPr>
          <a:xfrm rot="10800000" flipH="1">
            <a:off x="823252" y="3249132"/>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38"/>
          <p:cNvSpPr/>
          <p:nvPr/>
        </p:nvSpPr>
        <p:spPr>
          <a:xfrm rot="10800000" flipH="1">
            <a:off x="4511377" y="1705157"/>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38"/>
          <p:cNvSpPr/>
          <p:nvPr/>
        </p:nvSpPr>
        <p:spPr>
          <a:xfrm>
            <a:off x="823252" y="1705157"/>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38"/>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3200"/>
              <a:t>Table of contents</a:t>
            </a:r>
            <a:endParaRPr sz="3200"/>
          </a:p>
        </p:txBody>
      </p:sp>
      <p:sp>
        <p:nvSpPr>
          <p:cNvPr id="1336" name="Google Shape;1336;p38"/>
          <p:cNvSpPr txBox="1">
            <a:spLocks noGrp="1"/>
          </p:cNvSpPr>
          <p:nvPr>
            <p:ph type="title" idx="2"/>
          </p:nvPr>
        </p:nvSpPr>
        <p:spPr>
          <a:xfrm>
            <a:off x="998275" y="1916635"/>
            <a:ext cx="780000" cy="427800"/>
          </a:xfrm>
          <a:prstGeom prst="rect">
            <a:avLst/>
          </a:prstGeom>
        </p:spPr>
        <p:txBody>
          <a:bodyPr spcFirstLastPara="1" wrap="square" lIns="91425" tIns="91425" rIns="91425" bIns="36575" anchor="b" anchorCtr="0">
            <a:noAutofit/>
          </a:bodyPr>
          <a:lstStyle/>
          <a:p>
            <a:pPr marL="0" lvl="0" indent="0" algn="ctr" rtl="0">
              <a:spcBef>
                <a:spcPts val="0"/>
              </a:spcBef>
              <a:spcAft>
                <a:spcPts val="0"/>
              </a:spcAft>
              <a:buNone/>
            </a:pPr>
            <a:r>
              <a:rPr lang="en"/>
              <a:t>01</a:t>
            </a:r>
            <a:endParaRPr/>
          </a:p>
        </p:txBody>
      </p:sp>
      <p:sp>
        <p:nvSpPr>
          <p:cNvPr id="1337" name="Google Shape;1337;p38"/>
          <p:cNvSpPr txBox="1">
            <a:spLocks noGrp="1"/>
          </p:cNvSpPr>
          <p:nvPr>
            <p:ph type="subTitle" idx="1"/>
          </p:nvPr>
        </p:nvSpPr>
        <p:spPr>
          <a:xfrm>
            <a:off x="1872558" y="1667714"/>
            <a:ext cx="2766000" cy="338400"/>
          </a:xfrm>
          <a:prstGeom prst="rect">
            <a:avLst/>
          </a:prstGeom>
        </p:spPr>
        <p:txBody>
          <a:bodyPr spcFirstLastPara="1" wrap="square" lIns="91425" tIns="91425" rIns="91425" bIns="0" anchor="b" anchorCtr="0">
            <a:noAutofit/>
          </a:bodyPr>
          <a:lstStyle/>
          <a:p>
            <a:pPr marL="0" lvl="0" indent="0" algn="l" rtl="0">
              <a:spcBef>
                <a:spcPts val="0"/>
              </a:spcBef>
              <a:spcAft>
                <a:spcPts val="1200"/>
              </a:spcAft>
              <a:buNone/>
            </a:pPr>
            <a:r>
              <a:rPr lang="en"/>
              <a:t>Matter magic</a:t>
            </a:r>
            <a:endParaRPr/>
          </a:p>
        </p:txBody>
      </p:sp>
      <p:sp>
        <p:nvSpPr>
          <p:cNvPr id="1338" name="Google Shape;1338;p38"/>
          <p:cNvSpPr txBox="1">
            <a:spLocks noGrp="1"/>
          </p:cNvSpPr>
          <p:nvPr>
            <p:ph type="subTitle" idx="3"/>
          </p:nvPr>
        </p:nvSpPr>
        <p:spPr>
          <a:xfrm>
            <a:off x="1872550" y="2006114"/>
            <a:ext cx="27660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You can describe the topic of the section here</a:t>
            </a:r>
            <a:endParaRPr/>
          </a:p>
        </p:txBody>
      </p:sp>
      <p:sp>
        <p:nvSpPr>
          <p:cNvPr id="1339" name="Google Shape;1339;p38"/>
          <p:cNvSpPr txBox="1">
            <a:spLocks noGrp="1"/>
          </p:cNvSpPr>
          <p:nvPr>
            <p:ph type="title" idx="4"/>
          </p:nvPr>
        </p:nvSpPr>
        <p:spPr>
          <a:xfrm>
            <a:off x="4680576" y="1916635"/>
            <a:ext cx="780000" cy="427800"/>
          </a:xfrm>
          <a:prstGeom prst="rect">
            <a:avLst/>
          </a:prstGeom>
        </p:spPr>
        <p:txBody>
          <a:bodyPr spcFirstLastPara="1" wrap="square" lIns="91425" tIns="91425" rIns="91425" bIns="36575" anchor="b" anchorCtr="0">
            <a:noAutofit/>
          </a:bodyPr>
          <a:lstStyle/>
          <a:p>
            <a:pPr marL="0" lvl="0" indent="0" algn="ctr" rtl="0">
              <a:spcBef>
                <a:spcPts val="0"/>
              </a:spcBef>
              <a:spcAft>
                <a:spcPts val="0"/>
              </a:spcAft>
              <a:buNone/>
            </a:pPr>
            <a:r>
              <a:rPr lang="en"/>
              <a:t>02</a:t>
            </a:r>
            <a:endParaRPr/>
          </a:p>
        </p:txBody>
      </p:sp>
      <p:sp>
        <p:nvSpPr>
          <p:cNvPr id="1340" name="Google Shape;1340;p38"/>
          <p:cNvSpPr txBox="1">
            <a:spLocks noGrp="1"/>
          </p:cNvSpPr>
          <p:nvPr>
            <p:ph type="subTitle" idx="5"/>
          </p:nvPr>
        </p:nvSpPr>
        <p:spPr>
          <a:xfrm>
            <a:off x="5554745" y="1667714"/>
            <a:ext cx="2766000" cy="338400"/>
          </a:xfrm>
          <a:prstGeom prst="rect">
            <a:avLst/>
          </a:prstGeom>
        </p:spPr>
        <p:txBody>
          <a:bodyPr spcFirstLastPara="1" wrap="square" lIns="91425" tIns="91425" rIns="91425" bIns="0" anchor="b" anchorCtr="0">
            <a:noAutofit/>
          </a:bodyPr>
          <a:lstStyle/>
          <a:p>
            <a:pPr marL="0" lvl="0" indent="0" algn="l" rtl="0">
              <a:spcBef>
                <a:spcPts val="0"/>
              </a:spcBef>
              <a:spcAft>
                <a:spcPts val="1200"/>
              </a:spcAft>
              <a:buNone/>
            </a:pPr>
            <a:r>
              <a:rPr lang="en"/>
              <a:t>Electric energy</a:t>
            </a:r>
            <a:endParaRPr/>
          </a:p>
        </p:txBody>
      </p:sp>
      <p:sp>
        <p:nvSpPr>
          <p:cNvPr id="1341" name="Google Shape;1341;p38"/>
          <p:cNvSpPr txBox="1">
            <a:spLocks noGrp="1"/>
          </p:cNvSpPr>
          <p:nvPr>
            <p:ph type="subTitle" idx="6"/>
          </p:nvPr>
        </p:nvSpPr>
        <p:spPr>
          <a:xfrm>
            <a:off x="5554748" y="2006114"/>
            <a:ext cx="27660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You can describe the topic of the section here</a:t>
            </a:r>
            <a:endParaRPr/>
          </a:p>
        </p:txBody>
      </p:sp>
      <p:sp>
        <p:nvSpPr>
          <p:cNvPr id="1342" name="Google Shape;1342;p38"/>
          <p:cNvSpPr txBox="1">
            <a:spLocks noGrp="1"/>
          </p:cNvSpPr>
          <p:nvPr>
            <p:ph type="title" idx="7"/>
          </p:nvPr>
        </p:nvSpPr>
        <p:spPr>
          <a:xfrm>
            <a:off x="998250" y="3453998"/>
            <a:ext cx="780000" cy="427800"/>
          </a:xfrm>
          <a:prstGeom prst="rect">
            <a:avLst/>
          </a:prstGeom>
        </p:spPr>
        <p:txBody>
          <a:bodyPr spcFirstLastPara="1" wrap="square" lIns="91425" tIns="91425" rIns="91425" bIns="36575" anchor="b" anchorCtr="0">
            <a:noAutofit/>
          </a:bodyPr>
          <a:lstStyle/>
          <a:p>
            <a:pPr marL="0" lvl="0" indent="0" algn="ctr" rtl="0">
              <a:spcBef>
                <a:spcPts val="0"/>
              </a:spcBef>
              <a:spcAft>
                <a:spcPts val="0"/>
              </a:spcAft>
              <a:buNone/>
            </a:pPr>
            <a:r>
              <a:rPr lang="en"/>
              <a:t>03</a:t>
            </a:r>
            <a:endParaRPr/>
          </a:p>
        </p:txBody>
      </p:sp>
      <p:sp>
        <p:nvSpPr>
          <p:cNvPr id="1343" name="Google Shape;1343;p38"/>
          <p:cNvSpPr txBox="1">
            <a:spLocks noGrp="1"/>
          </p:cNvSpPr>
          <p:nvPr>
            <p:ph type="subTitle" idx="8"/>
          </p:nvPr>
        </p:nvSpPr>
        <p:spPr>
          <a:xfrm>
            <a:off x="1872533" y="3205002"/>
            <a:ext cx="2766000" cy="338400"/>
          </a:xfrm>
          <a:prstGeom prst="rect">
            <a:avLst/>
          </a:prstGeom>
        </p:spPr>
        <p:txBody>
          <a:bodyPr spcFirstLastPara="1" wrap="square" lIns="91425" tIns="91425" rIns="91425" bIns="0" anchor="b" anchorCtr="0">
            <a:noAutofit/>
          </a:bodyPr>
          <a:lstStyle/>
          <a:p>
            <a:pPr marL="0" lvl="0" indent="0" algn="l" rtl="0">
              <a:spcBef>
                <a:spcPts val="0"/>
              </a:spcBef>
              <a:spcAft>
                <a:spcPts val="1200"/>
              </a:spcAft>
              <a:buNone/>
            </a:pPr>
            <a:r>
              <a:rPr lang="en"/>
              <a:t>Force fun</a:t>
            </a:r>
            <a:endParaRPr/>
          </a:p>
        </p:txBody>
      </p:sp>
      <p:sp>
        <p:nvSpPr>
          <p:cNvPr id="1344" name="Google Shape;1344;p38"/>
          <p:cNvSpPr txBox="1">
            <a:spLocks noGrp="1"/>
          </p:cNvSpPr>
          <p:nvPr>
            <p:ph type="subTitle" idx="9"/>
          </p:nvPr>
        </p:nvSpPr>
        <p:spPr>
          <a:xfrm>
            <a:off x="1872521" y="3543402"/>
            <a:ext cx="27660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You can describe the topic of the section here</a:t>
            </a:r>
            <a:endParaRPr/>
          </a:p>
        </p:txBody>
      </p:sp>
      <p:sp>
        <p:nvSpPr>
          <p:cNvPr id="1345" name="Google Shape;1345;p38"/>
          <p:cNvSpPr txBox="1">
            <a:spLocks noGrp="1"/>
          </p:cNvSpPr>
          <p:nvPr>
            <p:ph type="title" idx="13"/>
          </p:nvPr>
        </p:nvSpPr>
        <p:spPr>
          <a:xfrm>
            <a:off x="4680551" y="3453998"/>
            <a:ext cx="780000" cy="427800"/>
          </a:xfrm>
          <a:prstGeom prst="rect">
            <a:avLst/>
          </a:prstGeom>
        </p:spPr>
        <p:txBody>
          <a:bodyPr spcFirstLastPara="1" wrap="square" lIns="91425" tIns="91425" rIns="91425" bIns="36575" anchor="b" anchorCtr="0">
            <a:noAutofit/>
          </a:bodyPr>
          <a:lstStyle/>
          <a:p>
            <a:pPr marL="0" lvl="0" indent="0" algn="ctr" rtl="0">
              <a:spcBef>
                <a:spcPts val="0"/>
              </a:spcBef>
              <a:spcAft>
                <a:spcPts val="0"/>
              </a:spcAft>
              <a:buNone/>
            </a:pPr>
            <a:r>
              <a:rPr lang="en"/>
              <a:t>04</a:t>
            </a:r>
            <a:endParaRPr/>
          </a:p>
        </p:txBody>
      </p:sp>
      <p:sp>
        <p:nvSpPr>
          <p:cNvPr id="1346" name="Google Shape;1346;p38"/>
          <p:cNvSpPr txBox="1">
            <a:spLocks noGrp="1"/>
          </p:cNvSpPr>
          <p:nvPr>
            <p:ph type="subTitle" idx="14"/>
          </p:nvPr>
        </p:nvSpPr>
        <p:spPr>
          <a:xfrm>
            <a:off x="5554720" y="3205002"/>
            <a:ext cx="2766000" cy="338400"/>
          </a:xfrm>
          <a:prstGeom prst="rect">
            <a:avLst/>
          </a:prstGeom>
        </p:spPr>
        <p:txBody>
          <a:bodyPr spcFirstLastPara="1" wrap="square" lIns="91425" tIns="91425" rIns="91425" bIns="0" anchor="b" anchorCtr="0">
            <a:noAutofit/>
          </a:bodyPr>
          <a:lstStyle/>
          <a:p>
            <a:pPr marL="0" lvl="0" indent="0" algn="l" rtl="0">
              <a:spcBef>
                <a:spcPts val="0"/>
              </a:spcBef>
              <a:spcAft>
                <a:spcPts val="1200"/>
              </a:spcAft>
              <a:buNone/>
            </a:pPr>
            <a:r>
              <a:rPr lang="en"/>
              <a:t>Magnet wonders</a:t>
            </a:r>
            <a:endParaRPr/>
          </a:p>
        </p:txBody>
      </p:sp>
      <p:sp>
        <p:nvSpPr>
          <p:cNvPr id="1347" name="Google Shape;1347;p38"/>
          <p:cNvSpPr txBox="1">
            <a:spLocks noGrp="1"/>
          </p:cNvSpPr>
          <p:nvPr>
            <p:ph type="subTitle" idx="15"/>
          </p:nvPr>
        </p:nvSpPr>
        <p:spPr>
          <a:xfrm>
            <a:off x="5554719" y="3543402"/>
            <a:ext cx="27660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You can describe the topic of the section here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51"/>
        <p:cNvGrpSpPr/>
        <p:nvPr/>
      </p:nvGrpSpPr>
      <p:grpSpPr>
        <a:xfrm>
          <a:off x="0" y="0"/>
          <a:ext cx="0" cy="0"/>
          <a:chOff x="0" y="0"/>
          <a:chExt cx="0" cy="0"/>
        </a:xfrm>
      </p:grpSpPr>
      <p:sp>
        <p:nvSpPr>
          <p:cNvPr id="1352" name="Google Shape;1352;p39"/>
          <p:cNvSpPr/>
          <p:nvPr/>
        </p:nvSpPr>
        <p:spPr>
          <a:xfrm>
            <a:off x="832550" y="642050"/>
            <a:ext cx="7581264" cy="3780071"/>
          </a:xfrm>
          <a:custGeom>
            <a:avLst/>
            <a:gdLst/>
            <a:ahLst/>
            <a:cxnLst/>
            <a:rect l="l" t="t" r="r" b="b"/>
            <a:pathLst>
              <a:path w="118254" h="62933" extrusionOk="0">
                <a:moveTo>
                  <a:pt x="77353" y="0"/>
                </a:moveTo>
                <a:cubicBezTo>
                  <a:pt x="64903" y="0"/>
                  <a:pt x="52989" y="6879"/>
                  <a:pt x="41581" y="11289"/>
                </a:cubicBezTo>
                <a:cubicBezTo>
                  <a:pt x="39617" y="12055"/>
                  <a:pt x="36856" y="12439"/>
                  <a:pt x="34313" y="12439"/>
                </a:cubicBezTo>
                <a:cubicBezTo>
                  <a:pt x="33104" y="12439"/>
                  <a:pt x="31943" y="12352"/>
                  <a:pt x="30942" y="12178"/>
                </a:cubicBezTo>
                <a:cubicBezTo>
                  <a:pt x="24652" y="11077"/>
                  <a:pt x="20780" y="8287"/>
                  <a:pt x="16143" y="8287"/>
                </a:cubicBezTo>
                <a:cubicBezTo>
                  <a:pt x="15001" y="8287"/>
                  <a:pt x="13812" y="8457"/>
                  <a:pt x="12529" y="8862"/>
                </a:cubicBezTo>
                <a:cubicBezTo>
                  <a:pt x="7445" y="10466"/>
                  <a:pt x="3558" y="14495"/>
                  <a:pt x="2153" y="21226"/>
                </a:cubicBezTo>
                <a:cubicBezTo>
                  <a:pt x="1" y="31470"/>
                  <a:pt x="3108" y="41560"/>
                  <a:pt x="6204" y="46842"/>
                </a:cubicBezTo>
                <a:cubicBezTo>
                  <a:pt x="9531" y="52540"/>
                  <a:pt x="15186" y="57174"/>
                  <a:pt x="22125" y="59996"/>
                </a:cubicBezTo>
                <a:cubicBezTo>
                  <a:pt x="26275" y="61664"/>
                  <a:pt x="30678" y="62631"/>
                  <a:pt x="35147" y="62861"/>
                </a:cubicBezTo>
                <a:cubicBezTo>
                  <a:pt x="36060" y="62911"/>
                  <a:pt x="36975" y="62933"/>
                  <a:pt x="37893" y="62933"/>
                </a:cubicBezTo>
                <a:cubicBezTo>
                  <a:pt x="46999" y="62933"/>
                  <a:pt x="56326" y="60728"/>
                  <a:pt x="65460" y="60728"/>
                </a:cubicBezTo>
                <a:cubicBezTo>
                  <a:pt x="65659" y="60728"/>
                  <a:pt x="65857" y="60729"/>
                  <a:pt x="66055" y="60731"/>
                </a:cubicBezTo>
                <a:cubicBezTo>
                  <a:pt x="72193" y="60786"/>
                  <a:pt x="78111" y="61884"/>
                  <a:pt x="84194" y="62202"/>
                </a:cubicBezTo>
                <a:cubicBezTo>
                  <a:pt x="85170" y="62254"/>
                  <a:pt x="86159" y="62282"/>
                  <a:pt x="87154" y="62282"/>
                </a:cubicBezTo>
                <a:cubicBezTo>
                  <a:pt x="92369" y="62282"/>
                  <a:pt x="97745" y="61500"/>
                  <a:pt x="102300" y="59084"/>
                </a:cubicBezTo>
                <a:cubicBezTo>
                  <a:pt x="107350" y="56405"/>
                  <a:pt x="110787" y="52024"/>
                  <a:pt x="113016" y="47544"/>
                </a:cubicBezTo>
                <a:cubicBezTo>
                  <a:pt x="118253" y="37037"/>
                  <a:pt x="117572" y="25157"/>
                  <a:pt x="111204" y="16098"/>
                </a:cubicBezTo>
                <a:cubicBezTo>
                  <a:pt x="104836" y="7040"/>
                  <a:pt x="92912" y="990"/>
                  <a:pt x="79626" y="79"/>
                </a:cubicBezTo>
                <a:cubicBezTo>
                  <a:pt x="78867" y="26"/>
                  <a:pt x="78109" y="0"/>
                  <a:pt x="773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9"/>
          <p:cNvSpPr txBox="1">
            <a:spLocks noGrp="1"/>
          </p:cNvSpPr>
          <p:nvPr>
            <p:ph type="title"/>
          </p:nvPr>
        </p:nvSpPr>
        <p:spPr>
          <a:xfrm>
            <a:off x="2857922" y="1559325"/>
            <a:ext cx="3941400" cy="1099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chemeClr val="dk1"/>
              </a:buClr>
              <a:buSzPts val="1100"/>
              <a:buFont typeface="Arial"/>
              <a:buNone/>
            </a:pPr>
            <a:r>
              <a:rPr lang="en">
                <a:solidFill>
                  <a:schemeClr val="lt1"/>
                </a:solidFill>
              </a:rPr>
              <a:t>Whoa!</a:t>
            </a:r>
            <a:endParaRPr>
              <a:solidFill>
                <a:schemeClr val="lt1"/>
              </a:solidFill>
            </a:endParaRPr>
          </a:p>
        </p:txBody>
      </p:sp>
      <p:sp>
        <p:nvSpPr>
          <p:cNvPr id="1354" name="Google Shape;1354;p39"/>
          <p:cNvSpPr txBox="1">
            <a:spLocks noGrp="1"/>
          </p:cNvSpPr>
          <p:nvPr>
            <p:ph type="subTitle" idx="1"/>
          </p:nvPr>
        </p:nvSpPr>
        <p:spPr>
          <a:xfrm>
            <a:off x="2857850" y="2622082"/>
            <a:ext cx="3941400" cy="985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a:solidFill>
                  <a:schemeClr val="lt1"/>
                </a:solidFill>
              </a:rPr>
              <a:t>This can be the part of the presentation where you introduce yourself, write your email…</a:t>
            </a:r>
            <a:endParaRPr>
              <a:solidFill>
                <a:schemeClr val="lt1"/>
              </a:solidFill>
            </a:endParaRPr>
          </a:p>
        </p:txBody>
      </p:sp>
      <p:grpSp>
        <p:nvGrpSpPr>
          <p:cNvPr id="1355" name="Google Shape;1355;p39"/>
          <p:cNvGrpSpPr/>
          <p:nvPr/>
        </p:nvGrpSpPr>
        <p:grpSpPr>
          <a:xfrm>
            <a:off x="1764544" y="747096"/>
            <a:ext cx="1258950" cy="1408356"/>
            <a:chOff x="6160601" y="655271"/>
            <a:chExt cx="958397" cy="1072135"/>
          </a:xfrm>
        </p:grpSpPr>
        <p:sp>
          <p:nvSpPr>
            <p:cNvPr id="1356" name="Google Shape;1356;p39"/>
            <p:cNvSpPr/>
            <p:nvPr/>
          </p:nvSpPr>
          <p:spPr>
            <a:xfrm rot="-741002">
              <a:off x="6283252" y="930190"/>
              <a:ext cx="767247" cy="723536"/>
            </a:xfrm>
            <a:custGeom>
              <a:avLst/>
              <a:gdLst/>
              <a:ahLst/>
              <a:cxnLst/>
              <a:rect l="l" t="t" r="r" b="b"/>
              <a:pathLst>
                <a:path w="28664" h="27031" extrusionOk="0">
                  <a:moveTo>
                    <a:pt x="22189" y="1"/>
                  </a:moveTo>
                  <a:lnTo>
                    <a:pt x="15836" y="2402"/>
                  </a:lnTo>
                  <a:lnTo>
                    <a:pt x="20000" y="13375"/>
                  </a:lnTo>
                  <a:cubicBezTo>
                    <a:pt x="21125" y="16019"/>
                    <a:pt x="19818" y="19089"/>
                    <a:pt x="17143" y="20092"/>
                  </a:cubicBezTo>
                  <a:cubicBezTo>
                    <a:pt x="16544" y="20321"/>
                    <a:pt x="15931" y="20429"/>
                    <a:pt x="15328" y="20429"/>
                  </a:cubicBezTo>
                  <a:cubicBezTo>
                    <a:pt x="13209" y="20429"/>
                    <a:pt x="11227" y="19091"/>
                    <a:pt x="10517" y="16961"/>
                  </a:cubicBezTo>
                  <a:lnTo>
                    <a:pt x="6322" y="5989"/>
                  </a:lnTo>
                  <a:lnTo>
                    <a:pt x="0" y="8390"/>
                  </a:lnTo>
                  <a:lnTo>
                    <a:pt x="4164" y="19363"/>
                  </a:lnTo>
                  <a:cubicBezTo>
                    <a:pt x="5977" y="24117"/>
                    <a:pt x="10487" y="27031"/>
                    <a:pt x="15281" y="27031"/>
                  </a:cubicBezTo>
                  <a:cubicBezTo>
                    <a:pt x="16678" y="27031"/>
                    <a:pt x="18098" y="26784"/>
                    <a:pt x="19484" y="26262"/>
                  </a:cubicBezTo>
                  <a:cubicBezTo>
                    <a:pt x="25593" y="23922"/>
                    <a:pt x="28663" y="17083"/>
                    <a:pt x="26353" y="10973"/>
                  </a:cubicBezTo>
                  <a:lnTo>
                    <a:pt x="221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39"/>
            <p:cNvSpPr/>
            <p:nvPr/>
          </p:nvSpPr>
          <p:spPr>
            <a:xfrm rot="-741002">
              <a:off x="6700728" y="886705"/>
              <a:ext cx="344196" cy="702979"/>
            </a:xfrm>
            <a:custGeom>
              <a:avLst/>
              <a:gdLst/>
              <a:ahLst/>
              <a:cxnLst/>
              <a:rect l="l" t="t" r="r" b="b"/>
              <a:pathLst>
                <a:path w="12859" h="26263" extrusionOk="0">
                  <a:moveTo>
                    <a:pt x="6384" y="1"/>
                  </a:moveTo>
                  <a:lnTo>
                    <a:pt x="1" y="2402"/>
                  </a:lnTo>
                  <a:lnTo>
                    <a:pt x="4195" y="13375"/>
                  </a:lnTo>
                  <a:cubicBezTo>
                    <a:pt x="5168" y="15989"/>
                    <a:pt x="3861" y="18907"/>
                    <a:pt x="1277" y="19910"/>
                  </a:cubicBezTo>
                  <a:lnTo>
                    <a:pt x="3648" y="26262"/>
                  </a:lnTo>
                  <a:cubicBezTo>
                    <a:pt x="9788" y="23922"/>
                    <a:pt x="12858" y="17083"/>
                    <a:pt x="10548" y="10973"/>
                  </a:cubicBezTo>
                  <a:lnTo>
                    <a:pt x="638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39"/>
            <p:cNvSpPr/>
            <p:nvPr/>
          </p:nvSpPr>
          <p:spPr>
            <a:xfrm rot="-741002">
              <a:off x="6234282" y="1102235"/>
              <a:ext cx="217267" cy="189590"/>
            </a:xfrm>
            <a:custGeom>
              <a:avLst/>
              <a:gdLst/>
              <a:ahLst/>
              <a:cxnLst/>
              <a:rect l="l" t="t" r="r" b="b"/>
              <a:pathLst>
                <a:path w="8117" h="7083" extrusionOk="0">
                  <a:moveTo>
                    <a:pt x="6353" y="1"/>
                  </a:moveTo>
                  <a:lnTo>
                    <a:pt x="1" y="2402"/>
                  </a:lnTo>
                  <a:lnTo>
                    <a:pt x="1764" y="7083"/>
                  </a:lnTo>
                  <a:lnTo>
                    <a:pt x="8116" y="4682"/>
                  </a:lnTo>
                  <a:lnTo>
                    <a:pt x="63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39"/>
            <p:cNvSpPr/>
            <p:nvPr/>
          </p:nvSpPr>
          <p:spPr>
            <a:xfrm rot="-741002">
              <a:off x="6613975" y="855007"/>
              <a:ext cx="217267" cy="188787"/>
            </a:xfrm>
            <a:custGeom>
              <a:avLst/>
              <a:gdLst/>
              <a:ahLst/>
              <a:cxnLst/>
              <a:rect l="l" t="t" r="r" b="b"/>
              <a:pathLst>
                <a:path w="8117" h="7053" extrusionOk="0">
                  <a:moveTo>
                    <a:pt x="6354" y="1"/>
                  </a:moveTo>
                  <a:lnTo>
                    <a:pt x="1" y="2402"/>
                  </a:lnTo>
                  <a:lnTo>
                    <a:pt x="1794" y="7053"/>
                  </a:lnTo>
                  <a:lnTo>
                    <a:pt x="8117" y="4651"/>
                  </a:lnTo>
                  <a:lnTo>
                    <a:pt x="635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9"/>
            <p:cNvSpPr/>
            <p:nvPr/>
          </p:nvSpPr>
          <p:spPr>
            <a:xfrm rot="-741002">
              <a:off x="6183728" y="911728"/>
              <a:ext cx="69192" cy="223745"/>
            </a:xfrm>
            <a:custGeom>
              <a:avLst/>
              <a:gdLst/>
              <a:ahLst/>
              <a:cxnLst/>
              <a:rect l="l" t="t" r="r" b="b"/>
              <a:pathLst>
                <a:path w="2585" h="8359" extrusionOk="0">
                  <a:moveTo>
                    <a:pt x="1" y="0"/>
                  </a:moveTo>
                  <a:lnTo>
                    <a:pt x="183" y="5471"/>
                  </a:lnTo>
                  <a:lnTo>
                    <a:pt x="1460" y="4620"/>
                  </a:lnTo>
                  <a:lnTo>
                    <a:pt x="2463" y="8359"/>
                  </a:lnTo>
                  <a:lnTo>
                    <a:pt x="2584" y="2736"/>
                  </a:lnTo>
                  <a:lnTo>
                    <a:pt x="2584" y="2736"/>
                  </a:lnTo>
                  <a:lnTo>
                    <a:pt x="1308" y="3556"/>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9"/>
            <p:cNvSpPr/>
            <p:nvPr/>
          </p:nvSpPr>
          <p:spPr>
            <a:xfrm rot="-741002">
              <a:off x="6569260" y="659986"/>
              <a:ext cx="68389" cy="224574"/>
            </a:xfrm>
            <a:custGeom>
              <a:avLst/>
              <a:gdLst/>
              <a:ahLst/>
              <a:cxnLst/>
              <a:rect l="l" t="t" r="r" b="b"/>
              <a:pathLst>
                <a:path w="2555" h="8390" extrusionOk="0">
                  <a:moveTo>
                    <a:pt x="1" y="1"/>
                  </a:moveTo>
                  <a:lnTo>
                    <a:pt x="183" y="5472"/>
                  </a:lnTo>
                  <a:lnTo>
                    <a:pt x="1430" y="4651"/>
                  </a:lnTo>
                  <a:lnTo>
                    <a:pt x="2463" y="8390"/>
                  </a:lnTo>
                  <a:lnTo>
                    <a:pt x="2554" y="2736"/>
                  </a:lnTo>
                  <a:lnTo>
                    <a:pt x="1308" y="355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2" name="Google Shape;1362;p39"/>
          <p:cNvGrpSpPr/>
          <p:nvPr/>
        </p:nvGrpSpPr>
        <p:grpSpPr>
          <a:xfrm flipH="1">
            <a:off x="7307261" y="3600855"/>
            <a:ext cx="1836739" cy="1526320"/>
            <a:chOff x="-12173" y="2324275"/>
            <a:chExt cx="3392573" cy="2819209"/>
          </a:xfrm>
        </p:grpSpPr>
        <p:sp>
          <p:nvSpPr>
            <p:cNvPr id="1363" name="Google Shape;1363;p39"/>
            <p:cNvSpPr/>
            <p:nvPr/>
          </p:nvSpPr>
          <p:spPr>
            <a:xfrm flipH="1">
              <a:off x="-12173" y="4248626"/>
              <a:ext cx="2184098" cy="894858"/>
            </a:xfrm>
            <a:custGeom>
              <a:avLst/>
              <a:gdLst/>
              <a:ahLst/>
              <a:cxnLst/>
              <a:rect l="l" t="t" r="r" b="b"/>
              <a:pathLst>
                <a:path w="35017" h="14347" extrusionOk="0">
                  <a:moveTo>
                    <a:pt x="1429" y="0"/>
                  </a:moveTo>
                  <a:lnTo>
                    <a:pt x="1" y="1277"/>
                  </a:lnTo>
                  <a:cubicBezTo>
                    <a:pt x="1824" y="6261"/>
                    <a:pt x="4864" y="10760"/>
                    <a:pt x="8846" y="14347"/>
                  </a:cubicBezTo>
                  <a:lnTo>
                    <a:pt x="35017" y="14347"/>
                  </a:lnTo>
                  <a:lnTo>
                    <a:pt x="35017" y="8328"/>
                  </a:lnTo>
                  <a:cubicBezTo>
                    <a:pt x="29877" y="10578"/>
                    <a:pt x="25386" y="11459"/>
                    <a:pt x="21505" y="11459"/>
                  </a:cubicBezTo>
                  <a:cubicBezTo>
                    <a:pt x="7504" y="11459"/>
                    <a:pt x="1429" y="0"/>
                    <a:pt x="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9"/>
            <p:cNvSpPr/>
            <p:nvPr/>
          </p:nvSpPr>
          <p:spPr>
            <a:xfrm flipH="1">
              <a:off x="1897801" y="3067457"/>
              <a:ext cx="1228551" cy="1403007"/>
            </a:xfrm>
            <a:custGeom>
              <a:avLst/>
              <a:gdLst/>
              <a:ahLst/>
              <a:cxnLst/>
              <a:rect l="l" t="t" r="r" b="b"/>
              <a:pathLst>
                <a:path w="19697" h="22494" extrusionOk="0">
                  <a:moveTo>
                    <a:pt x="4438" y="1"/>
                  </a:moveTo>
                  <a:cubicBezTo>
                    <a:pt x="0" y="10213"/>
                    <a:pt x="13101" y="22493"/>
                    <a:pt x="13101" y="22493"/>
                  </a:cubicBezTo>
                  <a:lnTo>
                    <a:pt x="16383" y="20578"/>
                  </a:lnTo>
                  <a:lnTo>
                    <a:pt x="19696" y="18663"/>
                  </a:lnTo>
                  <a:cubicBezTo>
                    <a:pt x="19696" y="18663"/>
                    <a:pt x="15502" y="1216"/>
                    <a:pt x="44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9"/>
            <p:cNvSpPr/>
            <p:nvPr/>
          </p:nvSpPr>
          <p:spPr>
            <a:xfrm flipH="1">
              <a:off x="1865559" y="2324275"/>
              <a:ext cx="1512970" cy="2087420"/>
            </a:xfrm>
            <a:custGeom>
              <a:avLst/>
              <a:gdLst/>
              <a:ahLst/>
              <a:cxnLst/>
              <a:rect l="l" t="t" r="r" b="b"/>
              <a:pathLst>
                <a:path w="24257" h="33467" extrusionOk="0">
                  <a:moveTo>
                    <a:pt x="1551" y="0"/>
                  </a:moveTo>
                  <a:cubicBezTo>
                    <a:pt x="426" y="2675"/>
                    <a:pt x="0" y="5563"/>
                    <a:pt x="274" y="8450"/>
                  </a:cubicBezTo>
                  <a:cubicBezTo>
                    <a:pt x="1125" y="18086"/>
                    <a:pt x="8754" y="27417"/>
                    <a:pt x="12432" y="31430"/>
                  </a:cubicBezTo>
                  <a:cubicBezTo>
                    <a:pt x="13648" y="32706"/>
                    <a:pt x="14438" y="33466"/>
                    <a:pt x="14438" y="33466"/>
                  </a:cubicBezTo>
                  <a:lnTo>
                    <a:pt x="24256" y="27752"/>
                  </a:lnTo>
                  <a:cubicBezTo>
                    <a:pt x="24256" y="27752"/>
                    <a:pt x="20335" y="11460"/>
                    <a:pt x="10517" y="3800"/>
                  </a:cubicBezTo>
                  <a:cubicBezTo>
                    <a:pt x="10213" y="3557"/>
                    <a:pt x="9879" y="3314"/>
                    <a:pt x="9545" y="3070"/>
                  </a:cubicBezTo>
                  <a:cubicBezTo>
                    <a:pt x="7174" y="1399"/>
                    <a:pt x="4438" y="335"/>
                    <a:pt x="15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9"/>
            <p:cNvSpPr/>
            <p:nvPr/>
          </p:nvSpPr>
          <p:spPr>
            <a:xfrm flipH="1">
              <a:off x="1865547" y="2561232"/>
              <a:ext cx="856998" cy="1850467"/>
            </a:xfrm>
            <a:custGeom>
              <a:avLst/>
              <a:gdLst/>
              <a:ahLst/>
              <a:cxnLst/>
              <a:rect l="l" t="t" r="r" b="b"/>
              <a:pathLst>
                <a:path w="13740" h="29668" extrusionOk="0">
                  <a:moveTo>
                    <a:pt x="0" y="1"/>
                  </a:moveTo>
                  <a:lnTo>
                    <a:pt x="0" y="1"/>
                  </a:lnTo>
                  <a:cubicBezTo>
                    <a:pt x="183" y="335"/>
                    <a:pt x="9849" y="17326"/>
                    <a:pt x="1915" y="27631"/>
                  </a:cubicBezTo>
                  <a:cubicBezTo>
                    <a:pt x="3131" y="28907"/>
                    <a:pt x="3921" y="29667"/>
                    <a:pt x="3921" y="29667"/>
                  </a:cubicBezTo>
                  <a:lnTo>
                    <a:pt x="13739" y="23953"/>
                  </a:lnTo>
                  <a:cubicBezTo>
                    <a:pt x="13739" y="23953"/>
                    <a:pt x="9818" y="7661"/>
                    <a:pt x="0" y="1"/>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39"/>
            <p:cNvSpPr/>
            <p:nvPr/>
          </p:nvSpPr>
          <p:spPr>
            <a:xfrm flipH="1">
              <a:off x="2540487" y="2885513"/>
              <a:ext cx="557423" cy="489063"/>
            </a:xfrm>
            <a:custGeom>
              <a:avLst/>
              <a:gdLst/>
              <a:ahLst/>
              <a:cxnLst/>
              <a:rect l="l" t="t" r="r" b="b"/>
              <a:pathLst>
                <a:path w="8937" h="7841" extrusionOk="0">
                  <a:moveTo>
                    <a:pt x="4389" y="1"/>
                  </a:moveTo>
                  <a:cubicBezTo>
                    <a:pt x="3253" y="1"/>
                    <a:pt x="2123" y="489"/>
                    <a:pt x="1337" y="1428"/>
                  </a:cubicBezTo>
                  <a:cubicBezTo>
                    <a:pt x="0" y="3130"/>
                    <a:pt x="304" y="5592"/>
                    <a:pt x="2006" y="6930"/>
                  </a:cubicBezTo>
                  <a:cubicBezTo>
                    <a:pt x="2752" y="7543"/>
                    <a:pt x="3645" y="7840"/>
                    <a:pt x="4529" y="7840"/>
                  </a:cubicBezTo>
                  <a:cubicBezTo>
                    <a:pt x="5662" y="7840"/>
                    <a:pt x="6783" y="7352"/>
                    <a:pt x="7569" y="6413"/>
                  </a:cubicBezTo>
                  <a:cubicBezTo>
                    <a:pt x="8936" y="4711"/>
                    <a:pt x="8632" y="2249"/>
                    <a:pt x="6900" y="911"/>
                  </a:cubicBezTo>
                  <a:cubicBezTo>
                    <a:pt x="6167" y="299"/>
                    <a:pt x="5276" y="1"/>
                    <a:pt x="4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9"/>
            <p:cNvSpPr/>
            <p:nvPr/>
          </p:nvSpPr>
          <p:spPr>
            <a:xfrm flipH="1">
              <a:off x="2629616" y="2941150"/>
              <a:ext cx="388705" cy="377853"/>
            </a:xfrm>
            <a:custGeom>
              <a:avLst/>
              <a:gdLst/>
              <a:ahLst/>
              <a:cxnLst/>
              <a:rect l="l" t="t" r="r" b="b"/>
              <a:pathLst>
                <a:path w="6232" h="6058" extrusionOk="0">
                  <a:moveTo>
                    <a:pt x="3111" y="0"/>
                  </a:moveTo>
                  <a:cubicBezTo>
                    <a:pt x="2241" y="0"/>
                    <a:pt x="1384" y="372"/>
                    <a:pt x="791" y="1083"/>
                  </a:cubicBezTo>
                  <a:cubicBezTo>
                    <a:pt x="517" y="1387"/>
                    <a:pt x="335" y="1752"/>
                    <a:pt x="244" y="2147"/>
                  </a:cubicBezTo>
                  <a:cubicBezTo>
                    <a:pt x="1" y="2937"/>
                    <a:pt x="122" y="3819"/>
                    <a:pt x="578" y="4548"/>
                  </a:cubicBezTo>
                  <a:cubicBezTo>
                    <a:pt x="761" y="4852"/>
                    <a:pt x="1004" y="5126"/>
                    <a:pt x="1308" y="5339"/>
                  </a:cubicBezTo>
                  <a:cubicBezTo>
                    <a:pt x="1873" y="5823"/>
                    <a:pt x="2563" y="6057"/>
                    <a:pt x="3251" y="6057"/>
                  </a:cubicBezTo>
                  <a:cubicBezTo>
                    <a:pt x="4118" y="6057"/>
                    <a:pt x="4983" y="5686"/>
                    <a:pt x="5593" y="4974"/>
                  </a:cubicBezTo>
                  <a:cubicBezTo>
                    <a:pt x="6019" y="4457"/>
                    <a:pt x="6232" y="3819"/>
                    <a:pt x="6232" y="3150"/>
                  </a:cubicBezTo>
                  <a:cubicBezTo>
                    <a:pt x="6232" y="2299"/>
                    <a:pt x="5897" y="1478"/>
                    <a:pt x="5259" y="901"/>
                  </a:cubicBezTo>
                  <a:cubicBezTo>
                    <a:pt x="5198" y="810"/>
                    <a:pt x="5137" y="749"/>
                    <a:pt x="5077" y="719"/>
                  </a:cubicBezTo>
                  <a:cubicBezTo>
                    <a:pt x="4498" y="234"/>
                    <a:pt x="3801" y="0"/>
                    <a:pt x="31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9"/>
            <p:cNvSpPr/>
            <p:nvPr/>
          </p:nvSpPr>
          <p:spPr>
            <a:xfrm flipH="1">
              <a:off x="2627682" y="2995415"/>
              <a:ext cx="390639" cy="229468"/>
            </a:xfrm>
            <a:custGeom>
              <a:avLst/>
              <a:gdLst/>
              <a:ahLst/>
              <a:cxnLst/>
              <a:rect l="l" t="t" r="r" b="b"/>
              <a:pathLst>
                <a:path w="6263" h="3679" extrusionOk="0">
                  <a:moveTo>
                    <a:pt x="5289" y="1"/>
                  </a:moveTo>
                  <a:lnTo>
                    <a:pt x="244" y="1277"/>
                  </a:lnTo>
                  <a:cubicBezTo>
                    <a:pt x="1" y="2067"/>
                    <a:pt x="153" y="2949"/>
                    <a:pt x="578" y="3678"/>
                  </a:cubicBezTo>
                  <a:lnTo>
                    <a:pt x="6262" y="2250"/>
                  </a:lnTo>
                  <a:cubicBezTo>
                    <a:pt x="6262" y="1399"/>
                    <a:pt x="5897" y="578"/>
                    <a:pt x="5289" y="1"/>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9"/>
            <p:cNvSpPr/>
            <p:nvPr/>
          </p:nvSpPr>
          <p:spPr>
            <a:xfrm flipH="1">
              <a:off x="1947066" y="3465587"/>
              <a:ext cx="633268" cy="1092080"/>
            </a:xfrm>
            <a:custGeom>
              <a:avLst/>
              <a:gdLst/>
              <a:ahLst/>
              <a:cxnLst/>
              <a:rect l="l" t="t" r="r" b="b"/>
              <a:pathLst>
                <a:path w="10153" h="17509" extrusionOk="0">
                  <a:moveTo>
                    <a:pt x="0" y="1"/>
                  </a:moveTo>
                  <a:lnTo>
                    <a:pt x="0" y="1"/>
                  </a:lnTo>
                  <a:cubicBezTo>
                    <a:pt x="1520" y="6748"/>
                    <a:pt x="5076" y="12828"/>
                    <a:pt x="10152" y="17508"/>
                  </a:cubicBezTo>
                  <a:cubicBezTo>
                    <a:pt x="9392" y="14165"/>
                    <a:pt x="8116" y="10943"/>
                    <a:pt x="6414" y="7995"/>
                  </a:cubicBezTo>
                  <a:cubicBezTo>
                    <a:pt x="4681" y="5016"/>
                    <a:pt x="2523" y="234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9"/>
            <p:cNvSpPr/>
            <p:nvPr/>
          </p:nvSpPr>
          <p:spPr>
            <a:xfrm flipH="1">
              <a:off x="1550869" y="3236177"/>
              <a:ext cx="635139" cy="1092080"/>
            </a:xfrm>
            <a:custGeom>
              <a:avLst/>
              <a:gdLst/>
              <a:ahLst/>
              <a:cxnLst/>
              <a:rect l="l" t="t" r="r" b="b"/>
              <a:pathLst>
                <a:path w="10183" h="17509" extrusionOk="0">
                  <a:moveTo>
                    <a:pt x="0" y="1"/>
                  </a:moveTo>
                  <a:lnTo>
                    <a:pt x="0" y="1"/>
                  </a:lnTo>
                  <a:cubicBezTo>
                    <a:pt x="1551" y="6718"/>
                    <a:pt x="5076" y="12828"/>
                    <a:pt x="10183" y="17509"/>
                  </a:cubicBezTo>
                  <a:cubicBezTo>
                    <a:pt x="9393" y="14165"/>
                    <a:pt x="8146" y="10943"/>
                    <a:pt x="6444" y="7964"/>
                  </a:cubicBezTo>
                  <a:cubicBezTo>
                    <a:pt x="4681" y="5016"/>
                    <a:pt x="2523" y="231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9"/>
            <p:cNvSpPr/>
            <p:nvPr/>
          </p:nvSpPr>
          <p:spPr>
            <a:xfrm flipH="1">
              <a:off x="2398276" y="3731049"/>
              <a:ext cx="635202" cy="1090147"/>
            </a:xfrm>
            <a:custGeom>
              <a:avLst/>
              <a:gdLst/>
              <a:ahLst/>
              <a:cxnLst/>
              <a:rect l="l" t="t" r="r" b="b"/>
              <a:pathLst>
                <a:path w="10184" h="17478" extrusionOk="0">
                  <a:moveTo>
                    <a:pt x="0" y="0"/>
                  </a:moveTo>
                  <a:lnTo>
                    <a:pt x="0" y="0"/>
                  </a:lnTo>
                  <a:cubicBezTo>
                    <a:pt x="1551" y="6717"/>
                    <a:pt x="5077" y="12797"/>
                    <a:pt x="10183" y="17477"/>
                  </a:cubicBezTo>
                  <a:cubicBezTo>
                    <a:pt x="9393" y="14134"/>
                    <a:pt x="8147" y="10912"/>
                    <a:pt x="6414" y="7933"/>
                  </a:cubicBezTo>
                  <a:cubicBezTo>
                    <a:pt x="4681" y="4985"/>
                    <a:pt x="2523" y="231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9"/>
            <p:cNvSpPr/>
            <p:nvPr/>
          </p:nvSpPr>
          <p:spPr>
            <a:xfrm flipH="1">
              <a:off x="2783183" y="2326146"/>
              <a:ext cx="597217" cy="527422"/>
            </a:xfrm>
            <a:custGeom>
              <a:avLst/>
              <a:gdLst/>
              <a:ahLst/>
              <a:cxnLst/>
              <a:rect l="l" t="t" r="r" b="b"/>
              <a:pathLst>
                <a:path w="9575" h="8456" extrusionOk="0">
                  <a:moveTo>
                    <a:pt x="1581" y="1"/>
                  </a:moveTo>
                  <a:cubicBezTo>
                    <a:pt x="456" y="2676"/>
                    <a:pt x="0" y="5563"/>
                    <a:pt x="304" y="8451"/>
                  </a:cubicBezTo>
                  <a:cubicBezTo>
                    <a:pt x="410" y="8454"/>
                    <a:pt x="516" y="8456"/>
                    <a:pt x="622" y="8456"/>
                  </a:cubicBezTo>
                  <a:cubicBezTo>
                    <a:pt x="4361" y="8456"/>
                    <a:pt x="7801" y="6381"/>
                    <a:pt x="9575" y="3040"/>
                  </a:cubicBezTo>
                  <a:cubicBezTo>
                    <a:pt x="7204" y="1369"/>
                    <a:pt x="4468" y="335"/>
                    <a:pt x="15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9"/>
            <p:cNvSpPr/>
            <p:nvPr/>
          </p:nvSpPr>
          <p:spPr>
            <a:xfrm flipH="1">
              <a:off x="2959509" y="2614375"/>
              <a:ext cx="348849" cy="1090147"/>
            </a:xfrm>
            <a:custGeom>
              <a:avLst/>
              <a:gdLst/>
              <a:ahLst/>
              <a:cxnLst/>
              <a:rect l="l" t="t" r="r" b="b"/>
              <a:pathLst>
                <a:path w="5593" h="17478" extrusionOk="0">
                  <a:moveTo>
                    <a:pt x="274" y="0"/>
                  </a:moveTo>
                  <a:cubicBezTo>
                    <a:pt x="91" y="760"/>
                    <a:pt x="0" y="1520"/>
                    <a:pt x="30" y="2310"/>
                  </a:cubicBezTo>
                  <a:cubicBezTo>
                    <a:pt x="0" y="3100"/>
                    <a:pt x="61" y="3891"/>
                    <a:pt x="152" y="4651"/>
                  </a:cubicBezTo>
                  <a:cubicBezTo>
                    <a:pt x="243" y="5441"/>
                    <a:pt x="365" y="6201"/>
                    <a:pt x="547" y="6991"/>
                  </a:cubicBezTo>
                  <a:cubicBezTo>
                    <a:pt x="638" y="7356"/>
                    <a:pt x="730" y="7751"/>
                    <a:pt x="851" y="8116"/>
                  </a:cubicBezTo>
                  <a:cubicBezTo>
                    <a:pt x="973" y="8511"/>
                    <a:pt x="1034" y="8876"/>
                    <a:pt x="1186" y="9271"/>
                  </a:cubicBezTo>
                  <a:lnTo>
                    <a:pt x="1550" y="10365"/>
                  </a:lnTo>
                  <a:cubicBezTo>
                    <a:pt x="1702" y="10730"/>
                    <a:pt x="1854" y="11094"/>
                    <a:pt x="2006" y="11459"/>
                  </a:cubicBezTo>
                  <a:cubicBezTo>
                    <a:pt x="2310" y="12189"/>
                    <a:pt x="2675" y="12888"/>
                    <a:pt x="3040" y="13556"/>
                  </a:cubicBezTo>
                  <a:cubicBezTo>
                    <a:pt x="3374" y="14256"/>
                    <a:pt x="3769" y="14924"/>
                    <a:pt x="4225" y="15593"/>
                  </a:cubicBezTo>
                  <a:cubicBezTo>
                    <a:pt x="4651" y="16231"/>
                    <a:pt x="5107" y="16870"/>
                    <a:pt x="5593" y="17477"/>
                  </a:cubicBezTo>
                  <a:cubicBezTo>
                    <a:pt x="5319" y="16748"/>
                    <a:pt x="4985" y="16049"/>
                    <a:pt x="4681" y="15350"/>
                  </a:cubicBezTo>
                  <a:lnTo>
                    <a:pt x="4255" y="14286"/>
                  </a:lnTo>
                  <a:cubicBezTo>
                    <a:pt x="4104" y="13921"/>
                    <a:pt x="3921" y="13587"/>
                    <a:pt x="3800" y="13222"/>
                  </a:cubicBezTo>
                  <a:cubicBezTo>
                    <a:pt x="3526" y="12493"/>
                    <a:pt x="3222" y="11794"/>
                    <a:pt x="2979" y="11094"/>
                  </a:cubicBezTo>
                  <a:cubicBezTo>
                    <a:pt x="2705" y="10365"/>
                    <a:pt x="2462" y="9666"/>
                    <a:pt x="2219" y="8936"/>
                  </a:cubicBezTo>
                  <a:cubicBezTo>
                    <a:pt x="2067" y="8572"/>
                    <a:pt x="1976" y="8237"/>
                    <a:pt x="1854" y="7842"/>
                  </a:cubicBezTo>
                  <a:lnTo>
                    <a:pt x="1702" y="7295"/>
                  </a:lnTo>
                  <a:lnTo>
                    <a:pt x="1550" y="6748"/>
                  </a:lnTo>
                  <a:cubicBezTo>
                    <a:pt x="1307" y="6018"/>
                    <a:pt x="1155" y="5289"/>
                    <a:pt x="973" y="4559"/>
                  </a:cubicBezTo>
                  <a:cubicBezTo>
                    <a:pt x="608" y="3040"/>
                    <a:pt x="395" y="152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5" name="Google Shape;1375;p39"/>
          <p:cNvGrpSpPr/>
          <p:nvPr/>
        </p:nvGrpSpPr>
        <p:grpSpPr>
          <a:xfrm>
            <a:off x="6817770" y="538866"/>
            <a:ext cx="958347" cy="1063924"/>
            <a:chOff x="7346251" y="563301"/>
            <a:chExt cx="1165163" cy="1293524"/>
          </a:xfrm>
        </p:grpSpPr>
        <p:sp>
          <p:nvSpPr>
            <p:cNvPr id="1376" name="Google Shape;1376;p39"/>
            <p:cNvSpPr/>
            <p:nvPr/>
          </p:nvSpPr>
          <p:spPr>
            <a:xfrm rot="1693449">
              <a:off x="7551679" y="1144858"/>
              <a:ext cx="928371" cy="366040"/>
            </a:xfrm>
            <a:custGeom>
              <a:avLst/>
              <a:gdLst/>
              <a:ahLst/>
              <a:cxnLst/>
              <a:rect l="l" t="t" r="r" b="b"/>
              <a:pathLst>
                <a:path w="22281" h="8785" extrusionOk="0">
                  <a:moveTo>
                    <a:pt x="11156" y="1"/>
                  </a:moveTo>
                  <a:lnTo>
                    <a:pt x="0" y="8147"/>
                  </a:lnTo>
                  <a:lnTo>
                    <a:pt x="456" y="8785"/>
                  </a:lnTo>
                  <a:lnTo>
                    <a:pt x="11156" y="943"/>
                  </a:lnTo>
                  <a:lnTo>
                    <a:pt x="21824" y="8785"/>
                  </a:lnTo>
                  <a:lnTo>
                    <a:pt x="22280" y="8147"/>
                  </a:lnTo>
                  <a:lnTo>
                    <a:pt x="111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9"/>
            <p:cNvSpPr/>
            <p:nvPr/>
          </p:nvSpPr>
          <p:spPr>
            <a:xfrm rot="1693449">
              <a:off x="8193466" y="722377"/>
              <a:ext cx="31708" cy="490164"/>
            </a:xfrm>
            <a:custGeom>
              <a:avLst/>
              <a:gdLst/>
              <a:ahLst/>
              <a:cxnLst/>
              <a:rect l="l" t="t" r="r" b="b"/>
              <a:pathLst>
                <a:path w="761" h="11764" extrusionOk="0">
                  <a:moveTo>
                    <a:pt x="0" y="1"/>
                  </a:moveTo>
                  <a:lnTo>
                    <a:pt x="0" y="11764"/>
                  </a:lnTo>
                  <a:lnTo>
                    <a:pt x="760" y="11764"/>
                  </a:lnTo>
                  <a:lnTo>
                    <a:pt x="7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39"/>
            <p:cNvSpPr/>
            <p:nvPr/>
          </p:nvSpPr>
          <p:spPr>
            <a:xfrm rot="1693449">
              <a:off x="7387886" y="1133150"/>
              <a:ext cx="271332" cy="244291"/>
            </a:xfrm>
            <a:custGeom>
              <a:avLst/>
              <a:gdLst/>
              <a:ahLst/>
              <a:cxnLst/>
              <a:rect l="l" t="t" r="r" b="b"/>
              <a:pathLst>
                <a:path w="6512" h="5863" extrusionOk="0">
                  <a:moveTo>
                    <a:pt x="3613" y="0"/>
                  </a:moveTo>
                  <a:cubicBezTo>
                    <a:pt x="1736" y="0"/>
                    <a:pt x="1" y="1909"/>
                    <a:pt x="888" y="4061"/>
                  </a:cubicBezTo>
                  <a:cubicBezTo>
                    <a:pt x="1399" y="5299"/>
                    <a:pt x="2472" y="5862"/>
                    <a:pt x="3545" y="5862"/>
                  </a:cubicBezTo>
                  <a:cubicBezTo>
                    <a:pt x="5028" y="5862"/>
                    <a:pt x="6511" y="4788"/>
                    <a:pt x="6511" y="2937"/>
                  </a:cubicBezTo>
                  <a:cubicBezTo>
                    <a:pt x="6511" y="2177"/>
                    <a:pt x="6208" y="1417"/>
                    <a:pt x="5630" y="870"/>
                  </a:cubicBezTo>
                  <a:cubicBezTo>
                    <a:pt x="5022" y="262"/>
                    <a:pt x="4308" y="0"/>
                    <a:pt x="3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39"/>
            <p:cNvSpPr/>
            <p:nvPr/>
          </p:nvSpPr>
          <p:spPr>
            <a:xfrm rot="1693449">
              <a:off x="7389301" y="1127882"/>
              <a:ext cx="256582" cy="217124"/>
            </a:xfrm>
            <a:custGeom>
              <a:avLst/>
              <a:gdLst/>
              <a:ahLst/>
              <a:cxnLst/>
              <a:rect l="l" t="t" r="r" b="b"/>
              <a:pathLst>
                <a:path w="6158" h="5211" extrusionOk="0">
                  <a:moveTo>
                    <a:pt x="3793" y="0"/>
                  </a:moveTo>
                  <a:cubicBezTo>
                    <a:pt x="1804" y="0"/>
                    <a:pt x="1" y="2153"/>
                    <a:pt x="1173" y="4340"/>
                  </a:cubicBezTo>
                  <a:cubicBezTo>
                    <a:pt x="1775" y="4942"/>
                    <a:pt x="2512" y="5211"/>
                    <a:pt x="3232" y="5211"/>
                  </a:cubicBezTo>
                  <a:cubicBezTo>
                    <a:pt x="4730" y="5211"/>
                    <a:pt x="6158" y="4048"/>
                    <a:pt x="6158" y="2303"/>
                  </a:cubicBezTo>
                  <a:cubicBezTo>
                    <a:pt x="6158" y="1787"/>
                    <a:pt x="6036" y="1331"/>
                    <a:pt x="5823" y="875"/>
                  </a:cubicBezTo>
                  <a:cubicBezTo>
                    <a:pt x="5203" y="262"/>
                    <a:pt x="4487" y="0"/>
                    <a:pt x="37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39"/>
            <p:cNvSpPr/>
            <p:nvPr/>
          </p:nvSpPr>
          <p:spPr>
            <a:xfrm rot="1693449">
              <a:off x="8170413" y="620910"/>
              <a:ext cx="279374" cy="243749"/>
            </a:xfrm>
            <a:custGeom>
              <a:avLst/>
              <a:gdLst/>
              <a:ahLst/>
              <a:cxnLst/>
              <a:rect l="l" t="t" r="r" b="b"/>
              <a:pathLst>
                <a:path w="6705" h="5850" extrusionOk="0">
                  <a:moveTo>
                    <a:pt x="3764" y="1"/>
                  </a:moveTo>
                  <a:cubicBezTo>
                    <a:pt x="1641" y="1"/>
                    <a:pt x="0" y="2426"/>
                    <a:pt x="1325" y="4489"/>
                  </a:cubicBezTo>
                  <a:cubicBezTo>
                    <a:pt x="1916" y="5428"/>
                    <a:pt x="2835" y="5850"/>
                    <a:pt x="3748" y="5850"/>
                  </a:cubicBezTo>
                  <a:cubicBezTo>
                    <a:pt x="5226" y="5850"/>
                    <a:pt x="6686" y="4743"/>
                    <a:pt x="6705" y="2939"/>
                  </a:cubicBezTo>
                  <a:cubicBezTo>
                    <a:pt x="6705" y="1814"/>
                    <a:pt x="6036" y="780"/>
                    <a:pt x="5033" y="294"/>
                  </a:cubicBezTo>
                  <a:cubicBezTo>
                    <a:pt x="4604" y="92"/>
                    <a:pt x="4175" y="1"/>
                    <a:pt x="37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39"/>
            <p:cNvSpPr/>
            <p:nvPr/>
          </p:nvSpPr>
          <p:spPr>
            <a:xfrm rot="1693449">
              <a:off x="8165574" y="611565"/>
              <a:ext cx="260165" cy="222957"/>
            </a:xfrm>
            <a:custGeom>
              <a:avLst/>
              <a:gdLst/>
              <a:ahLst/>
              <a:cxnLst/>
              <a:rect l="l" t="t" r="r" b="b"/>
              <a:pathLst>
                <a:path w="6244" h="5351" extrusionOk="0">
                  <a:moveTo>
                    <a:pt x="4023" y="1"/>
                  </a:moveTo>
                  <a:cubicBezTo>
                    <a:pt x="1646" y="1"/>
                    <a:pt x="1" y="3100"/>
                    <a:pt x="2049" y="5070"/>
                  </a:cubicBezTo>
                  <a:cubicBezTo>
                    <a:pt x="2458" y="5262"/>
                    <a:pt x="2881" y="5350"/>
                    <a:pt x="3293" y="5350"/>
                  </a:cubicBezTo>
                  <a:cubicBezTo>
                    <a:pt x="4841" y="5350"/>
                    <a:pt x="6244" y="4106"/>
                    <a:pt x="6244" y="2426"/>
                  </a:cubicBezTo>
                  <a:cubicBezTo>
                    <a:pt x="6244" y="1605"/>
                    <a:pt x="5909" y="845"/>
                    <a:pt x="5301" y="298"/>
                  </a:cubicBezTo>
                  <a:cubicBezTo>
                    <a:pt x="4864" y="93"/>
                    <a:pt x="4433" y="1"/>
                    <a:pt x="40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39"/>
            <p:cNvSpPr/>
            <p:nvPr/>
          </p:nvSpPr>
          <p:spPr>
            <a:xfrm rot="1693449">
              <a:off x="7894832" y="992986"/>
              <a:ext cx="393915" cy="386790"/>
            </a:xfrm>
            <a:custGeom>
              <a:avLst/>
              <a:gdLst/>
              <a:ahLst/>
              <a:cxnLst/>
              <a:rect l="l" t="t" r="r" b="b"/>
              <a:pathLst>
                <a:path w="9454" h="9283" extrusionOk="0">
                  <a:moveTo>
                    <a:pt x="4743" y="0"/>
                  </a:moveTo>
                  <a:cubicBezTo>
                    <a:pt x="2189" y="0"/>
                    <a:pt x="92" y="2006"/>
                    <a:pt x="31" y="4560"/>
                  </a:cubicBezTo>
                  <a:cubicBezTo>
                    <a:pt x="1" y="5228"/>
                    <a:pt x="153" y="5897"/>
                    <a:pt x="426" y="6505"/>
                  </a:cubicBezTo>
                  <a:cubicBezTo>
                    <a:pt x="1200" y="8233"/>
                    <a:pt x="2915" y="9282"/>
                    <a:pt x="4735" y="9282"/>
                  </a:cubicBezTo>
                  <a:cubicBezTo>
                    <a:pt x="5060" y="9282"/>
                    <a:pt x="5388" y="9249"/>
                    <a:pt x="5715" y="9180"/>
                  </a:cubicBezTo>
                  <a:cubicBezTo>
                    <a:pt x="7904" y="8724"/>
                    <a:pt x="9454" y="6778"/>
                    <a:pt x="9454" y="4560"/>
                  </a:cubicBezTo>
                  <a:cubicBezTo>
                    <a:pt x="9363" y="2006"/>
                    <a:pt x="7296" y="0"/>
                    <a:pt x="47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39"/>
            <p:cNvSpPr/>
            <p:nvPr/>
          </p:nvSpPr>
          <p:spPr>
            <a:xfrm rot="1693449">
              <a:off x="7909513" y="982757"/>
              <a:ext cx="362248" cy="344582"/>
            </a:xfrm>
            <a:custGeom>
              <a:avLst/>
              <a:gdLst/>
              <a:ahLst/>
              <a:cxnLst/>
              <a:rect l="l" t="t" r="r" b="b"/>
              <a:pathLst>
                <a:path w="8694" h="8270" extrusionOk="0">
                  <a:moveTo>
                    <a:pt x="4764" y="1"/>
                  </a:moveTo>
                  <a:cubicBezTo>
                    <a:pt x="2345" y="1"/>
                    <a:pt x="11" y="1856"/>
                    <a:pt x="31" y="4703"/>
                  </a:cubicBezTo>
                  <a:cubicBezTo>
                    <a:pt x="1" y="5371"/>
                    <a:pt x="153" y="6040"/>
                    <a:pt x="426" y="6648"/>
                  </a:cubicBezTo>
                  <a:cubicBezTo>
                    <a:pt x="1413" y="7769"/>
                    <a:pt x="2690" y="8270"/>
                    <a:pt x="3944" y="8270"/>
                  </a:cubicBezTo>
                  <a:cubicBezTo>
                    <a:pt x="6362" y="8270"/>
                    <a:pt x="8694" y="6409"/>
                    <a:pt x="8694" y="3548"/>
                  </a:cubicBezTo>
                  <a:cubicBezTo>
                    <a:pt x="8694" y="2879"/>
                    <a:pt x="8542" y="2210"/>
                    <a:pt x="8268" y="1602"/>
                  </a:cubicBezTo>
                  <a:cubicBezTo>
                    <a:pt x="7285" y="495"/>
                    <a:pt x="6013" y="1"/>
                    <a:pt x="47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9"/>
            <p:cNvSpPr/>
            <p:nvPr/>
          </p:nvSpPr>
          <p:spPr>
            <a:xfrm rot="1693449">
              <a:off x="8173447" y="1561299"/>
              <a:ext cx="287540" cy="241916"/>
            </a:xfrm>
            <a:custGeom>
              <a:avLst/>
              <a:gdLst/>
              <a:ahLst/>
              <a:cxnLst/>
              <a:rect l="l" t="t" r="r" b="b"/>
              <a:pathLst>
                <a:path w="6901" h="5806" extrusionOk="0">
                  <a:moveTo>
                    <a:pt x="3983" y="0"/>
                  </a:moveTo>
                  <a:cubicBezTo>
                    <a:pt x="1186" y="0"/>
                    <a:pt x="1" y="3526"/>
                    <a:pt x="2220" y="5228"/>
                  </a:cubicBezTo>
                  <a:cubicBezTo>
                    <a:pt x="2706" y="5623"/>
                    <a:pt x="3344" y="5806"/>
                    <a:pt x="3983" y="5806"/>
                  </a:cubicBezTo>
                  <a:cubicBezTo>
                    <a:pt x="5594" y="5806"/>
                    <a:pt x="6901" y="4499"/>
                    <a:pt x="6901" y="2888"/>
                  </a:cubicBezTo>
                  <a:cubicBezTo>
                    <a:pt x="6870" y="1733"/>
                    <a:pt x="6202" y="669"/>
                    <a:pt x="5107" y="213"/>
                  </a:cubicBezTo>
                  <a:cubicBezTo>
                    <a:pt x="4743" y="61"/>
                    <a:pt x="4378" y="0"/>
                    <a:pt x="39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9"/>
            <p:cNvSpPr/>
            <p:nvPr/>
          </p:nvSpPr>
          <p:spPr>
            <a:xfrm rot="1693449">
              <a:off x="8178624" y="1555917"/>
              <a:ext cx="260957" cy="226707"/>
            </a:xfrm>
            <a:custGeom>
              <a:avLst/>
              <a:gdLst/>
              <a:ahLst/>
              <a:cxnLst/>
              <a:rect l="l" t="t" r="r" b="b"/>
              <a:pathLst>
                <a:path w="6263" h="5441" extrusionOk="0">
                  <a:moveTo>
                    <a:pt x="3983" y="0"/>
                  </a:moveTo>
                  <a:cubicBezTo>
                    <a:pt x="1186" y="0"/>
                    <a:pt x="1" y="3526"/>
                    <a:pt x="2220" y="5228"/>
                  </a:cubicBezTo>
                  <a:cubicBezTo>
                    <a:pt x="2584" y="5380"/>
                    <a:pt x="2949" y="5441"/>
                    <a:pt x="3344" y="5441"/>
                  </a:cubicBezTo>
                  <a:cubicBezTo>
                    <a:pt x="4955" y="5441"/>
                    <a:pt x="6262" y="4134"/>
                    <a:pt x="6262" y="2553"/>
                  </a:cubicBezTo>
                  <a:cubicBezTo>
                    <a:pt x="6262" y="1611"/>
                    <a:pt x="5837" y="760"/>
                    <a:pt x="5107" y="213"/>
                  </a:cubicBezTo>
                  <a:cubicBezTo>
                    <a:pt x="4743" y="61"/>
                    <a:pt x="4378" y="0"/>
                    <a:pt x="39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6" name="Google Shape;1386;p39"/>
          <p:cNvGrpSpPr/>
          <p:nvPr/>
        </p:nvGrpSpPr>
        <p:grpSpPr>
          <a:xfrm rot="-2058591">
            <a:off x="1454641" y="2961366"/>
            <a:ext cx="1395935" cy="1044472"/>
            <a:chOff x="2923063" y="846627"/>
            <a:chExt cx="1475425" cy="1103947"/>
          </a:xfrm>
        </p:grpSpPr>
        <p:sp>
          <p:nvSpPr>
            <p:cNvPr id="1387" name="Google Shape;1387;p39"/>
            <p:cNvSpPr/>
            <p:nvPr/>
          </p:nvSpPr>
          <p:spPr>
            <a:xfrm>
              <a:off x="3485903" y="1027540"/>
              <a:ext cx="428518" cy="763230"/>
            </a:xfrm>
            <a:custGeom>
              <a:avLst/>
              <a:gdLst/>
              <a:ahLst/>
              <a:cxnLst/>
              <a:rect l="l" t="t" r="r" b="b"/>
              <a:pathLst>
                <a:path w="12343" h="21984" extrusionOk="0">
                  <a:moveTo>
                    <a:pt x="934" y="1"/>
                  </a:moveTo>
                  <a:lnTo>
                    <a:pt x="0" y="401"/>
                  </a:lnTo>
                  <a:lnTo>
                    <a:pt x="4570" y="11475"/>
                  </a:lnTo>
                  <a:lnTo>
                    <a:pt x="11508" y="21983"/>
                  </a:lnTo>
                  <a:lnTo>
                    <a:pt x="12342" y="21449"/>
                  </a:lnTo>
                  <a:lnTo>
                    <a:pt x="5437" y="11008"/>
                  </a:lnTo>
                  <a:lnTo>
                    <a:pt x="9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9"/>
            <p:cNvSpPr/>
            <p:nvPr/>
          </p:nvSpPr>
          <p:spPr>
            <a:xfrm>
              <a:off x="3172057" y="1137560"/>
              <a:ext cx="973965" cy="560549"/>
            </a:xfrm>
            <a:custGeom>
              <a:avLst/>
              <a:gdLst/>
              <a:ahLst/>
              <a:cxnLst/>
              <a:rect l="l" t="t" r="r" b="b"/>
              <a:pathLst>
                <a:path w="28054" h="16146" extrusionOk="0">
                  <a:moveTo>
                    <a:pt x="27587" y="1"/>
                  </a:moveTo>
                  <a:lnTo>
                    <a:pt x="0" y="15245"/>
                  </a:lnTo>
                  <a:lnTo>
                    <a:pt x="501" y="16145"/>
                  </a:lnTo>
                  <a:lnTo>
                    <a:pt x="28054" y="868"/>
                  </a:lnTo>
                  <a:lnTo>
                    <a:pt x="27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39"/>
            <p:cNvSpPr/>
            <p:nvPr/>
          </p:nvSpPr>
          <p:spPr>
            <a:xfrm>
              <a:off x="3328389" y="846627"/>
              <a:ext cx="297807" cy="236704"/>
            </a:xfrm>
            <a:custGeom>
              <a:avLst/>
              <a:gdLst/>
              <a:ahLst/>
              <a:cxnLst/>
              <a:rect l="l" t="t" r="r" b="b"/>
              <a:pathLst>
                <a:path w="8578" h="6818" extrusionOk="0">
                  <a:moveTo>
                    <a:pt x="4320" y="1"/>
                  </a:moveTo>
                  <a:cubicBezTo>
                    <a:pt x="3759" y="1"/>
                    <a:pt x="3192" y="143"/>
                    <a:pt x="2669" y="442"/>
                  </a:cubicBezTo>
                  <a:cubicBezTo>
                    <a:pt x="1" y="1909"/>
                    <a:pt x="468" y="5845"/>
                    <a:pt x="3370" y="6679"/>
                  </a:cubicBezTo>
                  <a:cubicBezTo>
                    <a:pt x="3698" y="6774"/>
                    <a:pt x="4020" y="6818"/>
                    <a:pt x="4333" y="6818"/>
                  </a:cubicBezTo>
                  <a:cubicBezTo>
                    <a:pt x="6780" y="6818"/>
                    <a:pt x="8578" y="4113"/>
                    <a:pt x="7306" y="1776"/>
                  </a:cubicBezTo>
                  <a:cubicBezTo>
                    <a:pt x="6671" y="642"/>
                    <a:pt x="5511" y="1"/>
                    <a:pt x="43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39"/>
            <p:cNvSpPr/>
            <p:nvPr/>
          </p:nvSpPr>
          <p:spPr>
            <a:xfrm>
              <a:off x="3786591" y="1714045"/>
              <a:ext cx="287634" cy="236530"/>
            </a:xfrm>
            <a:custGeom>
              <a:avLst/>
              <a:gdLst/>
              <a:ahLst/>
              <a:cxnLst/>
              <a:rect l="l" t="t" r="r" b="b"/>
              <a:pathLst>
                <a:path w="8285" h="6813" extrusionOk="0">
                  <a:moveTo>
                    <a:pt x="4429" y="1"/>
                  </a:moveTo>
                  <a:cubicBezTo>
                    <a:pt x="2127" y="1"/>
                    <a:pt x="0" y="2487"/>
                    <a:pt x="1413" y="5044"/>
                  </a:cubicBezTo>
                  <a:cubicBezTo>
                    <a:pt x="1713" y="5578"/>
                    <a:pt x="2147" y="6045"/>
                    <a:pt x="2681" y="6345"/>
                  </a:cubicBezTo>
                  <a:cubicBezTo>
                    <a:pt x="3212" y="6654"/>
                    <a:pt x="3805" y="6813"/>
                    <a:pt x="4401" y="6813"/>
                  </a:cubicBezTo>
                  <a:cubicBezTo>
                    <a:pt x="4965" y="6813"/>
                    <a:pt x="5531" y="6671"/>
                    <a:pt x="6050" y="6379"/>
                  </a:cubicBezTo>
                  <a:cubicBezTo>
                    <a:pt x="7684" y="5478"/>
                    <a:pt x="8285" y="3410"/>
                    <a:pt x="7351" y="1775"/>
                  </a:cubicBezTo>
                  <a:cubicBezTo>
                    <a:pt x="7251" y="1542"/>
                    <a:pt x="7084" y="1308"/>
                    <a:pt x="6884" y="1142"/>
                  </a:cubicBezTo>
                  <a:cubicBezTo>
                    <a:pt x="6154" y="340"/>
                    <a:pt x="5280" y="1"/>
                    <a:pt x="44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39"/>
            <p:cNvSpPr/>
            <p:nvPr/>
          </p:nvSpPr>
          <p:spPr>
            <a:xfrm>
              <a:off x="3386298" y="1178388"/>
              <a:ext cx="550134" cy="484899"/>
            </a:xfrm>
            <a:custGeom>
              <a:avLst/>
              <a:gdLst/>
              <a:ahLst/>
              <a:cxnLst/>
              <a:rect l="l" t="t" r="r" b="b"/>
              <a:pathLst>
                <a:path w="15846" h="13967" extrusionOk="0">
                  <a:moveTo>
                    <a:pt x="7938" y="1"/>
                  </a:moveTo>
                  <a:cubicBezTo>
                    <a:pt x="5703" y="1"/>
                    <a:pt x="3517" y="1068"/>
                    <a:pt x="2169" y="3028"/>
                  </a:cubicBezTo>
                  <a:cubicBezTo>
                    <a:pt x="0" y="6163"/>
                    <a:pt x="734" y="10400"/>
                    <a:pt x="3803" y="12668"/>
                  </a:cubicBezTo>
                  <a:cubicBezTo>
                    <a:pt x="4993" y="13528"/>
                    <a:pt x="6414" y="13967"/>
                    <a:pt x="7840" y="13967"/>
                  </a:cubicBezTo>
                  <a:cubicBezTo>
                    <a:pt x="9012" y="13967"/>
                    <a:pt x="10188" y="13670"/>
                    <a:pt x="11242" y="13068"/>
                  </a:cubicBezTo>
                  <a:cubicBezTo>
                    <a:pt x="14611" y="11200"/>
                    <a:pt x="15845" y="6964"/>
                    <a:pt x="13977" y="3595"/>
                  </a:cubicBezTo>
                  <a:cubicBezTo>
                    <a:pt x="13443" y="2594"/>
                    <a:pt x="12676" y="1760"/>
                    <a:pt x="11742" y="1126"/>
                  </a:cubicBezTo>
                  <a:cubicBezTo>
                    <a:pt x="10562" y="364"/>
                    <a:pt x="9242" y="1"/>
                    <a:pt x="79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39"/>
            <p:cNvSpPr/>
            <p:nvPr/>
          </p:nvSpPr>
          <p:spPr>
            <a:xfrm>
              <a:off x="4049403" y="939219"/>
              <a:ext cx="349084" cy="320581"/>
            </a:xfrm>
            <a:custGeom>
              <a:avLst/>
              <a:gdLst/>
              <a:ahLst/>
              <a:cxnLst/>
              <a:rect l="l" t="t" r="r" b="b"/>
              <a:pathLst>
                <a:path w="10055" h="9234" extrusionOk="0">
                  <a:moveTo>
                    <a:pt x="4779" y="0"/>
                  </a:moveTo>
                  <a:cubicBezTo>
                    <a:pt x="2488" y="0"/>
                    <a:pt x="347" y="1726"/>
                    <a:pt x="181" y="4313"/>
                  </a:cubicBezTo>
                  <a:cubicBezTo>
                    <a:pt x="0" y="7122"/>
                    <a:pt x="2269" y="9234"/>
                    <a:pt x="4787" y="9234"/>
                  </a:cubicBezTo>
                  <a:cubicBezTo>
                    <a:pt x="5528" y="9234"/>
                    <a:pt x="6291" y="9051"/>
                    <a:pt x="7019" y="8649"/>
                  </a:cubicBezTo>
                  <a:cubicBezTo>
                    <a:pt x="9221" y="7415"/>
                    <a:pt x="10055" y="4613"/>
                    <a:pt x="8820" y="2378"/>
                  </a:cubicBezTo>
                  <a:cubicBezTo>
                    <a:pt x="8487" y="1811"/>
                    <a:pt x="8053" y="1310"/>
                    <a:pt x="7519" y="910"/>
                  </a:cubicBezTo>
                  <a:cubicBezTo>
                    <a:pt x="6663" y="284"/>
                    <a:pt x="5709" y="0"/>
                    <a:pt x="4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39"/>
            <p:cNvSpPr/>
            <p:nvPr/>
          </p:nvSpPr>
          <p:spPr>
            <a:xfrm>
              <a:off x="2923063" y="1574168"/>
              <a:ext cx="319679" cy="319644"/>
            </a:xfrm>
            <a:custGeom>
              <a:avLst/>
              <a:gdLst/>
              <a:ahLst/>
              <a:cxnLst/>
              <a:rect l="l" t="t" r="r" b="b"/>
              <a:pathLst>
                <a:path w="9208" h="9207" extrusionOk="0">
                  <a:moveTo>
                    <a:pt x="4604" y="0"/>
                  </a:moveTo>
                  <a:cubicBezTo>
                    <a:pt x="2069" y="0"/>
                    <a:pt x="1" y="2068"/>
                    <a:pt x="1" y="4604"/>
                  </a:cubicBezTo>
                  <a:cubicBezTo>
                    <a:pt x="1" y="7139"/>
                    <a:pt x="2069" y="9207"/>
                    <a:pt x="4604" y="9207"/>
                  </a:cubicBezTo>
                  <a:cubicBezTo>
                    <a:pt x="7139" y="9207"/>
                    <a:pt x="9207" y="7139"/>
                    <a:pt x="9207" y="4604"/>
                  </a:cubicBezTo>
                  <a:cubicBezTo>
                    <a:pt x="9207" y="2068"/>
                    <a:pt x="7139" y="0"/>
                    <a:pt x="46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9"/>
            <p:cNvSpPr/>
            <p:nvPr/>
          </p:nvSpPr>
          <p:spPr>
            <a:xfrm>
              <a:off x="3518329" y="1217480"/>
              <a:ext cx="416922" cy="445807"/>
            </a:xfrm>
            <a:custGeom>
              <a:avLst/>
              <a:gdLst/>
              <a:ahLst/>
              <a:cxnLst/>
              <a:rect l="l" t="t" r="r" b="b"/>
              <a:pathLst>
                <a:path w="12009" h="12841" extrusionOk="0">
                  <a:moveTo>
                    <a:pt x="7906" y="0"/>
                  </a:moveTo>
                  <a:cubicBezTo>
                    <a:pt x="7906" y="1"/>
                    <a:pt x="10374" y="11275"/>
                    <a:pt x="0" y="11542"/>
                  </a:cubicBezTo>
                  <a:cubicBezTo>
                    <a:pt x="1190" y="12402"/>
                    <a:pt x="2611" y="12841"/>
                    <a:pt x="4037" y="12841"/>
                  </a:cubicBezTo>
                  <a:cubicBezTo>
                    <a:pt x="5209" y="12841"/>
                    <a:pt x="6385" y="12544"/>
                    <a:pt x="7439" y="11942"/>
                  </a:cubicBezTo>
                  <a:cubicBezTo>
                    <a:pt x="10808" y="10074"/>
                    <a:pt x="12009" y="5838"/>
                    <a:pt x="10174" y="2469"/>
                  </a:cubicBezTo>
                  <a:cubicBezTo>
                    <a:pt x="9607" y="1468"/>
                    <a:pt x="8840" y="634"/>
                    <a:pt x="7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9"/>
            <p:cNvSpPr/>
            <p:nvPr/>
          </p:nvSpPr>
          <p:spPr>
            <a:xfrm>
              <a:off x="4145987" y="970812"/>
              <a:ext cx="251355" cy="288884"/>
            </a:xfrm>
            <a:custGeom>
              <a:avLst/>
              <a:gdLst/>
              <a:ahLst/>
              <a:cxnLst/>
              <a:rect l="l" t="t" r="r" b="b"/>
              <a:pathLst>
                <a:path w="7240" h="8321" extrusionOk="0">
                  <a:moveTo>
                    <a:pt x="4704" y="0"/>
                  </a:moveTo>
                  <a:lnTo>
                    <a:pt x="4704" y="0"/>
                  </a:lnTo>
                  <a:cubicBezTo>
                    <a:pt x="4771" y="267"/>
                    <a:pt x="6138" y="6738"/>
                    <a:pt x="1" y="7872"/>
                  </a:cubicBezTo>
                  <a:cubicBezTo>
                    <a:pt x="627" y="8170"/>
                    <a:pt x="1305" y="8320"/>
                    <a:pt x="1986" y="8320"/>
                  </a:cubicBezTo>
                  <a:cubicBezTo>
                    <a:pt x="2756" y="8320"/>
                    <a:pt x="3529" y="8128"/>
                    <a:pt x="4237" y="7739"/>
                  </a:cubicBezTo>
                  <a:cubicBezTo>
                    <a:pt x="6439" y="6505"/>
                    <a:pt x="7239" y="3703"/>
                    <a:pt x="6005" y="1468"/>
                  </a:cubicBezTo>
                  <a:cubicBezTo>
                    <a:pt x="5705" y="901"/>
                    <a:pt x="5271" y="400"/>
                    <a:pt x="47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9"/>
            <p:cNvSpPr/>
            <p:nvPr/>
          </p:nvSpPr>
          <p:spPr>
            <a:xfrm>
              <a:off x="3013397" y="1605413"/>
              <a:ext cx="251320" cy="288502"/>
            </a:xfrm>
            <a:custGeom>
              <a:avLst/>
              <a:gdLst/>
              <a:ahLst/>
              <a:cxnLst/>
              <a:rect l="l" t="t" r="r" b="b"/>
              <a:pathLst>
                <a:path w="7239" h="8310" extrusionOk="0">
                  <a:moveTo>
                    <a:pt x="4704" y="1"/>
                  </a:moveTo>
                  <a:cubicBezTo>
                    <a:pt x="4771" y="268"/>
                    <a:pt x="6138" y="6739"/>
                    <a:pt x="0" y="7873"/>
                  </a:cubicBezTo>
                  <a:cubicBezTo>
                    <a:pt x="618" y="8166"/>
                    <a:pt x="1292" y="8310"/>
                    <a:pt x="1967" y="8310"/>
                  </a:cubicBezTo>
                  <a:cubicBezTo>
                    <a:pt x="2752" y="8310"/>
                    <a:pt x="3538" y="8116"/>
                    <a:pt x="4237" y="7740"/>
                  </a:cubicBezTo>
                  <a:cubicBezTo>
                    <a:pt x="6438" y="6506"/>
                    <a:pt x="7239" y="3704"/>
                    <a:pt x="6005" y="1469"/>
                  </a:cubicBezTo>
                  <a:cubicBezTo>
                    <a:pt x="5705" y="868"/>
                    <a:pt x="5238" y="368"/>
                    <a:pt x="4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9"/>
            <p:cNvSpPr/>
            <p:nvPr/>
          </p:nvSpPr>
          <p:spPr>
            <a:xfrm>
              <a:off x="3879634" y="1753657"/>
              <a:ext cx="194592" cy="196918"/>
            </a:xfrm>
            <a:custGeom>
              <a:avLst/>
              <a:gdLst/>
              <a:ahLst/>
              <a:cxnLst/>
              <a:rect l="l" t="t" r="r" b="b"/>
              <a:pathLst>
                <a:path w="5605" h="5672" extrusionOk="0">
                  <a:moveTo>
                    <a:pt x="4204" y="1"/>
                  </a:moveTo>
                  <a:cubicBezTo>
                    <a:pt x="4204" y="1"/>
                    <a:pt x="4470" y="4804"/>
                    <a:pt x="1" y="5204"/>
                  </a:cubicBezTo>
                  <a:cubicBezTo>
                    <a:pt x="532" y="5513"/>
                    <a:pt x="1125" y="5672"/>
                    <a:pt x="1721" y="5672"/>
                  </a:cubicBezTo>
                  <a:cubicBezTo>
                    <a:pt x="2285" y="5672"/>
                    <a:pt x="2851" y="5530"/>
                    <a:pt x="3370" y="5238"/>
                  </a:cubicBezTo>
                  <a:cubicBezTo>
                    <a:pt x="5004" y="4337"/>
                    <a:pt x="5605" y="2269"/>
                    <a:pt x="4671" y="634"/>
                  </a:cubicBezTo>
                  <a:cubicBezTo>
                    <a:pt x="4571" y="401"/>
                    <a:pt x="4404" y="167"/>
                    <a:pt x="42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9"/>
            <p:cNvSpPr/>
            <p:nvPr/>
          </p:nvSpPr>
          <p:spPr>
            <a:xfrm>
              <a:off x="3418724" y="885094"/>
              <a:ext cx="194592" cy="197647"/>
            </a:xfrm>
            <a:custGeom>
              <a:avLst/>
              <a:gdLst/>
              <a:ahLst/>
              <a:cxnLst/>
              <a:rect l="l" t="t" r="r" b="b"/>
              <a:pathLst>
                <a:path w="5605" h="5693" extrusionOk="0">
                  <a:moveTo>
                    <a:pt x="4237" y="1"/>
                  </a:moveTo>
                  <a:cubicBezTo>
                    <a:pt x="4237" y="1"/>
                    <a:pt x="4504" y="4837"/>
                    <a:pt x="0" y="5238"/>
                  </a:cubicBezTo>
                  <a:cubicBezTo>
                    <a:pt x="525" y="5542"/>
                    <a:pt x="1118" y="5692"/>
                    <a:pt x="1714" y="5692"/>
                  </a:cubicBezTo>
                  <a:cubicBezTo>
                    <a:pt x="2294" y="5692"/>
                    <a:pt x="2877" y="5551"/>
                    <a:pt x="3403" y="5271"/>
                  </a:cubicBezTo>
                  <a:cubicBezTo>
                    <a:pt x="5004" y="4337"/>
                    <a:pt x="5604" y="2269"/>
                    <a:pt x="4670" y="634"/>
                  </a:cubicBezTo>
                  <a:cubicBezTo>
                    <a:pt x="4570" y="401"/>
                    <a:pt x="4404" y="201"/>
                    <a:pt x="42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02"/>
        <p:cNvGrpSpPr/>
        <p:nvPr/>
      </p:nvGrpSpPr>
      <p:grpSpPr>
        <a:xfrm>
          <a:off x="0" y="0"/>
          <a:ext cx="0" cy="0"/>
          <a:chOff x="0" y="0"/>
          <a:chExt cx="0" cy="0"/>
        </a:xfrm>
      </p:grpSpPr>
      <p:sp>
        <p:nvSpPr>
          <p:cNvPr id="1403" name="Google Shape;1403;p40"/>
          <p:cNvSpPr/>
          <p:nvPr/>
        </p:nvSpPr>
        <p:spPr>
          <a:xfrm>
            <a:off x="713225" y="613825"/>
            <a:ext cx="7645468" cy="3989483"/>
          </a:xfrm>
          <a:custGeom>
            <a:avLst/>
            <a:gdLst/>
            <a:ahLst/>
            <a:cxnLst/>
            <a:rect l="l" t="t" r="r" b="b"/>
            <a:pathLst>
              <a:path w="115981" h="61431" extrusionOk="0">
                <a:moveTo>
                  <a:pt x="59757" y="1"/>
                </a:moveTo>
                <a:cubicBezTo>
                  <a:pt x="48902" y="1"/>
                  <a:pt x="39311" y="1293"/>
                  <a:pt x="31074" y="3750"/>
                </a:cubicBezTo>
                <a:cubicBezTo>
                  <a:pt x="17865" y="7681"/>
                  <a:pt x="1" y="20154"/>
                  <a:pt x="3393" y="38018"/>
                </a:cubicBezTo>
                <a:cubicBezTo>
                  <a:pt x="6074" y="52132"/>
                  <a:pt x="23915" y="61431"/>
                  <a:pt x="38298" y="61431"/>
                </a:cubicBezTo>
                <a:cubicBezTo>
                  <a:pt x="41057" y="61431"/>
                  <a:pt x="43688" y="61089"/>
                  <a:pt x="46061" y="60373"/>
                </a:cubicBezTo>
                <a:cubicBezTo>
                  <a:pt x="53222" y="58215"/>
                  <a:pt x="59960" y="53597"/>
                  <a:pt x="67319" y="53597"/>
                </a:cubicBezTo>
                <a:cubicBezTo>
                  <a:pt x="67824" y="53597"/>
                  <a:pt x="68332" y="53619"/>
                  <a:pt x="68844" y="53664"/>
                </a:cubicBezTo>
                <a:cubicBezTo>
                  <a:pt x="75498" y="54268"/>
                  <a:pt x="81141" y="58869"/>
                  <a:pt x="87663" y="60274"/>
                </a:cubicBezTo>
                <a:cubicBezTo>
                  <a:pt x="89006" y="60565"/>
                  <a:pt x="90371" y="60704"/>
                  <a:pt x="91738" y="60704"/>
                </a:cubicBezTo>
                <a:cubicBezTo>
                  <a:pt x="101890" y="60704"/>
                  <a:pt x="112151" y="53047"/>
                  <a:pt x="113960" y="43003"/>
                </a:cubicBezTo>
                <a:cubicBezTo>
                  <a:pt x="115980" y="31749"/>
                  <a:pt x="112994" y="19803"/>
                  <a:pt x="103485" y="11721"/>
                </a:cubicBezTo>
                <a:cubicBezTo>
                  <a:pt x="94043" y="3706"/>
                  <a:pt x="84951" y="1521"/>
                  <a:pt x="71435" y="467"/>
                </a:cubicBezTo>
                <a:cubicBezTo>
                  <a:pt x="67395" y="155"/>
                  <a:pt x="63500" y="1"/>
                  <a:pt x="59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40"/>
          <p:cNvSpPr/>
          <p:nvPr/>
        </p:nvSpPr>
        <p:spPr>
          <a:xfrm>
            <a:off x="1762710" y="1331298"/>
            <a:ext cx="1456615" cy="1087696"/>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40"/>
          <p:cNvSpPr txBox="1">
            <a:spLocks noGrp="1"/>
          </p:cNvSpPr>
          <p:nvPr>
            <p:ph type="title"/>
          </p:nvPr>
        </p:nvSpPr>
        <p:spPr>
          <a:xfrm>
            <a:off x="1916425" y="2497241"/>
            <a:ext cx="4626300" cy="8418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Clr>
                <a:schemeClr val="dk1"/>
              </a:buClr>
              <a:buSzPts val="1100"/>
              <a:buFont typeface="Arial"/>
              <a:buNone/>
            </a:pPr>
            <a:r>
              <a:rPr lang="en">
                <a:solidFill>
                  <a:schemeClr val="lt1"/>
                </a:solidFill>
                <a:latin typeface="Montserrat SemiBold"/>
                <a:ea typeface="Montserrat SemiBold"/>
                <a:cs typeface="Montserrat SemiBold"/>
                <a:sym typeface="Montserrat SemiBold"/>
              </a:rPr>
              <a:t>Matter</a:t>
            </a:r>
            <a:r>
              <a:rPr lang="en">
                <a:solidFill>
                  <a:schemeClr val="lt1"/>
                </a:solidFill>
              </a:rPr>
              <a:t> magic</a:t>
            </a:r>
            <a:endParaRPr>
              <a:solidFill>
                <a:schemeClr val="lt1"/>
              </a:solidFill>
            </a:endParaRPr>
          </a:p>
        </p:txBody>
      </p:sp>
      <p:sp>
        <p:nvSpPr>
          <p:cNvPr id="1406" name="Google Shape;1406;p40"/>
          <p:cNvSpPr txBox="1">
            <a:spLocks noGrp="1"/>
          </p:cNvSpPr>
          <p:nvPr>
            <p:ph type="title" idx="2"/>
          </p:nvPr>
        </p:nvSpPr>
        <p:spPr>
          <a:xfrm>
            <a:off x="2145025" y="1403879"/>
            <a:ext cx="872100" cy="903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a:t>01</a:t>
            </a:r>
            <a:endParaRPr/>
          </a:p>
        </p:txBody>
      </p:sp>
      <p:sp>
        <p:nvSpPr>
          <p:cNvPr id="1407" name="Google Shape;1407;p40"/>
          <p:cNvSpPr txBox="1">
            <a:spLocks noGrp="1"/>
          </p:cNvSpPr>
          <p:nvPr>
            <p:ph type="subTitle" idx="1"/>
          </p:nvPr>
        </p:nvSpPr>
        <p:spPr>
          <a:xfrm>
            <a:off x="1916425" y="3283852"/>
            <a:ext cx="4626300" cy="33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You can enter a subtitle here if you need it</a:t>
            </a:r>
            <a:endParaRPr/>
          </a:p>
        </p:txBody>
      </p:sp>
      <p:grpSp>
        <p:nvGrpSpPr>
          <p:cNvPr id="1408" name="Google Shape;1408;p40"/>
          <p:cNvGrpSpPr/>
          <p:nvPr/>
        </p:nvGrpSpPr>
        <p:grpSpPr>
          <a:xfrm>
            <a:off x="6656948" y="2571755"/>
            <a:ext cx="1307726" cy="1025856"/>
            <a:chOff x="5783898" y="1774875"/>
            <a:chExt cx="2430266" cy="1906442"/>
          </a:xfrm>
        </p:grpSpPr>
        <p:sp>
          <p:nvSpPr>
            <p:cNvPr id="1409" name="Google Shape;1409;p40"/>
            <p:cNvSpPr/>
            <p:nvPr/>
          </p:nvSpPr>
          <p:spPr>
            <a:xfrm>
              <a:off x="6794373" y="3040793"/>
              <a:ext cx="260284" cy="602584"/>
            </a:xfrm>
            <a:custGeom>
              <a:avLst/>
              <a:gdLst/>
              <a:ahLst/>
              <a:cxnLst/>
              <a:rect l="l" t="t" r="r" b="b"/>
              <a:pathLst>
                <a:path w="3437" h="7957" extrusionOk="0">
                  <a:moveTo>
                    <a:pt x="2763" y="1"/>
                  </a:moveTo>
                  <a:cubicBezTo>
                    <a:pt x="2149" y="1"/>
                    <a:pt x="1162" y="1543"/>
                    <a:pt x="501" y="3620"/>
                  </a:cubicBezTo>
                  <a:cubicBezTo>
                    <a:pt x="68" y="5021"/>
                    <a:pt x="1" y="6522"/>
                    <a:pt x="268" y="7957"/>
                  </a:cubicBezTo>
                  <a:cubicBezTo>
                    <a:pt x="1335" y="6956"/>
                    <a:pt x="2136" y="5688"/>
                    <a:pt x="2636" y="4321"/>
                  </a:cubicBezTo>
                  <a:cubicBezTo>
                    <a:pt x="3337" y="2119"/>
                    <a:pt x="3437" y="184"/>
                    <a:pt x="2870" y="18"/>
                  </a:cubicBezTo>
                  <a:cubicBezTo>
                    <a:pt x="2836" y="6"/>
                    <a:pt x="2800" y="1"/>
                    <a:pt x="27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40"/>
            <p:cNvSpPr/>
            <p:nvPr/>
          </p:nvSpPr>
          <p:spPr>
            <a:xfrm>
              <a:off x="5895071" y="2569822"/>
              <a:ext cx="464906" cy="469829"/>
            </a:xfrm>
            <a:custGeom>
              <a:avLst/>
              <a:gdLst/>
              <a:ahLst/>
              <a:cxnLst/>
              <a:rect l="l" t="t" r="r" b="b"/>
              <a:pathLst>
                <a:path w="6139" h="6204" extrusionOk="0">
                  <a:moveTo>
                    <a:pt x="5410" y="0"/>
                  </a:moveTo>
                  <a:cubicBezTo>
                    <a:pt x="4735" y="0"/>
                    <a:pt x="3362" y="962"/>
                    <a:pt x="2035" y="2401"/>
                  </a:cubicBezTo>
                  <a:cubicBezTo>
                    <a:pt x="1035" y="3468"/>
                    <a:pt x="334" y="4769"/>
                    <a:pt x="1" y="6203"/>
                  </a:cubicBezTo>
                  <a:cubicBezTo>
                    <a:pt x="1368" y="5736"/>
                    <a:pt x="2636" y="4969"/>
                    <a:pt x="3670" y="3902"/>
                  </a:cubicBezTo>
                  <a:cubicBezTo>
                    <a:pt x="5238" y="2234"/>
                    <a:pt x="6138" y="533"/>
                    <a:pt x="5705" y="99"/>
                  </a:cubicBezTo>
                  <a:cubicBezTo>
                    <a:pt x="5633" y="32"/>
                    <a:pt x="5533" y="0"/>
                    <a:pt x="5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40"/>
            <p:cNvSpPr/>
            <p:nvPr/>
          </p:nvSpPr>
          <p:spPr>
            <a:xfrm>
              <a:off x="7711396" y="3054424"/>
              <a:ext cx="199624" cy="626893"/>
            </a:xfrm>
            <a:custGeom>
              <a:avLst/>
              <a:gdLst/>
              <a:ahLst/>
              <a:cxnLst/>
              <a:rect l="l" t="t" r="r" b="b"/>
              <a:pathLst>
                <a:path w="2636" h="8278" extrusionOk="0">
                  <a:moveTo>
                    <a:pt x="949" y="0"/>
                  </a:moveTo>
                  <a:cubicBezTo>
                    <a:pt x="933" y="0"/>
                    <a:pt x="917" y="2"/>
                    <a:pt x="901" y="4"/>
                  </a:cubicBezTo>
                  <a:cubicBezTo>
                    <a:pt x="301" y="71"/>
                    <a:pt x="0" y="1973"/>
                    <a:pt x="301" y="4274"/>
                  </a:cubicBezTo>
                  <a:cubicBezTo>
                    <a:pt x="501" y="5709"/>
                    <a:pt x="1035" y="7110"/>
                    <a:pt x="1902" y="8277"/>
                  </a:cubicBezTo>
                  <a:cubicBezTo>
                    <a:pt x="2436" y="6943"/>
                    <a:pt x="2636" y="5475"/>
                    <a:pt x="2502" y="4007"/>
                  </a:cubicBezTo>
                  <a:cubicBezTo>
                    <a:pt x="2243" y="1767"/>
                    <a:pt x="1540" y="0"/>
                    <a:pt x="9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40"/>
            <p:cNvSpPr/>
            <p:nvPr/>
          </p:nvSpPr>
          <p:spPr>
            <a:xfrm>
              <a:off x="5783898" y="2375194"/>
              <a:ext cx="2430251" cy="1079910"/>
            </a:xfrm>
            <a:custGeom>
              <a:avLst/>
              <a:gdLst/>
              <a:ahLst/>
              <a:cxnLst/>
              <a:rect l="l" t="t" r="r" b="b"/>
              <a:pathLst>
                <a:path w="32091" h="14260" extrusionOk="0">
                  <a:moveTo>
                    <a:pt x="8307" y="0"/>
                  </a:moveTo>
                  <a:cubicBezTo>
                    <a:pt x="6672" y="67"/>
                    <a:pt x="5071" y="334"/>
                    <a:pt x="3570" y="834"/>
                  </a:cubicBezTo>
                  <a:cubicBezTo>
                    <a:pt x="2269" y="1201"/>
                    <a:pt x="1068" y="1835"/>
                    <a:pt x="1" y="2702"/>
                  </a:cubicBezTo>
                  <a:cubicBezTo>
                    <a:pt x="5005" y="9607"/>
                    <a:pt x="14511" y="12643"/>
                    <a:pt x="14511" y="12643"/>
                  </a:cubicBezTo>
                  <a:cubicBezTo>
                    <a:pt x="16513" y="13277"/>
                    <a:pt x="18581" y="13710"/>
                    <a:pt x="20649" y="13977"/>
                  </a:cubicBezTo>
                  <a:cubicBezTo>
                    <a:pt x="21951" y="14146"/>
                    <a:pt x="23384" y="14260"/>
                    <a:pt x="24881" y="14260"/>
                  </a:cubicBezTo>
                  <a:cubicBezTo>
                    <a:pt x="27219" y="14260"/>
                    <a:pt x="29711" y="13983"/>
                    <a:pt x="32091" y="13210"/>
                  </a:cubicBezTo>
                  <a:cubicBezTo>
                    <a:pt x="31757" y="11909"/>
                    <a:pt x="31157" y="10675"/>
                    <a:pt x="30356" y="9607"/>
                  </a:cubicBezTo>
                  <a:cubicBezTo>
                    <a:pt x="29389" y="8306"/>
                    <a:pt x="28288" y="7139"/>
                    <a:pt x="27020" y="6138"/>
                  </a:cubicBezTo>
                  <a:lnTo>
                    <a:pt x="27020" y="6205"/>
                  </a:lnTo>
                  <a:cubicBezTo>
                    <a:pt x="27020" y="6205"/>
                    <a:pt x="25358" y="7539"/>
                    <a:pt x="21903" y="7539"/>
                  </a:cubicBezTo>
                  <a:cubicBezTo>
                    <a:pt x="21382" y="7539"/>
                    <a:pt x="20819" y="7509"/>
                    <a:pt x="20215" y="7439"/>
                  </a:cubicBezTo>
                  <a:cubicBezTo>
                    <a:pt x="18948" y="7272"/>
                    <a:pt x="17714" y="7005"/>
                    <a:pt x="16513" y="6605"/>
                  </a:cubicBezTo>
                  <a:cubicBezTo>
                    <a:pt x="9374" y="4270"/>
                    <a:pt x="8240" y="67"/>
                    <a:pt x="8240" y="67"/>
                  </a:cubicBezTo>
                  <a:cubicBezTo>
                    <a:pt x="8274" y="34"/>
                    <a:pt x="8274" y="34"/>
                    <a:pt x="83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40"/>
            <p:cNvSpPr/>
            <p:nvPr/>
          </p:nvSpPr>
          <p:spPr>
            <a:xfrm>
              <a:off x="6051682" y="2375194"/>
              <a:ext cx="2031079" cy="804707"/>
            </a:xfrm>
            <a:custGeom>
              <a:avLst/>
              <a:gdLst/>
              <a:ahLst/>
              <a:cxnLst/>
              <a:rect l="l" t="t" r="r" b="b"/>
              <a:pathLst>
                <a:path w="26820" h="10626" extrusionOk="0">
                  <a:moveTo>
                    <a:pt x="4738" y="0"/>
                  </a:moveTo>
                  <a:lnTo>
                    <a:pt x="4738" y="0"/>
                  </a:lnTo>
                  <a:cubicBezTo>
                    <a:pt x="3136" y="67"/>
                    <a:pt x="1535" y="334"/>
                    <a:pt x="1" y="834"/>
                  </a:cubicBezTo>
                  <a:cubicBezTo>
                    <a:pt x="4304" y="6972"/>
                    <a:pt x="12043" y="9407"/>
                    <a:pt x="12043" y="9407"/>
                  </a:cubicBezTo>
                  <a:cubicBezTo>
                    <a:pt x="12043" y="9407"/>
                    <a:pt x="15634" y="10625"/>
                    <a:pt x="20179" y="10625"/>
                  </a:cubicBezTo>
                  <a:cubicBezTo>
                    <a:pt x="22276" y="10625"/>
                    <a:pt x="24576" y="10366"/>
                    <a:pt x="26820" y="9607"/>
                  </a:cubicBezTo>
                  <a:cubicBezTo>
                    <a:pt x="25886" y="8306"/>
                    <a:pt x="24752" y="7139"/>
                    <a:pt x="23484" y="6138"/>
                  </a:cubicBezTo>
                  <a:lnTo>
                    <a:pt x="23484" y="6238"/>
                  </a:lnTo>
                  <a:cubicBezTo>
                    <a:pt x="23484" y="6238"/>
                    <a:pt x="21842" y="7556"/>
                    <a:pt x="18420" y="7556"/>
                  </a:cubicBezTo>
                  <a:cubicBezTo>
                    <a:pt x="16941" y="7556"/>
                    <a:pt x="15131" y="7310"/>
                    <a:pt x="12977" y="6605"/>
                  </a:cubicBezTo>
                  <a:cubicBezTo>
                    <a:pt x="5838" y="4270"/>
                    <a:pt x="4704" y="67"/>
                    <a:pt x="4704" y="67"/>
                  </a:cubicBezTo>
                  <a:lnTo>
                    <a:pt x="47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40"/>
            <p:cNvSpPr/>
            <p:nvPr/>
          </p:nvSpPr>
          <p:spPr>
            <a:xfrm>
              <a:off x="6410418" y="1774875"/>
              <a:ext cx="1503165" cy="1170029"/>
            </a:xfrm>
            <a:custGeom>
              <a:avLst/>
              <a:gdLst/>
              <a:ahLst/>
              <a:cxnLst/>
              <a:rect l="l" t="t" r="r" b="b"/>
              <a:pathLst>
                <a:path w="19849" h="15450" extrusionOk="0">
                  <a:moveTo>
                    <a:pt x="10630" y="1"/>
                  </a:moveTo>
                  <a:cubicBezTo>
                    <a:pt x="7990" y="1"/>
                    <a:pt x="3553" y="1161"/>
                    <a:pt x="34" y="7894"/>
                  </a:cubicBezTo>
                  <a:lnTo>
                    <a:pt x="1" y="7994"/>
                  </a:lnTo>
                  <a:cubicBezTo>
                    <a:pt x="134" y="8394"/>
                    <a:pt x="334" y="8795"/>
                    <a:pt x="568" y="9162"/>
                  </a:cubicBezTo>
                  <a:cubicBezTo>
                    <a:pt x="1402" y="10596"/>
                    <a:pt x="3503" y="12964"/>
                    <a:pt x="8240" y="14499"/>
                  </a:cubicBezTo>
                  <a:cubicBezTo>
                    <a:pt x="10394" y="15203"/>
                    <a:pt x="12204" y="15449"/>
                    <a:pt x="13683" y="15449"/>
                  </a:cubicBezTo>
                  <a:cubicBezTo>
                    <a:pt x="17105" y="15449"/>
                    <a:pt x="18747" y="14132"/>
                    <a:pt x="18747" y="14132"/>
                  </a:cubicBezTo>
                  <a:lnTo>
                    <a:pt x="18781" y="14065"/>
                  </a:lnTo>
                  <a:cubicBezTo>
                    <a:pt x="19848" y="7227"/>
                    <a:pt x="17546" y="3658"/>
                    <a:pt x="15512" y="1890"/>
                  </a:cubicBezTo>
                  <a:cubicBezTo>
                    <a:pt x="14744" y="1189"/>
                    <a:pt x="13877" y="655"/>
                    <a:pt x="12910" y="322"/>
                  </a:cubicBezTo>
                  <a:cubicBezTo>
                    <a:pt x="12910" y="322"/>
                    <a:pt x="12018" y="1"/>
                    <a:pt x="106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40"/>
            <p:cNvSpPr/>
            <p:nvPr/>
          </p:nvSpPr>
          <p:spPr>
            <a:xfrm>
              <a:off x="6407919" y="2370726"/>
              <a:ext cx="1424784" cy="573882"/>
            </a:xfrm>
            <a:custGeom>
              <a:avLst/>
              <a:gdLst/>
              <a:ahLst/>
              <a:cxnLst/>
              <a:rect l="l" t="t" r="r" b="b"/>
              <a:pathLst>
                <a:path w="18814" h="7578" extrusionOk="0">
                  <a:moveTo>
                    <a:pt x="1065" y="0"/>
                  </a:moveTo>
                  <a:cubicBezTo>
                    <a:pt x="710" y="0"/>
                    <a:pt x="367" y="9"/>
                    <a:pt x="34" y="26"/>
                  </a:cubicBezTo>
                  <a:lnTo>
                    <a:pt x="0" y="93"/>
                  </a:lnTo>
                  <a:cubicBezTo>
                    <a:pt x="67" y="326"/>
                    <a:pt x="167" y="526"/>
                    <a:pt x="267" y="760"/>
                  </a:cubicBezTo>
                  <a:cubicBezTo>
                    <a:pt x="901" y="2027"/>
                    <a:pt x="2869" y="4829"/>
                    <a:pt x="8273" y="6631"/>
                  </a:cubicBezTo>
                  <a:cubicBezTo>
                    <a:pt x="10418" y="7333"/>
                    <a:pt x="12227" y="7577"/>
                    <a:pt x="13705" y="7577"/>
                  </a:cubicBezTo>
                  <a:cubicBezTo>
                    <a:pt x="15951" y="7577"/>
                    <a:pt x="17436" y="7013"/>
                    <a:pt x="18180" y="6631"/>
                  </a:cubicBezTo>
                  <a:cubicBezTo>
                    <a:pt x="18413" y="6531"/>
                    <a:pt x="18613" y="6397"/>
                    <a:pt x="18780" y="6264"/>
                  </a:cubicBezTo>
                  <a:lnTo>
                    <a:pt x="18814" y="6164"/>
                  </a:lnTo>
                  <a:cubicBezTo>
                    <a:pt x="16145" y="4096"/>
                    <a:pt x="13143" y="2561"/>
                    <a:pt x="9941" y="1560"/>
                  </a:cubicBezTo>
                  <a:cubicBezTo>
                    <a:pt x="6473" y="424"/>
                    <a:pt x="3514" y="0"/>
                    <a:pt x="106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40"/>
            <p:cNvSpPr/>
            <p:nvPr/>
          </p:nvSpPr>
          <p:spPr>
            <a:xfrm>
              <a:off x="6428139" y="2428205"/>
              <a:ext cx="1359126" cy="516403"/>
            </a:xfrm>
            <a:custGeom>
              <a:avLst/>
              <a:gdLst/>
              <a:ahLst/>
              <a:cxnLst/>
              <a:rect l="l" t="t" r="r" b="b"/>
              <a:pathLst>
                <a:path w="17947" h="6819" extrusionOk="0">
                  <a:moveTo>
                    <a:pt x="0" y="1"/>
                  </a:moveTo>
                  <a:lnTo>
                    <a:pt x="0" y="1"/>
                  </a:lnTo>
                  <a:cubicBezTo>
                    <a:pt x="634" y="1268"/>
                    <a:pt x="2602" y="4070"/>
                    <a:pt x="8006" y="5872"/>
                  </a:cubicBezTo>
                  <a:cubicBezTo>
                    <a:pt x="10151" y="6574"/>
                    <a:pt x="11960" y="6818"/>
                    <a:pt x="13438" y="6818"/>
                  </a:cubicBezTo>
                  <a:cubicBezTo>
                    <a:pt x="15684" y="6818"/>
                    <a:pt x="17169" y="6254"/>
                    <a:pt x="17913" y="5872"/>
                  </a:cubicBezTo>
                  <a:lnTo>
                    <a:pt x="17946" y="5872"/>
                  </a:lnTo>
                  <a:cubicBezTo>
                    <a:pt x="12709" y="2102"/>
                    <a:pt x="6438" y="34"/>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40"/>
            <p:cNvSpPr/>
            <p:nvPr/>
          </p:nvSpPr>
          <p:spPr>
            <a:xfrm>
              <a:off x="7314795" y="2840030"/>
              <a:ext cx="899369" cy="615079"/>
            </a:xfrm>
            <a:custGeom>
              <a:avLst/>
              <a:gdLst/>
              <a:ahLst/>
              <a:cxnLst/>
              <a:rect l="l" t="t" r="r" b="b"/>
              <a:pathLst>
                <a:path w="11876" h="8122" extrusionOk="0">
                  <a:moveTo>
                    <a:pt x="6805" y="0"/>
                  </a:moveTo>
                  <a:lnTo>
                    <a:pt x="6805" y="67"/>
                  </a:lnTo>
                  <a:cubicBezTo>
                    <a:pt x="6805" y="67"/>
                    <a:pt x="5170" y="1380"/>
                    <a:pt x="1772" y="1380"/>
                  </a:cubicBezTo>
                  <a:cubicBezTo>
                    <a:pt x="1227" y="1380"/>
                    <a:pt x="637" y="1346"/>
                    <a:pt x="0" y="1268"/>
                  </a:cubicBezTo>
                  <a:lnTo>
                    <a:pt x="0" y="1268"/>
                  </a:lnTo>
                  <a:cubicBezTo>
                    <a:pt x="801" y="3369"/>
                    <a:pt x="934" y="5637"/>
                    <a:pt x="434" y="7839"/>
                  </a:cubicBezTo>
                  <a:cubicBezTo>
                    <a:pt x="1736" y="8008"/>
                    <a:pt x="3169" y="8122"/>
                    <a:pt x="4666" y="8122"/>
                  </a:cubicBezTo>
                  <a:cubicBezTo>
                    <a:pt x="7004" y="8122"/>
                    <a:pt x="9496" y="7845"/>
                    <a:pt x="11876" y="7072"/>
                  </a:cubicBezTo>
                  <a:cubicBezTo>
                    <a:pt x="11542" y="5771"/>
                    <a:pt x="10942" y="4537"/>
                    <a:pt x="10141" y="3469"/>
                  </a:cubicBezTo>
                  <a:cubicBezTo>
                    <a:pt x="9174" y="2168"/>
                    <a:pt x="8073" y="1001"/>
                    <a:pt x="6805" y="0"/>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40"/>
            <p:cNvSpPr/>
            <p:nvPr/>
          </p:nvSpPr>
          <p:spPr>
            <a:xfrm>
              <a:off x="6453357" y="1915432"/>
              <a:ext cx="1460226" cy="1029474"/>
            </a:xfrm>
            <a:custGeom>
              <a:avLst/>
              <a:gdLst/>
              <a:ahLst/>
              <a:cxnLst/>
              <a:rect l="l" t="t" r="r" b="b"/>
              <a:pathLst>
                <a:path w="19282" h="13594" extrusionOk="0">
                  <a:moveTo>
                    <a:pt x="14945" y="0"/>
                  </a:moveTo>
                  <a:cubicBezTo>
                    <a:pt x="14945" y="238"/>
                    <a:pt x="15382" y="9627"/>
                    <a:pt x="7852" y="9627"/>
                  </a:cubicBezTo>
                  <a:cubicBezTo>
                    <a:pt x="5858" y="9627"/>
                    <a:pt x="3304" y="8968"/>
                    <a:pt x="34" y="7306"/>
                  </a:cubicBezTo>
                  <a:lnTo>
                    <a:pt x="1" y="7306"/>
                  </a:lnTo>
                  <a:cubicBezTo>
                    <a:pt x="835" y="8740"/>
                    <a:pt x="2936" y="11108"/>
                    <a:pt x="7673" y="12643"/>
                  </a:cubicBezTo>
                  <a:cubicBezTo>
                    <a:pt x="9827" y="13347"/>
                    <a:pt x="11637" y="13593"/>
                    <a:pt x="13116" y="13593"/>
                  </a:cubicBezTo>
                  <a:cubicBezTo>
                    <a:pt x="16538" y="13593"/>
                    <a:pt x="18180" y="12276"/>
                    <a:pt x="18180" y="12276"/>
                  </a:cubicBezTo>
                  <a:lnTo>
                    <a:pt x="18214" y="12176"/>
                  </a:lnTo>
                  <a:cubicBezTo>
                    <a:pt x="19281" y="5338"/>
                    <a:pt x="16979" y="1768"/>
                    <a:pt x="14945" y="0"/>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40"/>
            <p:cNvSpPr/>
            <p:nvPr/>
          </p:nvSpPr>
          <p:spPr>
            <a:xfrm>
              <a:off x="6481151" y="2301962"/>
              <a:ext cx="151611" cy="171831"/>
            </a:xfrm>
            <a:custGeom>
              <a:avLst/>
              <a:gdLst/>
              <a:ahLst/>
              <a:cxnLst/>
              <a:rect l="l" t="t" r="r" b="b"/>
              <a:pathLst>
                <a:path w="2002" h="2269" extrusionOk="0">
                  <a:moveTo>
                    <a:pt x="668" y="0"/>
                  </a:moveTo>
                  <a:cubicBezTo>
                    <a:pt x="434" y="300"/>
                    <a:pt x="234" y="634"/>
                    <a:pt x="1" y="1001"/>
                  </a:cubicBezTo>
                  <a:cubicBezTo>
                    <a:pt x="167" y="1668"/>
                    <a:pt x="701" y="2168"/>
                    <a:pt x="1402" y="2268"/>
                  </a:cubicBezTo>
                  <a:cubicBezTo>
                    <a:pt x="1402" y="2268"/>
                    <a:pt x="1602" y="1768"/>
                    <a:pt x="2002" y="1001"/>
                  </a:cubicBezTo>
                  <a:cubicBezTo>
                    <a:pt x="1535" y="701"/>
                    <a:pt x="1101" y="367"/>
                    <a:pt x="6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40"/>
            <p:cNvSpPr/>
            <p:nvPr/>
          </p:nvSpPr>
          <p:spPr>
            <a:xfrm>
              <a:off x="6594822" y="1838943"/>
              <a:ext cx="666954" cy="445368"/>
            </a:xfrm>
            <a:custGeom>
              <a:avLst/>
              <a:gdLst/>
              <a:ahLst/>
              <a:cxnLst/>
              <a:rect l="l" t="t" r="r" b="b"/>
              <a:pathLst>
                <a:path w="8807" h="5881" extrusionOk="0">
                  <a:moveTo>
                    <a:pt x="8195" y="1"/>
                  </a:moveTo>
                  <a:cubicBezTo>
                    <a:pt x="6847" y="1"/>
                    <a:pt x="3464" y="501"/>
                    <a:pt x="1" y="4947"/>
                  </a:cubicBezTo>
                  <a:cubicBezTo>
                    <a:pt x="401" y="5280"/>
                    <a:pt x="801" y="5614"/>
                    <a:pt x="1268" y="5881"/>
                  </a:cubicBezTo>
                  <a:cubicBezTo>
                    <a:pt x="2669" y="3712"/>
                    <a:pt x="5171" y="810"/>
                    <a:pt x="8807" y="43"/>
                  </a:cubicBezTo>
                  <a:cubicBezTo>
                    <a:pt x="8807" y="43"/>
                    <a:pt x="8587" y="1"/>
                    <a:pt x="81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40"/>
            <p:cNvSpPr/>
            <p:nvPr/>
          </p:nvSpPr>
          <p:spPr>
            <a:xfrm>
              <a:off x="6818834" y="2935602"/>
              <a:ext cx="341921" cy="292545"/>
            </a:xfrm>
            <a:custGeom>
              <a:avLst/>
              <a:gdLst/>
              <a:ahLst/>
              <a:cxnLst/>
              <a:rect l="l" t="t" r="r" b="b"/>
              <a:pathLst>
                <a:path w="4515" h="3863" extrusionOk="0">
                  <a:moveTo>
                    <a:pt x="2326" y="1"/>
                  </a:moveTo>
                  <a:cubicBezTo>
                    <a:pt x="1023" y="1"/>
                    <a:pt x="1" y="1379"/>
                    <a:pt x="578" y="2708"/>
                  </a:cubicBezTo>
                  <a:cubicBezTo>
                    <a:pt x="914" y="3479"/>
                    <a:pt x="1629" y="3863"/>
                    <a:pt x="2346" y="3863"/>
                  </a:cubicBezTo>
                  <a:cubicBezTo>
                    <a:pt x="3055" y="3863"/>
                    <a:pt x="3766" y="3487"/>
                    <a:pt x="4114" y="2741"/>
                  </a:cubicBezTo>
                  <a:cubicBezTo>
                    <a:pt x="4515" y="1674"/>
                    <a:pt x="4014" y="506"/>
                    <a:pt x="2947" y="106"/>
                  </a:cubicBezTo>
                  <a:cubicBezTo>
                    <a:pt x="2736" y="34"/>
                    <a:pt x="2528" y="1"/>
                    <a:pt x="23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40"/>
            <p:cNvSpPr/>
            <p:nvPr/>
          </p:nvSpPr>
          <p:spPr>
            <a:xfrm>
              <a:off x="6852913" y="2967409"/>
              <a:ext cx="274976" cy="234536"/>
            </a:xfrm>
            <a:custGeom>
              <a:avLst/>
              <a:gdLst/>
              <a:ahLst/>
              <a:cxnLst/>
              <a:rect l="l" t="t" r="r" b="b"/>
              <a:pathLst>
                <a:path w="3631" h="3097" extrusionOk="0">
                  <a:moveTo>
                    <a:pt x="1861" y="1"/>
                  </a:moveTo>
                  <a:cubicBezTo>
                    <a:pt x="812" y="1"/>
                    <a:pt x="0" y="1115"/>
                    <a:pt x="462" y="2154"/>
                  </a:cubicBezTo>
                  <a:cubicBezTo>
                    <a:pt x="733" y="2780"/>
                    <a:pt x="1320" y="3097"/>
                    <a:pt x="1903" y="3097"/>
                  </a:cubicBezTo>
                  <a:cubicBezTo>
                    <a:pt x="2471" y="3097"/>
                    <a:pt x="3034" y="2796"/>
                    <a:pt x="3297" y="2188"/>
                  </a:cubicBezTo>
                  <a:cubicBezTo>
                    <a:pt x="3631" y="1354"/>
                    <a:pt x="3231" y="420"/>
                    <a:pt x="2363" y="86"/>
                  </a:cubicBezTo>
                  <a:cubicBezTo>
                    <a:pt x="2193" y="28"/>
                    <a:pt x="2024" y="1"/>
                    <a:pt x="18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40"/>
            <p:cNvSpPr/>
            <p:nvPr/>
          </p:nvSpPr>
          <p:spPr>
            <a:xfrm>
              <a:off x="6918193" y="3009364"/>
              <a:ext cx="145553" cy="117912"/>
            </a:xfrm>
            <a:custGeom>
              <a:avLst/>
              <a:gdLst/>
              <a:ahLst/>
              <a:cxnLst/>
              <a:rect l="l" t="t" r="r" b="b"/>
              <a:pathLst>
                <a:path w="1922" h="1557" extrusionOk="0">
                  <a:moveTo>
                    <a:pt x="990" y="1"/>
                  </a:moveTo>
                  <a:cubicBezTo>
                    <a:pt x="862" y="1"/>
                    <a:pt x="729" y="31"/>
                    <a:pt x="601" y="99"/>
                  </a:cubicBezTo>
                  <a:cubicBezTo>
                    <a:pt x="0" y="466"/>
                    <a:pt x="167" y="1400"/>
                    <a:pt x="868" y="1533"/>
                  </a:cubicBezTo>
                  <a:cubicBezTo>
                    <a:pt x="925" y="1549"/>
                    <a:pt x="984" y="1557"/>
                    <a:pt x="1042" y="1557"/>
                  </a:cubicBezTo>
                  <a:cubicBezTo>
                    <a:pt x="1353" y="1557"/>
                    <a:pt x="1651" y="1342"/>
                    <a:pt x="1735" y="1033"/>
                  </a:cubicBezTo>
                  <a:cubicBezTo>
                    <a:pt x="1921" y="475"/>
                    <a:pt x="1492" y="1"/>
                    <a:pt x="9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40"/>
            <p:cNvSpPr/>
            <p:nvPr/>
          </p:nvSpPr>
          <p:spPr>
            <a:xfrm>
              <a:off x="6011317" y="2448653"/>
              <a:ext cx="348661" cy="259224"/>
            </a:xfrm>
            <a:custGeom>
              <a:avLst/>
              <a:gdLst/>
              <a:ahLst/>
              <a:cxnLst/>
              <a:rect l="l" t="t" r="r" b="b"/>
              <a:pathLst>
                <a:path w="4604" h="3423" extrusionOk="0">
                  <a:moveTo>
                    <a:pt x="2812" y="0"/>
                  </a:moveTo>
                  <a:cubicBezTo>
                    <a:pt x="2424" y="0"/>
                    <a:pt x="2003" y="97"/>
                    <a:pt x="1601" y="298"/>
                  </a:cubicBezTo>
                  <a:cubicBezTo>
                    <a:pt x="534" y="798"/>
                    <a:pt x="0" y="1866"/>
                    <a:pt x="367" y="2666"/>
                  </a:cubicBezTo>
                  <a:cubicBezTo>
                    <a:pt x="599" y="3151"/>
                    <a:pt x="1163" y="3422"/>
                    <a:pt x="1816" y="3422"/>
                  </a:cubicBezTo>
                  <a:cubicBezTo>
                    <a:pt x="2197" y="3422"/>
                    <a:pt x="2609" y="3330"/>
                    <a:pt x="3002" y="3133"/>
                  </a:cubicBezTo>
                  <a:cubicBezTo>
                    <a:pt x="4070" y="2633"/>
                    <a:pt x="4603" y="1566"/>
                    <a:pt x="4236" y="765"/>
                  </a:cubicBezTo>
                  <a:cubicBezTo>
                    <a:pt x="4008" y="266"/>
                    <a:pt x="3455" y="0"/>
                    <a:pt x="28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40"/>
            <p:cNvSpPr/>
            <p:nvPr/>
          </p:nvSpPr>
          <p:spPr>
            <a:xfrm>
              <a:off x="6039110" y="2460467"/>
              <a:ext cx="283003" cy="209091"/>
            </a:xfrm>
            <a:custGeom>
              <a:avLst/>
              <a:gdLst/>
              <a:ahLst/>
              <a:cxnLst/>
              <a:rect l="l" t="t" r="r" b="b"/>
              <a:pathLst>
                <a:path w="3737" h="2761" extrusionOk="0">
                  <a:moveTo>
                    <a:pt x="2260" y="0"/>
                  </a:moveTo>
                  <a:cubicBezTo>
                    <a:pt x="1949" y="0"/>
                    <a:pt x="1615" y="79"/>
                    <a:pt x="1301" y="242"/>
                  </a:cubicBezTo>
                  <a:cubicBezTo>
                    <a:pt x="434" y="642"/>
                    <a:pt x="0" y="1510"/>
                    <a:pt x="300" y="2143"/>
                  </a:cubicBezTo>
                  <a:cubicBezTo>
                    <a:pt x="512" y="2546"/>
                    <a:pt x="966" y="2760"/>
                    <a:pt x="1492" y="2760"/>
                  </a:cubicBezTo>
                  <a:cubicBezTo>
                    <a:pt x="1794" y="2760"/>
                    <a:pt x="2119" y="2690"/>
                    <a:pt x="2435" y="2544"/>
                  </a:cubicBezTo>
                  <a:cubicBezTo>
                    <a:pt x="3302" y="2110"/>
                    <a:pt x="3736" y="1243"/>
                    <a:pt x="3436" y="609"/>
                  </a:cubicBezTo>
                  <a:cubicBezTo>
                    <a:pt x="3228" y="214"/>
                    <a:pt x="2774" y="0"/>
                    <a:pt x="22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40"/>
            <p:cNvSpPr/>
            <p:nvPr/>
          </p:nvSpPr>
          <p:spPr>
            <a:xfrm>
              <a:off x="6117416" y="2476370"/>
              <a:ext cx="123819" cy="83152"/>
            </a:xfrm>
            <a:custGeom>
              <a:avLst/>
              <a:gdLst/>
              <a:ahLst/>
              <a:cxnLst/>
              <a:rect l="l" t="t" r="r" b="b"/>
              <a:pathLst>
                <a:path w="1635" h="1098" extrusionOk="0">
                  <a:moveTo>
                    <a:pt x="1109" y="1"/>
                  </a:moveTo>
                  <a:cubicBezTo>
                    <a:pt x="955" y="1"/>
                    <a:pt x="778" y="44"/>
                    <a:pt x="601" y="132"/>
                  </a:cubicBezTo>
                  <a:cubicBezTo>
                    <a:pt x="234" y="332"/>
                    <a:pt x="0" y="666"/>
                    <a:pt x="100" y="899"/>
                  </a:cubicBezTo>
                  <a:cubicBezTo>
                    <a:pt x="175" y="1029"/>
                    <a:pt x="332" y="1097"/>
                    <a:pt x="526" y="1097"/>
                  </a:cubicBezTo>
                  <a:cubicBezTo>
                    <a:pt x="680" y="1097"/>
                    <a:pt x="857" y="1055"/>
                    <a:pt x="1034" y="966"/>
                  </a:cubicBezTo>
                  <a:cubicBezTo>
                    <a:pt x="1401" y="766"/>
                    <a:pt x="1635" y="432"/>
                    <a:pt x="1535" y="199"/>
                  </a:cubicBezTo>
                  <a:cubicBezTo>
                    <a:pt x="1460" y="69"/>
                    <a:pt x="1303" y="1"/>
                    <a:pt x="11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40"/>
            <p:cNvSpPr/>
            <p:nvPr/>
          </p:nvSpPr>
          <p:spPr>
            <a:xfrm>
              <a:off x="7736690" y="2981192"/>
              <a:ext cx="298149" cy="309887"/>
            </a:xfrm>
            <a:custGeom>
              <a:avLst/>
              <a:gdLst/>
              <a:ahLst/>
              <a:cxnLst/>
              <a:rect l="l" t="t" r="r" b="b"/>
              <a:pathLst>
                <a:path w="3937" h="4092" extrusionOk="0">
                  <a:moveTo>
                    <a:pt x="1574" y="0"/>
                  </a:moveTo>
                  <a:cubicBezTo>
                    <a:pt x="1373" y="0"/>
                    <a:pt x="1179" y="45"/>
                    <a:pt x="1001" y="138"/>
                  </a:cubicBezTo>
                  <a:cubicBezTo>
                    <a:pt x="200" y="538"/>
                    <a:pt x="0" y="1739"/>
                    <a:pt x="567" y="2773"/>
                  </a:cubicBezTo>
                  <a:cubicBezTo>
                    <a:pt x="1000" y="3588"/>
                    <a:pt x="1724" y="4091"/>
                    <a:pt x="2384" y="4091"/>
                  </a:cubicBezTo>
                  <a:cubicBezTo>
                    <a:pt x="2589" y="4091"/>
                    <a:pt x="2787" y="4043"/>
                    <a:pt x="2969" y="3940"/>
                  </a:cubicBezTo>
                  <a:cubicBezTo>
                    <a:pt x="3769" y="3540"/>
                    <a:pt x="3936" y="2372"/>
                    <a:pt x="3403" y="1305"/>
                  </a:cubicBezTo>
                  <a:cubicBezTo>
                    <a:pt x="2967" y="485"/>
                    <a:pt x="2237" y="0"/>
                    <a:pt x="15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40"/>
            <p:cNvSpPr/>
            <p:nvPr/>
          </p:nvSpPr>
          <p:spPr>
            <a:xfrm>
              <a:off x="7779630" y="3003230"/>
              <a:ext cx="240064" cy="249909"/>
            </a:xfrm>
            <a:custGeom>
              <a:avLst/>
              <a:gdLst/>
              <a:ahLst/>
              <a:cxnLst/>
              <a:rect l="l" t="t" r="r" b="b"/>
              <a:pathLst>
                <a:path w="3170" h="3300" extrusionOk="0">
                  <a:moveTo>
                    <a:pt x="1247" y="1"/>
                  </a:moveTo>
                  <a:cubicBezTo>
                    <a:pt x="1089" y="1"/>
                    <a:pt x="938" y="37"/>
                    <a:pt x="801" y="113"/>
                  </a:cubicBezTo>
                  <a:cubicBezTo>
                    <a:pt x="167" y="447"/>
                    <a:pt x="0" y="1414"/>
                    <a:pt x="467" y="2248"/>
                  </a:cubicBezTo>
                  <a:cubicBezTo>
                    <a:pt x="798" y="2910"/>
                    <a:pt x="1381" y="3299"/>
                    <a:pt x="1920" y="3299"/>
                  </a:cubicBezTo>
                  <a:cubicBezTo>
                    <a:pt x="2088" y="3299"/>
                    <a:pt x="2251" y="3261"/>
                    <a:pt x="2402" y="3182"/>
                  </a:cubicBezTo>
                  <a:cubicBezTo>
                    <a:pt x="3002" y="2882"/>
                    <a:pt x="3169" y="1915"/>
                    <a:pt x="2735" y="1081"/>
                  </a:cubicBezTo>
                  <a:cubicBezTo>
                    <a:pt x="2375" y="412"/>
                    <a:pt x="1777" y="1"/>
                    <a:pt x="12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40"/>
            <p:cNvSpPr/>
            <p:nvPr/>
          </p:nvSpPr>
          <p:spPr>
            <a:xfrm>
              <a:off x="7880655" y="3036703"/>
              <a:ext cx="93527" cy="109354"/>
            </a:xfrm>
            <a:custGeom>
              <a:avLst/>
              <a:gdLst/>
              <a:ahLst/>
              <a:cxnLst/>
              <a:rect l="l" t="t" r="r" b="b"/>
              <a:pathLst>
                <a:path w="1235" h="1444" extrusionOk="0">
                  <a:moveTo>
                    <a:pt x="413" y="0"/>
                  </a:moveTo>
                  <a:cubicBezTo>
                    <a:pt x="362" y="0"/>
                    <a:pt x="313" y="12"/>
                    <a:pt x="267" y="38"/>
                  </a:cubicBezTo>
                  <a:cubicBezTo>
                    <a:pt x="34" y="138"/>
                    <a:pt x="0" y="539"/>
                    <a:pt x="234" y="939"/>
                  </a:cubicBezTo>
                  <a:cubicBezTo>
                    <a:pt x="395" y="1235"/>
                    <a:pt x="643" y="1444"/>
                    <a:pt x="856" y="1444"/>
                  </a:cubicBezTo>
                  <a:cubicBezTo>
                    <a:pt x="907" y="1444"/>
                    <a:pt x="956" y="1432"/>
                    <a:pt x="1001" y="1406"/>
                  </a:cubicBezTo>
                  <a:cubicBezTo>
                    <a:pt x="1201" y="1306"/>
                    <a:pt x="1235" y="906"/>
                    <a:pt x="1035" y="505"/>
                  </a:cubicBezTo>
                  <a:cubicBezTo>
                    <a:pt x="873" y="209"/>
                    <a:pt x="625" y="0"/>
                    <a:pt x="4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40"/>
            <p:cNvSpPr/>
            <p:nvPr/>
          </p:nvSpPr>
          <p:spPr>
            <a:xfrm>
              <a:off x="6307500" y="2719845"/>
              <a:ext cx="72019" cy="53465"/>
            </a:xfrm>
            <a:custGeom>
              <a:avLst/>
              <a:gdLst/>
              <a:ahLst/>
              <a:cxnLst/>
              <a:rect l="l" t="t" r="r" b="b"/>
              <a:pathLst>
                <a:path w="951" h="706" extrusionOk="0">
                  <a:moveTo>
                    <a:pt x="474" y="0"/>
                  </a:moveTo>
                  <a:cubicBezTo>
                    <a:pt x="389" y="0"/>
                    <a:pt x="301" y="35"/>
                    <a:pt x="225" y="119"/>
                  </a:cubicBezTo>
                  <a:cubicBezTo>
                    <a:pt x="1" y="394"/>
                    <a:pt x="224" y="706"/>
                    <a:pt x="477" y="706"/>
                  </a:cubicBezTo>
                  <a:cubicBezTo>
                    <a:pt x="562" y="706"/>
                    <a:pt x="650" y="670"/>
                    <a:pt x="726" y="586"/>
                  </a:cubicBezTo>
                  <a:cubicBezTo>
                    <a:pt x="950" y="312"/>
                    <a:pt x="727" y="0"/>
                    <a:pt x="4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40"/>
            <p:cNvSpPr/>
            <p:nvPr/>
          </p:nvSpPr>
          <p:spPr>
            <a:xfrm>
              <a:off x="6491223" y="2843892"/>
              <a:ext cx="66718" cy="53162"/>
            </a:xfrm>
            <a:custGeom>
              <a:avLst/>
              <a:gdLst/>
              <a:ahLst/>
              <a:cxnLst/>
              <a:rect l="l" t="t" r="r" b="b"/>
              <a:pathLst>
                <a:path w="881" h="702" extrusionOk="0">
                  <a:moveTo>
                    <a:pt x="386" y="1"/>
                  </a:moveTo>
                  <a:cubicBezTo>
                    <a:pt x="296" y="1"/>
                    <a:pt x="205" y="44"/>
                    <a:pt x="134" y="149"/>
                  </a:cubicBezTo>
                  <a:cubicBezTo>
                    <a:pt x="1" y="283"/>
                    <a:pt x="1" y="483"/>
                    <a:pt x="168" y="616"/>
                  </a:cubicBezTo>
                  <a:cubicBezTo>
                    <a:pt x="226" y="675"/>
                    <a:pt x="298" y="701"/>
                    <a:pt x="371" y="701"/>
                  </a:cubicBezTo>
                  <a:cubicBezTo>
                    <a:pt x="464" y="701"/>
                    <a:pt x="560" y="658"/>
                    <a:pt x="635" y="583"/>
                  </a:cubicBezTo>
                  <a:cubicBezTo>
                    <a:pt x="881" y="337"/>
                    <a:pt x="637" y="1"/>
                    <a:pt x="38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40"/>
            <p:cNvSpPr/>
            <p:nvPr/>
          </p:nvSpPr>
          <p:spPr>
            <a:xfrm>
              <a:off x="6686532" y="2957186"/>
              <a:ext cx="54904" cy="51042"/>
            </a:xfrm>
            <a:custGeom>
              <a:avLst/>
              <a:gdLst/>
              <a:ahLst/>
              <a:cxnLst/>
              <a:rect l="l" t="t" r="r" b="b"/>
              <a:pathLst>
                <a:path w="725" h="674" extrusionOk="0">
                  <a:moveTo>
                    <a:pt x="346" y="0"/>
                  </a:moveTo>
                  <a:cubicBezTo>
                    <a:pt x="172" y="0"/>
                    <a:pt x="1" y="145"/>
                    <a:pt x="24" y="354"/>
                  </a:cubicBezTo>
                  <a:cubicBezTo>
                    <a:pt x="24" y="549"/>
                    <a:pt x="178" y="674"/>
                    <a:pt x="341" y="674"/>
                  </a:cubicBezTo>
                  <a:cubicBezTo>
                    <a:pt x="429" y="674"/>
                    <a:pt x="520" y="637"/>
                    <a:pt x="591" y="555"/>
                  </a:cubicBezTo>
                  <a:cubicBezTo>
                    <a:pt x="724" y="421"/>
                    <a:pt x="724" y="188"/>
                    <a:pt x="558" y="88"/>
                  </a:cubicBezTo>
                  <a:cubicBezTo>
                    <a:pt x="497" y="27"/>
                    <a:pt x="422" y="0"/>
                    <a:pt x="3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40"/>
            <p:cNvSpPr/>
            <p:nvPr/>
          </p:nvSpPr>
          <p:spPr>
            <a:xfrm>
              <a:off x="7668457" y="3153253"/>
              <a:ext cx="60660" cy="52027"/>
            </a:xfrm>
            <a:custGeom>
              <a:avLst/>
              <a:gdLst/>
              <a:ahLst/>
              <a:cxnLst/>
              <a:rect l="l" t="t" r="r" b="b"/>
              <a:pathLst>
                <a:path w="801" h="687" extrusionOk="0">
                  <a:moveTo>
                    <a:pt x="334" y="0"/>
                  </a:moveTo>
                  <a:cubicBezTo>
                    <a:pt x="134" y="34"/>
                    <a:pt x="0" y="201"/>
                    <a:pt x="0" y="367"/>
                  </a:cubicBezTo>
                  <a:cubicBezTo>
                    <a:pt x="22" y="562"/>
                    <a:pt x="184" y="686"/>
                    <a:pt x="349" y="686"/>
                  </a:cubicBezTo>
                  <a:cubicBezTo>
                    <a:pt x="439" y="686"/>
                    <a:pt x="530" y="650"/>
                    <a:pt x="601" y="567"/>
                  </a:cubicBezTo>
                  <a:cubicBezTo>
                    <a:pt x="801" y="334"/>
                    <a:pt x="601" y="0"/>
                    <a:pt x="3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40"/>
            <p:cNvSpPr/>
            <p:nvPr/>
          </p:nvSpPr>
          <p:spPr>
            <a:xfrm>
              <a:off x="7451186" y="3150527"/>
              <a:ext cx="60205" cy="50436"/>
            </a:xfrm>
            <a:custGeom>
              <a:avLst/>
              <a:gdLst/>
              <a:ahLst/>
              <a:cxnLst/>
              <a:rect l="l" t="t" r="r" b="b"/>
              <a:pathLst>
                <a:path w="795" h="666" extrusionOk="0">
                  <a:moveTo>
                    <a:pt x="372" y="1"/>
                  </a:moveTo>
                  <a:cubicBezTo>
                    <a:pt x="360" y="1"/>
                    <a:pt x="347" y="2"/>
                    <a:pt x="334" y="3"/>
                  </a:cubicBezTo>
                  <a:cubicBezTo>
                    <a:pt x="134" y="3"/>
                    <a:pt x="1" y="170"/>
                    <a:pt x="34" y="370"/>
                  </a:cubicBezTo>
                  <a:cubicBezTo>
                    <a:pt x="34" y="556"/>
                    <a:pt x="189" y="666"/>
                    <a:pt x="354" y="666"/>
                  </a:cubicBezTo>
                  <a:cubicBezTo>
                    <a:pt x="454" y="666"/>
                    <a:pt x="559" y="625"/>
                    <a:pt x="634" y="537"/>
                  </a:cubicBezTo>
                  <a:cubicBezTo>
                    <a:pt x="794" y="345"/>
                    <a:pt x="648" y="1"/>
                    <a:pt x="3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40"/>
            <p:cNvSpPr/>
            <p:nvPr/>
          </p:nvSpPr>
          <p:spPr>
            <a:xfrm>
              <a:off x="7231415" y="3125460"/>
              <a:ext cx="53162" cy="50891"/>
            </a:xfrm>
            <a:custGeom>
              <a:avLst/>
              <a:gdLst/>
              <a:ahLst/>
              <a:cxnLst/>
              <a:rect l="l" t="t" r="r" b="b"/>
              <a:pathLst>
                <a:path w="702" h="672" extrusionOk="0">
                  <a:moveTo>
                    <a:pt x="301" y="0"/>
                  </a:moveTo>
                  <a:cubicBezTo>
                    <a:pt x="134" y="0"/>
                    <a:pt x="1" y="167"/>
                    <a:pt x="1" y="367"/>
                  </a:cubicBezTo>
                  <a:cubicBezTo>
                    <a:pt x="31" y="520"/>
                    <a:pt x="145" y="672"/>
                    <a:pt x="317" y="672"/>
                  </a:cubicBezTo>
                  <a:cubicBezTo>
                    <a:pt x="333" y="672"/>
                    <a:pt x="350" y="671"/>
                    <a:pt x="368" y="668"/>
                  </a:cubicBezTo>
                  <a:cubicBezTo>
                    <a:pt x="568" y="668"/>
                    <a:pt x="701" y="501"/>
                    <a:pt x="668" y="301"/>
                  </a:cubicBezTo>
                  <a:cubicBezTo>
                    <a:pt x="668" y="134"/>
                    <a:pt x="501" y="0"/>
                    <a:pt x="3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6" name="Google Shape;1436;p40"/>
          <p:cNvGrpSpPr/>
          <p:nvPr/>
        </p:nvGrpSpPr>
        <p:grpSpPr>
          <a:xfrm rot="-2700000">
            <a:off x="4543434" y="1111106"/>
            <a:ext cx="958354" cy="1063932"/>
            <a:chOff x="7346251" y="563301"/>
            <a:chExt cx="1165163" cy="1293524"/>
          </a:xfrm>
        </p:grpSpPr>
        <p:sp>
          <p:nvSpPr>
            <p:cNvPr id="1437" name="Google Shape;1437;p40"/>
            <p:cNvSpPr/>
            <p:nvPr/>
          </p:nvSpPr>
          <p:spPr>
            <a:xfrm rot="1693449">
              <a:off x="7551679" y="1144858"/>
              <a:ext cx="928371" cy="366040"/>
            </a:xfrm>
            <a:custGeom>
              <a:avLst/>
              <a:gdLst/>
              <a:ahLst/>
              <a:cxnLst/>
              <a:rect l="l" t="t" r="r" b="b"/>
              <a:pathLst>
                <a:path w="22281" h="8785" extrusionOk="0">
                  <a:moveTo>
                    <a:pt x="11156" y="1"/>
                  </a:moveTo>
                  <a:lnTo>
                    <a:pt x="0" y="8147"/>
                  </a:lnTo>
                  <a:lnTo>
                    <a:pt x="456" y="8785"/>
                  </a:lnTo>
                  <a:lnTo>
                    <a:pt x="11156" y="943"/>
                  </a:lnTo>
                  <a:lnTo>
                    <a:pt x="21824" y="8785"/>
                  </a:lnTo>
                  <a:lnTo>
                    <a:pt x="22280" y="8147"/>
                  </a:lnTo>
                  <a:lnTo>
                    <a:pt x="111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40"/>
            <p:cNvSpPr/>
            <p:nvPr/>
          </p:nvSpPr>
          <p:spPr>
            <a:xfrm rot="1693449">
              <a:off x="8193466" y="722377"/>
              <a:ext cx="31708" cy="490164"/>
            </a:xfrm>
            <a:custGeom>
              <a:avLst/>
              <a:gdLst/>
              <a:ahLst/>
              <a:cxnLst/>
              <a:rect l="l" t="t" r="r" b="b"/>
              <a:pathLst>
                <a:path w="761" h="11764" extrusionOk="0">
                  <a:moveTo>
                    <a:pt x="0" y="1"/>
                  </a:moveTo>
                  <a:lnTo>
                    <a:pt x="0" y="11764"/>
                  </a:lnTo>
                  <a:lnTo>
                    <a:pt x="760" y="11764"/>
                  </a:lnTo>
                  <a:lnTo>
                    <a:pt x="7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40"/>
            <p:cNvSpPr/>
            <p:nvPr/>
          </p:nvSpPr>
          <p:spPr>
            <a:xfrm rot="1693449">
              <a:off x="7387886" y="1133150"/>
              <a:ext cx="271332" cy="244291"/>
            </a:xfrm>
            <a:custGeom>
              <a:avLst/>
              <a:gdLst/>
              <a:ahLst/>
              <a:cxnLst/>
              <a:rect l="l" t="t" r="r" b="b"/>
              <a:pathLst>
                <a:path w="6512" h="5863" extrusionOk="0">
                  <a:moveTo>
                    <a:pt x="3613" y="0"/>
                  </a:moveTo>
                  <a:cubicBezTo>
                    <a:pt x="1736" y="0"/>
                    <a:pt x="1" y="1909"/>
                    <a:pt x="888" y="4061"/>
                  </a:cubicBezTo>
                  <a:cubicBezTo>
                    <a:pt x="1399" y="5299"/>
                    <a:pt x="2472" y="5862"/>
                    <a:pt x="3545" y="5862"/>
                  </a:cubicBezTo>
                  <a:cubicBezTo>
                    <a:pt x="5028" y="5862"/>
                    <a:pt x="6511" y="4788"/>
                    <a:pt x="6511" y="2937"/>
                  </a:cubicBezTo>
                  <a:cubicBezTo>
                    <a:pt x="6511" y="2177"/>
                    <a:pt x="6208" y="1417"/>
                    <a:pt x="5630" y="870"/>
                  </a:cubicBezTo>
                  <a:cubicBezTo>
                    <a:pt x="5022" y="262"/>
                    <a:pt x="4308" y="0"/>
                    <a:pt x="3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40"/>
            <p:cNvSpPr/>
            <p:nvPr/>
          </p:nvSpPr>
          <p:spPr>
            <a:xfrm rot="1693449">
              <a:off x="7389301" y="1127882"/>
              <a:ext cx="256582" cy="217124"/>
            </a:xfrm>
            <a:custGeom>
              <a:avLst/>
              <a:gdLst/>
              <a:ahLst/>
              <a:cxnLst/>
              <a:rect l="l" t="t" r="r" b="b"/>
              <a:pathLst>
                <a:path w="6158" h="5211" extrusionOk="0">
                  <a:moveTo>
                    <a:pt x="3793" y="0"/>
                  </a:moveTo>
                  <a:cubicBezTo>
                    <a:pt x="1804" y="0"/>
                    <a:pt x="1" y="2153"/>
                    <a:pt x="1173" y="4340"/>
                  </a:cubicBezTo>
                  <a:cubicBezTo>
                    <a:pt x="1775" y="4942"/>
                    <a:pt x="2512" y="5211"/>
                    <a:pt x="3232" y="5211"/>
                  </a:cubicBezTo>
                  <a:cubicBezTo>
                    <a:pt x="4730" y="5211"/>
                    <a:pt x="6158" y="4048"/>
                    <a:pt x="6158" y="2303"/>
                  </a:cubicBezTo>
                  <a:cubicBezTo>
                    <a:pt x="6158" y="1787"/>
                    <a:pt x="6036" y="1331"/>
                    <a:pt x="5823" y="875"/>
                  </a:cubicBezTo>
                  <a:cubicBezTo>
                    <a:pt x="5203" y="262"/>
                    <a:pt x="4487" y="0"/>
                    <a:pt x="37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40"/>
            <p:cNvSpPr/>
            <p:nvPr/>
          </p:nvSpPr>
          <p:spPr>
            <a:xfrm rot="1693449">
              <a:off x="8170413" y="620910"/>
              <a:ext cx="279374" cy="243749"/>
            </a:xfrm>
            <a:custGeom>
              <a:avLst/>
              <a:gdLst/>
              <a:ahLst/>
              <a:cxnLst/>
              <a:rect l="l" t="t" r="r" b="b"/>
              <a:pathLst>
                <a:path w="6705" h="5850" extrusionOk="0">
                  <a:moveTo>
                    <a:pt x="3764" y="1"/>
                  </a:moveTo>
                  <a:cubicBezTo>
                    <a:pt x="1641" y="1"/>
                    <a:pt x="0" y="2426"/>
                    <a:pt x="1325" y="4489"/>
                  </a:cubicBezTo>
                  <a:cubicBezTo>
                    <a:pt x="1916" y="5428"/>
                    <a:pt x="2835" y="5850"/>
                    <a:pt x="3748" y="5850"/>
                  </a:cubicBezTo>
                  <a:cubicBezTo>
                    <a:pt x="5226" y="5850"/>
                    <a:pt x="6686" y="4743"/>
                    <a:pt x="6705" y="2939"/>
                  </a:cubicBezTo>
                  <a:cubicBezTo>
                    <a:pt x="6705" y="1814"/>
                    <a:pt x="6036" y="780"/>
                    <a:pt x="5033" y="294"/>
                  </a:cubicBezTo>
                  <a:cubicBezTo>
                    <a:pt x="4604" y="92"/>
                    <a:pt x="4175" y="1"/>
                    <a:pt x="37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40"/>
            <p:cNvSpPr/>
            <p:nvPr/>
          </p:nvSpPr>
          <p:spPr>
            <a:xfrm rot="1693449">
              <a:off x="8165574" y="611565"/>
              <a:ext cx="260165" cy="222957"/>
            </a:xfrm>
            <a:custGeom>
              <a:avLst/>
              <a:gdLst/>
              <a:ahLst/>
              <a:cxnLst/>
              <a:rect l="l" t="t" r="r" b="b"/>
              <a:pathLst>
                <a:path w="6244" h="5351" extrusionOk="0">
                  <a:moveTo>
                    <a:pt x="4023" y="1"/>
                  </a:moveTo>
                  <a:cubicBezTo>
                    <a:pt x="1646" y="1"/>
                    <a:pt x="1" y="3100"/>
                    <a:pt x="2049" y="5070"/>
                  </a:cubicBezTo>
                  <a:cubicBezTo>
                    <a:pt x="2458" y="5262"/>
                    <a:pt x="2881" y="5350"/>
                    <a:pt x="3293" y="5350"/>
                  </a:cubicBezTo>
                  <a:cubicBezTo>
                    <a:pt x="4841" y="5350"/>
                    <a:pt x="6244" y="4106"/>
                    <a:pt x="6244" y="2426"/>
                  </a:cubicBezTo>
                  <a:cubicBezTo>
                    <a:pt x="6244" y="1605"/>
                    <a:pt x="5909" y="845"/>
                    <a:pt x="5301" y="298"/>
                  </a:cubicBezTo>
                  <a:cubicBezTo>
                    <a:pt x="4864" y="93"/>
                    <a:pt x="4433" y="1"/>
                    <a:pt x="40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40"/>
            <p:cNvSpPr/>
            <p:nvPr/>
          </p:nvSpPr>
          <p:spPr>
            <a:xfrm rot="1693449">
              <a:off x="7894832" y="992986"/>
              <a:ext cx="393915" cy="386790"/>
            </a:xfrm>
            <a:custGeom>
              <a:avLst/>
              <a:gdLst/>
              <a:ahLst/>
              <a:cxnLst/>
              <a:rect l="l" t="t" r="r" b="b"/>
              <a:pathLst>
                <a:path w="9454" h="9283" extrusionOk="0">
                  <a:moveTo>
                    <a:pt x="4743" y="0"/>
                  </a:moveTo>
                  <a:cubicBezTo>
                    <a:pt x="2189" y="0"/>
                    <a:pt x="92" y="2006"/>
                    <a:pt x="31" y="4560"/>
                  </a:cubicBezTo>
                  <a:cubicBezTo>
                    <a:pt x="1" y="5228"/>
                    <a:pt x="153" y="5897"/>
                    <a:pt x="426" y="6505"/>
                  </a:cubicBezTo>
                  <a:cubicBezTo>
                    <a:pt x="1200" y="8233"/>
                    <a:pt x="2915" y="9282"/>
                    <a:pt x="4735" y="9282"/>
                  </a:cubicBezTo>
                  <a:cubicBezTo>
                    <a:pt x="5060" y="9282"/>
                    <a:pt x="5388" y="9249"/>
                    <a:pt x="5715" y="9180"/>
                  </a:cubicBezTo>
                  <a:cubicBezTo>
                    <a:pt x="7904" y="8724"/>
                    <a:pt x="9454" y="6778"/>
                    <a:pt x="9454" y="4560"/>
                  </a:cubicBezTo>
                  <a:cubicBezTo>
                    <a:pt x="9363" y="2006"/>
                    <a:pt x="7296" y="0"/>
                    <a:pt x="47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40"/>
            <p:cNvSpPr/>
            <p:nvPr/>
          </p:nvSpPr>
          <p:spPr>
            <a:xfrm rot="1693449">
              <a:off x="7909513" y="982757"/>
              <a:ext cx="362248" cy="344582"/>
            </a:xfrm>
            <a:custGeom>
              <a:avLst/>
              <a:gdLst/>
              <a:ahLst/>
              <a:cxnLst/>
              <a:rect l="l" t="t" r="r" b="b"/>
              <a:pathLst>
                <a:path w="8694" h="8270" extrusionOk="0">
                  <a:moveTo>
                    <a:pt x="4764" y="1"/>
                  </a:moveTo>
                  <a:cubicBezTo>
                    <a:pt x="2345" y="1"/>
                    <a:pt x="11" y="1856"/>
                    <a:pt x="31" y="4703"/>
                  </a:cubicBezTo>
                  <a:cubicBezTo>
                    <a:pt x="1" y="5371"/>
                    <a:pt x="153" y="6040"/>
                    <a:pt x="426" y="6648"/>
                  </a:cubicBezTo>
                  <a:cubicBezTo>
                    <a:pt x="1413" y="7769"/>
                    <a:pt x="2690" y="8270"/>
                    <a:pt x="3944" y="8270"/>
                  </a:cubicBezTo>
                  <a:cubicBezTo>
                    <a:pt x="6362" y="8270"/>
                    <a:pt x="8694" y="6409"/>
                    <a:pt x="8694" y="3548"/>
                  </a:cubicBezTo>
                  <a:cubicBezTo>
                    <a:pt x="8694" y="2879"/>
                    <a:pt x="8542" y="2210"/>
                    <a:pt x="8268" y="1602"/>
                  </a:cubicBezTo>
                  <a:cubicBezTo>
                    <a:pt x="7285" y="495"/>
                    <a:pt x="6013" y="1"/>
                    <a:pt x="47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40"/>
            <p:cNvSpPr/>
            <p:nvPr/>
          </p:nvSpPr>
          <p:spPr>
            <a:xfrm rot="1693449">
              <a:off x="8173447" y="1561299"/>
              <a:ext cx="287540" cy="241916"/>
            </a:xfrm>
            <a:custGeom>
              <a:avLst/>
              <a:gdLst/>
              <a:ahLst/>
              <a:cxnLst/>
              <a:rect l="l" t="t" r="r" b="b"/>
              <a:pathLst>
                <a:path w="6901" h="5806" extrusionOk="0">
                  <a:moveTo>
                    <a:pt x="3983" y="0"/>
                  </a:moveTo>
                  <a:cubicBezTo>
                    <a:pt x="1186" y="0"/>
                    <a:pt x="1" y="3526"/>
                    <a:pt x="2220" y="5228"/>
                  </a:cubicBezTo>
                  <a:cubicBezTo>
                    <a:pt x="2706" y="5623"/>
                    <a:pt x="3344" y="5806"/>
                    <a:pt x="3983" y="5806"/>
                  </a:cubicBezTo>
                  <a:cubicBezTo>
                    <a:pt x="5594" y="5806"/>
                    <a:pt x="6901" y="4499"/>
                    <a:pt x="6901" y="2888"/>
                  </a:cubicBezTo>
                  <a:cubicBezTo>
                    <a:pt x="6870" y="1733"/>
                    <a:pt x="6202" y="669"/>
                    <a:pt x="5107" y="213"/>
                  </a:cubicBezTo>
                  <a:cubicBezTo>
                    <a:pt x="4743" y="61"/>
                    <a:pt x="4378" y="0"/>
                    <a:pt x="39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40"/>
            <p:cNvSpPr/>
            <p:nvPr/>
          </p:nvSpPr>
          <p:spPr>
            <a:xfrm rot="1693449">
              <a:off x="8178624" y="1555917"/>
              <a:ext cx="260957" cy="226707"/>
            </a:xfrm>
            <a:custGeom>
              <a:avLst/>
              <a:gdLst/>
              <a:ahLst/>
              <a:cxnLst/>
              <a:rect l="l" t="t" r="r" b="b"/>
              <a:pathLst>
                <a:path w="6263" h="5441" extrusionOk="0">
                  <a:moveTo>
                    <a:pt x="3983" y="0"/>
                  </a:moveTo>
                  <a:cubicBezTo>
                    <a:pt x="1186" y="0"/>
                    <a:pt x="1" y="3526"/>
                    <a:pt x="2220" y="5228"/>
                  </a:cubicBezTo>
                  <a:cubicBezTo>
                    <a:pt x="2584" y="5380"/>
                    <a:pt x="2949" y="5441"/>
                    <a:pt x="3344" y="5441"/>
                  </a:cubicBezTo>
                  <a:cubicBezTo>
                    <a:pt x="4955" y="5441"/>
                    <a:pt x="6262" y="4134"/>
                    <a:pt x="6262" y="2553"/>
                  </a:cubicBezTo>
                  <a:cubicBezTo>
                    <a:pt x="6262" y="1611"/>
                    <a:pt x="5837" y="760"/>
                    <a:pt x="5107" y="213"/>
                  </a:cubicBezTo>
                  <a:cubicBezTo>
                    <a:pt x="4743" y="61"/>
                    <a:pt x="4378" y="0"/>
                    <a:pt x="39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7" name="Google Shape;1447;p40"/>
          <p:cNvGrpSpPr/>
          <p:nvPr/>
        </p:nvGrpSpPr>
        <p:grpSpPr>
          <a:xfrm>
            <a:off x="675928" y="1992322"/>
            <a:ext cx="767200" cy="1158847"/>
            <a:chOff x="7754225" y="1474150"/>
            <a:chExt cx="641150" cy="968450"/>
          </a:xfrm>
        </p:grpSpPr>
        <p:sp>
          <p:nvSpPr>
            <p:cNvPr id="1448" name="Google Shape;1448;p40"/>
            <p:cNvSpPr/>
            <p:nvPr/>
          </p:nvSpPr>
          <p:spPr>
            <a:xfrm>
              <a:off x="8162025" y="1959225"/>
              <a:ext cx="45875" cy="122625"/>
            </a:xfrm>
            <a:custGeom>
              <a:avLst/>
              <a:gdLst/>
              <a:ahLst/>
              <a:cxnLst/>
              <a:rect l="l" t="t" r="r" b="b"/>
              <a:pathLst>
                <a:path w="1835" h="4905" extrusionOk="0">
                  <a:moveTo>
                    <a:pt x="0" y="1"/>
                  </a:moveTo>
                  <a:lnTo>
                    <a:pt x="1835" y="4904"/>
                  </a:lnTo>
                </a:path>
              </a:pathLst>
            </a:custGeom>
            <a:solidFill>
              <a:srgbClr val="6D6E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40"/>
            <p:cNvSpPr/>
            <p:nvPr/>
          </p:nvSpPr>
          <p:spPr>
            <a:xfrm>
              <a:off x="8138675" y="1950900"/>
              <a:ext cx="92575" cy="139275"/>
            </a:xfrm>
            <a:custGeom>
              <a:avLst/>
              <a:gdLst/>
              <a:ahLst/>
              <a:cxnLst/>
              <a:rect l="l" t="t" r="r" b="b"/>
              <a:pathLst>
                <a:path w="3703" h="5571" extrusionOk="0">
                  <a:moveTo>
                    <a:pt x="1835" y="0"/>
                  </a:moveTo>
                  <a:lnTo>
                    <a:pt x="1068" y="300"/>
                  </a:lnTo>
                  <a:lnTo>
                    <a:pt x="0" y="701"/>
                  </a:lnTo>
                  <a:lnTo>
                    <a:pt x="1301" y="4070"/>
                  </a:lnTo>
                  <a:lnTo>
                    <a:pt x="1868" y="5571"/>
                  </a:lnTo>
                  <a:lnTo>
                    <a:pt x="2769" y="5237"/>
                  </a:lnTo>
                  <a:lnTo>
                    <a:pt x="3703" y="4870"/>
                  </a:lnTo>
                  <a:lnTo>
                    <a:pt x="3136" y="3369"/>
                  </a:lnTo>
                  <a:lnTo>
                    <a:pt x="18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40"/>
            <p:cNvSpPr/>
            <p:nvPr/>
          </p:nvSpPr>
          <p:spPr>
            <a:xfrm>
              <a:off x="8142825" y="2033775"/>
              <a:ext cx="248550" cy="408825"/>
            </a:xfrm>
            <a:custGeom>
              <a:avLst/>
              <a:gdLst/>
              <a:ahLst/>
              <a:cxnLst/>
              <a:rect l="l" t="t" r="r" b="b"/>
              <a:pathLst>
                <a:path w="9942" h="16353" extrusionOk="0">
                  <a:moveTo>
                    <a:pt x="3492" y="1"/>
                  </a:moveTo>
                  <a:cubicBezTo>
                    <a:pt x="3330" y="1"/>
                    <a:pt x="3165" y="29"/>
                    <a:pt x="3003" y="87"/>
                  </a:cubicBezTo>
                  <a:lnTo>
                    <a:pt x="2970" y="87"/>
                  </a:lnTo>
                  <a:lnTo>
                    <a:pt x="2369" y="321"/>
                  </a:lnTo>
                  <a:lnTo>
                    <a:pt x="2036" y="421"/>
                  </a:lnTo>
                  <a:lnTo>
                    <a:pt x="1135" y="788"/>
                  </a:lnTo>
                  <a:lnTo>
                    <a:pt x="1102" y="788"/>
                  </a:lnTo>
                  <a:cubicBezTo>
                    <a:pt x="368" y="1055"/>
                    <a:pt x="1" y="1889"/>
                    <a:pt x="301" y="2623"/>
                  </a:cubicBezTo>
                  <a:lnTo>
                    <a:pt x="5138" y="15432"/>
                  </a:lnTo>
                  <a:cubicBezTo>
                    <a:pt x="5346" y="16004"/>
                    <a:pt x="5898" y="16353"/>
                    <a:pt x="6479" y="16353"/>
                  </a:cubicBezTo>
                  <a:cubicBezTo>
                    <a:pt x="6644" y="16353"/>
                    <a:pt x="6811" y="16325"/>
                    <a:pt x="6973" y="16266"/>
                  </a:cubicBezTo>
                  <a:lnTo>
                    <a:pt x="7940" y="15899"/>
                  </a:lnTo>
                  <a:lnTo>
                    <a:pt x="8207" y="15799"/>
                  </a:lnTo>
                  <a:lnTo>
                    <a:pt x="8874" y="15565"/>
                  </a:lnTo>
                  <a:cubicBezTo>
                    <a:pt x="9608" y="15265"/>
                    <a:pt x="9941" y="14431"/>
                    <a:pt x="9674" y="13731"/>
                  </a:cubicBezTo>
                  <a:lnTo>
                    <a:pt x="4804" y="921"/>
                  </a:lnTo>
                  <a:cubicBezTo>
                    <a:pt x="4596" y="350"/>
                    <a:pt x="4064" y="1"/>
                    <a:pt x="34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40"/>
            <p:cNvSpPr/>
            <p:nvPr/>
          </p:nvSpPr>
          <p:spPr>
            <a:xfrm>
              <a:off x="7831925" y="1523875"/>
              <a:ext cx="475225" cy="430650"/>
            </a:xfrm>
            <a:custGeom>
              <a:avLst/>
              <a:gdLst/>
              <a:ahLst/>
              <a:cxnLst/>
              <a:rect l="l" t="t" r="r" b="b"/>
              <a:pathLst>
                <a:path w="19009" h="17226" extrusionOk="0">
                  <a:moveTo>
                    <a:pt x="9815" y="0"/>
                  </a:moveTo>
                  <a:cubicBezTo>
                    <a:pt x="4198" y="0"/>
                    <a:pt x="0" y="5397"/>
                    <a:pt x="1562" y="10977"/>
                  </a:cubicBezTo>
                  <a:cubicBezTo>
                    <a:pt x="1629" y="11210"/>
                    <a:pt x="1696" y="11444"/>
                    <a:pt x="1796" y="11677"/>
                  </a:cubicBezTo>
                  <a:cubicBezTo>
                    <a:pt x="2296" y="13011"/>
                    <a:pt x="3130" y="14179"/>
                    <a:pt x="4231" y="15113"/>
                  </a:cubicBezTo>
                  <a:cubicBezTo>
                    <a:pt x="4331" y="15213"/>
                    <a:pt x="4431" y="15313"/>
                    <a:pt x="4565" y="15413"/>
                  </a:cubicBezTo>
                  <a:cubicBezTo>
                    <a:pt x="5165" y="15880"/>
                    <a:pt x="5832" y="16280"/>
                    <a:pt x="6533" y="16547"/>
                  </a:cubicBezTo>
                  <a:cubicBezTo>
                    <a:pt x="7540" y="16992"/>
                    <a:pt x="8626" y="17226"/>
                    <a:pt x="9721" y="17226"/>
                  </a:cubicBezTo>
                  <a:cubicBezTo>
                    <a:pt x="9859" y="17226"/>
                    <a:pt x="9997" y="17222"/>
                    <a:pt x="10135" y="17214"/>
                  </a:cubicBezTo>
                  <a:cubicBezTo>
                    <a:pt x="11103" y="17214"/>
                    <a:pt x="12037" y="17014"/>
                    <a:pt x="12904" y="16681"/>
                  </a:cubicBezTo>
                  <a:cubicBezTo>
                    <a:pt x="16740" y="15213"/>
                    <a:pt x="19008" y="11310"/>
                    <a:pt x="18374" y="7274"/>
                  </a:cubicBezTo>
                  <a:cubicBezTo>
                    <a:pt x="18341" y="6974"/>
                    <a:pt x="18274" y="6640"/>
                    <a:pt x="18174" y="6373"/>
                  </a:cubicBezTo>
                  <a:cubicBezTo>
                    <a:pt x="18108" y="6073"/>
                    <a:pt x="18008" y="5806"/>
                    <a:pt x="17907" y="5539"/>
                  </a:cubicBezTo>
                  <a:cubicBezTo>
                    <a:pt x="17707" y="5006"/>
                    <a:pt x="17440" y="4472"/>
                    <a:pt x="17107" y="3972"/>
                  </a:cubicBezTo>
                  <a:lnTo>
                    <a:pt x="17040" y="3838"/>
                  </a:lnTo>
                  <a:cubicBezTo>
                    <a:pt x="16540" y="3071"/>
                    <a:pt x="15906" y="2404"/>
                    <a:pt x="15206" y="1837"/>
                  </a:cubicBezTo>
                  <a:lnTo>
                    <a:pt x="15139" y="1803"/>
                  </a:lnTo>
                  <a:cubicBezTo>
                    <a:pt x="13838" y="769"/>
                    <a:pt x="12270" y="169"/>
                    <a:pt x="10602" y="35"/>
                  </a:cubicBezTo>
                  <a:cubicBezTo>
                    <a:pt x="10337" y="12"/>
                    <a:pt x="10074" y="0"/>
                    <a:pt x="98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40"/>
            <p:cNvSpPr/>
            <p:nvPr/>
          </p:nvSpPr>
          <p:spPr>
            <a:xfrm>
              <a:off x="8165350" y="1950900"/>
              <a:ext cx="226025" cy="480350"/>
            </a:xfrm>
            <a:custGeom>
              <a:avLst/>
              <a:gdLst/>
              <a:ahLst/>
              <a:cxnLst/>
              <a:rect l="l" t="t" r="r" b="b"/>
              <a:pathLst>
                <a:path w="9041" h="19214" extrusionOk="0">
                  <a:moveTo>
                    <a:pt x="768" y="0"/>
                  </a:moveTo>
                  <a:lnTo>
                    <a:pt x="1" y="267"/>
                  </a:lnTo>
                  <a:lnTo>
                    <a:pt x="67" y="934"/>
                  </a:lnTo>
                  <a:lnTo>
                    <a:pt x="1135" y="3736"/>
                  </a:lnTo>
                  <a:lnTo>
                    <a:pt x="1702" y="5237"/>
                  </a:lnTo>
                  <a:lnTo>
                    <a:pt x="7039" y="19214"/>
                  </a:lnTo>
                  <a:lnTo>
                    <a:pt x="7306" y="19114"/>
                  </a:lnTo>
                  <a:lnTo>
                    <a:pt x="7973" y="18880"/>
                  </a:lnTo>
                  <a:cubicBezTo>
                    <a:pt x="8707" y="18580"/>
                    <a:pt x="9040" y="17746"/>
                    <a:pt x="8773" y="17046"/>
                  </a:cubicBezTo>
                  <a:lnTo>
                    <a:pt x="3903" y="4236"/>
                  </a:lnTo>
                  <a:cubicBezTo>
                    <a:pt x="3693" y="3657"/>
                    <a:pt x="3150" y="3286"/>
                    <a:pt x="2570" y="3286"/>
                  </a:cubicBezTo>
                  <a:cubicBezTo>
                    <a:pt x="2415" y="3286"/>
                    <a:pt x="2257" y="3313"/>
                    <a:pt x="2102" y="3369"/>
                  </a:cubicBezTo>
                  <a:lnTo>
                    <a:pt x="2069" y="3369"/>
                  </a:lnTo>
                  <a:lnTo>
                    <a:pt x="768" y="0"/>
                  </a:lnTo>
                  <a:close/>
                </a:path>
              </a:pathLst>
            </a:custGeom>
            <a:solidFill>
              <a:srgbClr val="002F57">
                <a:alpha val="13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40"/>
            <p:cNvSpPr/>
            <p:nvPr/>
          </p:nvSpPr>
          <p:spPr>
            <a:xfrm>
              <a:off x="7754225" y="1474150"/>
              <a:ext cx="641150" cy="530375"/>
            </a:xfrm>
            <a:custGeom>
              <a:avLst/>
              <a:gdLst/>
              <a:ahLst/>
              <a:cxnLst/>
              <a:rect l="l" t="t" r="r" b="b"/>
              <a:pathLst>
                <a:path w="25646" h="21215" extrusionOk="0">
                  <a:moveTo>
                    <a:pt x="12930" y="1934"/>
                  </a:moveTo>
                  <a:cubicBezTo>
                    <a:pt x="14099" y="1934"/>
                    <a:pt x="15310" y="2181"/>
                    <a:pt x="16512" y="2725"/>
                  </a:cubicBezTo>
                  <a:cubicBezTo>
                    <a:pt x="23517" y="5861"/>
                    <a:pt x="23217" y="15934"/>
                    <a:pt x="16012" y="18670"/>
                  </a:cubicBezTo>
                  <a:cubicBezTo>
                    <a:pt x="15015" y="19044"/>
                    <a:pt x="13991" y="19222"/>
                    <a:pt x="12984" y="19222"/>
                  </a:cubicBezTo>
                  <a:cubicBezTo>
                    <a:pt x="9507" y="19222"/>
                    <a:pt x="6223" y="17106"/>
                    <a:pt x="4904" y="13666"/>
                  </a:cubicBezTo>
                  <a:cubicBezTo>
                    <a:pt x="2638" y="7697"/>
                    <a:pt x="7286" y="1934"/>
                    <a:pt x="12930" y="1934"/>
                  </a:cubicBezTo>
                  <a:close/>
                  <a:moveTo>
                    <a:pt x="12965" y="1"/>
                  </a:moveTo>
                  <a:cubicBezTo>
                    <a:pt x="11715" y="1"/>
                    <a:pt x="10444" y="223"/>
                    <a:pt x="9207" y="690"/>
                  </a:cubicBezTo>
                  <a:cubicBezTo>
                    <a:pt x="401" y="4026"/>
                    <a:pt x="0" y="16368"/>
                    <a:pt x="8607" y="20238"/>
                  </a:cubicBezTo>
                  <a:cubicBezTo>
                    <a:pt x="10088" y="20909"/>
                    <a:pt x="11581" y="21214"/>
                    <a:pt x="13020" y="21214"/>
                  </a:cubicBezTo>
                  <a:cubicBezTo>
                    <a:pt x="19947" y="21214"/>
                    <a:pt x="25645" y="14152"/>
                    <a:pt x="22883" y="6861"/>
                  </a:cubicBezTo>
                  <a:cubicBezTo>
                    <a:pt x="21283" y="2602"/>
                    <a:pt x="17245" y="1"/>
                    <a:pt x="1296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57"/>
        <p:cNvGrpSpPr/>
        <p:nvPr/>
      </p:nvGrpSpPr>
      <p:grpSpPr>
        <a:xfrm>
          <a:off x="0" y="0"/>
          <a:ext cx="0" cy="0"/>
          <a:chOff x="0" y="0"/>
          <a:chExt cx="0" cy="0"/>
        </a:xfrm>
      </p:grpSpPr>
      <p:sp>
        <p:nvSpPr>
          <p:cNvPr id="1458" name="Google Shape;1458;p41"/>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You should know</a:t>
            </a:r>
            <a:endParaRPr sz="3200"/>
          </a:p>
        </p:txBody>
      </p:sp>
      <p:sp>
        <p:nvSpPr>
          <p:cNvPr id="1459" name="Google Shape;1459;p41"/>
          <p:cNvSpPr txBox="1">
            <a:spLocks noGrp="1"/>
          </p:cNvSpPr>
          <p:nvPr>
            <p:ph type="subTitle" idx="1"/>
          </p:nvPr>
        </p:nvSpPr>
        <p:spPr>
          <a:xfrm>
            <a:off x="1147786" y="1919550"/>
            <a:ext cx="3197400" cy="210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Mercury is the closest planet to the Sun and the smallest one in the entire Solar System. Contrary to popular belief, this planet's name has nothing to do with the liquid metal. Mercury was, instead, named after the famous Roman messenger god Mercurius</a:t>
            </a:r>
            <a:endParaRPr/>
          </a:p>
        </p:txBody>
      </p:sp>
      <p:sp>
        <p:nvSpPr>
          <p:cNvPr id="1460" name="Google Shape;1460;p41"/>
          <p:cNvSpPr txBox="1">
            <a:spLocks noGrp="1"/>
          </p:cNvSpPr>
          <p:nvPr>
            <p:ph type="subTitle" idx="2"/>
          </p:nvPr>
        </p:nvSpPr>
        <p:spPr>
          <a:xfrm>
            <a:off x="4798814" y="1919550"/>
            <a:ext cx="3197400" cy="210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Mercury takes a little more than 58 days to complete its rotation, so try to imagine how long days must be there! Since the temperatures are so extreme, albeit not as extreme as on Venus, Mercury has been deemed to be non-habitable for humans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4"/>
        <p:cNvGrpSpPr/>
        <p:nvPr/>
      </p:nvGrpSpPr>
      <p:grpSpPr>
        <a:xfrm>
          <a:off x="0" y="0"/>
          <a:ext cx="0" cy="0"/>
          <a:chOff x="0" y="0"/>
          <a:chExt cx="0" cy="0"/>
        </a:xfrm>
      </p:grpSpPr>
      <p:sp>
        <p:nvSpPr>
          <p:cNvPr id="1465" name="Google Shape;1465;p42"/>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Get these items to begin</a:t>
            </a:r>
            <a:endParaRPr/>
          </a:p>
        </p:txBody>
      </p:sp>
      <p:sp>
        <p:nvSpPr>
          <p:cNvPr id="1466" name="Google Shape;1466;p42"/>
          <p:cNvSpPr txBox="1">
            <a:spLocks noGrp="1"/>
          </p:cNvSpPr>
          <p:nvPr>
            <p:ph type="body" idx="1"/>
          </p:nvPr>
        </p:nvSpPr>
        <p:spPr>
          <a:xfrm>
            <a:off x="1051576" y="1814583"/>
            <a:ext cx="4241700" cy="213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333333"/>
              </a:buClr>
              <a:buSzPts val="1100"/>
              <a:buFont typeface="Arial"/>
              <a:buNone/>
            </a:pPr>
            <a:r>
              <a:rPr lang="en"/>
              <a:t>Do you know what helps you make your point crystal clear? Lists like this one:</a:t>
            </a:r>
            <a:endParaRPr/>
          </a:p>
          <a:p>
            <a:pPr marL="457200" lvl="0" indent="-317500" algn="l" rtl="0">
              <a:spcBef>
                <a:spcPts val="1000"/>
              </a:spcBef>
              <a:spcAft>
                <a:spcPts val="0"/>
              </a:spcAft>
              <a:buSzPts val="1400"/>
              <a:buFont typeface="Epilogue"/>
              <a:buChar char="●"/>
            </a:pPr>
            <a:r>
              <a:rPr lang="en"/>
              <a:t>They’re simple </a:t>
            </a:r>
            <a:endParaRPr/>
          </a:p>
          <a:p>
            <a:pPr marL="457200" lvl="0" indent="-317500" algn="l" rtl="0">
              <a:spcBef>
                <a:spcPts val="0"/>
              </a:spcBef>
              <a:spcAft>
                <a:spcPts val="0"/>
              </a:spcAft>
              <a:buSzPts val="1400"/>
              <a:buFont typeface="Epilogue"/>
              <a:buChar char="●"/>
            </a:pPr>
            <a:r>
              <a:rPr lang="en"/>
              <a:t>You can organize your ideas clearly</a:t>
            </a:r>
            <a:endParaRPr/>
          </a:p>
          <a:p>
            <a:pPr marL="457200" lvl="0" indent="-317500" algn="l" rtl="0">
              <a:spcBef>
                <a:spcPts val="0"/>
              </a:spcBef>
              <a:spcAft>
                <a:spcPts val="0"/>
              </a:spcAft>
              <a:buSzPts val="1400"/>
              <a:buFont typeface="Epilogue"/>
              <a:buChar char="●"/>
            </a:pPr>
            <a:r>
              <a:rPr lang="en"/>
              <a:t>You’ll never forget to buy milk!</a:t>
            </a:r>
            <a:endParaRPr/>
          </a:p>
          <a:p>
            <a:pPr marL="0" lvl="0" indent="0" algn="l" rtl="0">
              <a:spcBef>
                <a:spcPts val="1000"/>
              </a:spcBef>
              <a:spcAft>
                <a:spcPts val="0"/>
              </a:spcAft>
              <a:buClr>
                <a:schemeClr val="dk1"/>
              </a:buClr>
              <a:buSzPts val="1100"/>
              <a:buFont typeface="Arial"/>
              <a:buNone/>
            </a:pPr>
            <a:r>
              <a:rPr lang="en"/>
              <a:t>And the most important thing: the audience won’t miss the point of your presentation</a:t>
            </a:r>
            <a:endParaRPr/>
          </a:p>
        </p:txBody>
      </p:sp>
      <p:pic>
        <p:nvPicPr>
          <p:cNvPr id="1467" name="Google Shape;1467;p42"/>
          <p:cNvPicPr preferRelativeResize="0">
            <a:picLocks noGrp="1"/>
          </p:cNvPicPr>
          <p:nvPr>
            <p:ph type="pic" idx="2"/>
          </p:nvPr>
        </p:nvPicPr>
        <p:blipFill rotWithShape="1">
          <a:blip r:embed="rId3">
            <a:alphaModFix/>
          </a:blip>
          <a:srcRect l="21877" t="7287" r="15649"/>
          <a:stretch/>
        </p:blipFill>
        <p:spPr>
          <a:xfrm>
            <a:off x="5462726" y="1427225"/>
            <a:ext cx="2743200" cy="2713500"/>
          </a:xfrm>
          <a:prstGeom prst="teardrop">
            <a:avLst>
              <a:gd name="adj" fmla="val 59419"/>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1"/>
        <p:cNvGrpSpPr/>
        <p:nvPr/>
      </p:nvGrpSpPr>
      <p:grpSpPr>
        <a:xfrm>
          <a:off x="0" y="0"/>
          <a:ext cx="0" cy="0"/>
          <a:chOff x="0" y="0"/>
          <a:chExt cx="0" cy="0"/>
        </a:xfrm>
      </p:grpSpPr>
      <p:sp>
        <p:nvSpPr>
          <p:cNvPr id="1472" name="Google Shape;1472;p43"/>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What will we learn?</a:t>
            </a:r>
            <a:endParaRPr/>
          </a:p>
        </p:txBody>
      </p:sp>
      <p:sp>
        <p:nvSpPr>
          <p:cNvPr id="1473" name="Google Shape;1473;p43"/>
          <p:cNvSpPr txBox="1">
            <a:spLocks noGrp="1"/>
          </p:cNvSpPr>
          <p:nvPr>
            <p:ph type="subTitle" idx="1"/>
          </p:nvPr>
        </p:nvSpPr>
        <p:spPr>
          <a:xfrm>
            <a:off x="1329563" y="2604677"/>
            <a:ext cx="2981400" cy="433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
              <a:t>History</a:t>
            </a:r>
            <a:endParaRPr/>
          </a:p>
        </p:txBody>
      </p:sp>
      <p:sp>
        <p:nvSpPr>
          <p:cNvPr id="1474" name="Google Shape;1474;p43"/>
          <p:cNvSpPr txBox="1">
            <a:spLocks noGrp="1"/>
          </p:cNvSpPr>
          <p:nvPr>
            <p:ph type="subTitle" idx="2"/>
          </p:nvPr>
        </p:nvSpPr>
        <p:spPr>
          <a:xfrm>
            <a:off x="1329563" y="2961927"/>
            <a:ext cx="2981400" cy="112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Mercury is the closest planet to the Sun and the smallest one in the Solar System—it’s only a bit larger than the Moon</a:t>
            </a:r>
            <a:endParaRPr/>
          </a:p>
        </p:txBody>
      </p:sp>
      <p:sp>
        <p:nvSpPr>
          <p:cNvPr id="1475" name="Google Shape;1475;p43"/>
          <p:cNvSpPr txBox="1">
            <a:spLocks noGrp="1"/>
          </p:cNvSpPr>
          <p:nvPr>
            <p:ph type="subTitle" idx="3"/>
          </p:nvPr>
        </p:nvSpPr>
        <p:spPr>
          <a:xfrm>
            <a:off x="4833037" y="2604677"/>
            <a:ext cx="2981400" cy="433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
              <a:t>Tests</a:t>
            </a:r>
            <a:endParaRPr/>
          </a:p>
        </p:txBody>
      </p:sp>
      <p:sp>
        <p:nvSpPr>
          <p:cNvPr id="1476" name="Google Shape;1476;p43"/>
          <p:cNvSpPr txBox="1">
            <a:spLocks noGrp="1"/>
          </p:cNvSpPr>
          <p:nvPr>
            <p:ph type="subTitle" idx="4"/>
          </p:nvPr>
        </p:nvSpPr>
        <p:spPr>
          <a:xfrm>
            <a:off x="4833037" y="2961927"/>
            <a:ext cx="2981400" cy="112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Venus has a beautiful name and is the second planet from the Sun. It’s hot and has a poisonous atmosphere</a:t>
            </a:r>
            <a:endParaRPr/>
          </a:p>
        </p:txBody>
      </p:sp>
      <p:sp>
        <p:nvSpPr>
          <p:cNvPr id="1477" name="Google Shape;1477;p43"/>
          <p:cNvSpPr/>
          <p:nvPr/>
        </p:nvSpPr>
        <p:spPr>
          <a:xfrm rot="10800000" flipH="1">
            <a:off x="5811714" y="1686217"/>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43"/>
          <p:cNvSpPr/>
          <p:nvPr/>
        </p:nvSpPr>
        <p:spPr>
          <a:xfrm>
            <a:off x="2308239" y="1686205"/>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79" name="Google Shape;1479;p43"/>
          <p:cNvGrpSpPr/>
          <p:nvPr/>
        </p:nvGrpSpPr>
        <p:grpSpPr>
          <a:xfrm>
            <a:off x="2727259" y="1851695"/>
            <a:ext cx="294251" cy="433716"/>
            <a:chOff x="2029750" y="238125"/>
            <a:chExt cx="3540925" cy="5219200"/>
          </a:xfrm>
        </p:grpSpPr>
        <p:sp>
          <p:nvSpPr>
            <p:cNvPr id="1480" name="Google Shape;1480;p43"/>
            <p:cNvSpPr/>
            <p:nvPr/>
          </p:nvSpPr>
          <p:spPr>
            <a:xfrm>
              <a:off x="3085825" y="4447700"/>
              <a:ext cx="1406750" cy="636125"/>
            </a:xfrm>
            <a:custGeom>
              <a:avLst/>
              <a:gdLst/>
              <a:ahLst/>
              <a:cxnLst/>
              <a:rect l="l" t="t" r="r" b="b"/>
              <a:pathLst>
                <a:path w="56270" h="25445" extrusionOk="0">
                  <a:moveTo>
                    <a:pt x="1" y="1"/>
                  </a:moveTo>
                  <a:lnTo>
                    <a:pt x="1" y="21041"/>
                  </a:lnTo>
                  <a:cubicBezTo>
                    <a:pt x="1" y="23487"/>
                    <a:pt x="1958" y="25444"/>
                    <a:pt x="4404" y="25444"/>
                  </a:cubicBezTo>
                  <a:lnTo>
                    <a:pt x="51866" y="25444"/>
                  </a:lnTo>
                  <a:cubicBezTo>
                    <a:pt x="54313" y="25444"/>
                    <a:pt x="56270" y="23487"/>
                    <a:pt x="56270" y="21041"/>
                  </a:cubicBezTo>
                  <a:lnTo>
                    <a:pt x="5627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43"/>
            <p:cNvSpPr/>
            <p:nvPr/>
          </p:nvSpPr>
          <p:spPr>
            <a:xfrm>
              <a:off x="4177775" y="4447700"/>
              <a:ext cx="314800" cy="636125"/>
            </a:xfrm>
            <a:custGeom>
              <a:avLst/>
              <a:gdLst/>
              <a:ahLst/>
              <a:cxnLst/>
              <a:rect l="l" t="t" r="r" b="b"/>
              <a:pathLst>
                <a:path w="12592" h="25445" extrusionOk="0">
                  <a:moveTo>
                    <a:pt x="1" y="1"/>
                  </a:moveTo>
                  <a:lnTo>
                    <a:pt x="1" y="25444"/>
                  </a:lnTo>
                  <a:lnTo>
                    <a:pt x="8188" y="25444"/>
                  </a:lnTo>
                  <a:cubicBezTo>
                    <a:pt x="10635" y="25444"/>
                    <a:pt x="12592" y="23487"/>
                    <a:pt x="12592" y="21041"/>
                  </a:cubicBezTo>
                  <a:lnTo>
                    <a:pt x="12592" y="1"/>
                  </a:ln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43"/>
            <p:cNvSpPr/>
            <p:nvPr/>
          </p:nvSpPr>
          <p:spPr>
            <a:xfrm>
              <a:off x="2632400" y="4448100"/>
              <a:ext cx="458350" cy="890975"/>
            </a:xfrm>
            <a:custGeom>
              <a:avLst/>
              <a:gdLst/>
              <a:ahLst/>
              <a:cxnLst/>
              <a:rect l="l" t="t" r="r" b="b"/>
              <a:pathLst>
                <a:path w="18334" h="35639" extrusionOk="0">
                  <a:moveTo>
                    <a:pt x="14846" y="1"/>
                  </a:moveTo>
                  <a:cubicBezTo>
                    <a:pt x="13630" y="1"/>
                    <a:pt x="12481" y="747"/>
                    <a:pt x="12005" y="1975"/>
                  </a:cubicBezTo>
                  <a:lnTo>
                    <a:pt x="621" y="31496"/>
                  </a:lnTo>
                  <a:cubicBezTo>
                    <a:pt x="1" y="33061"/>
                    <a:pt x="816" y="34855"/>
                    <a:pt x="2382" y="35443"/>
                  </a:cubicBezTo>
                  <a:cubicBezTo>
                    <a:pt x="2741" y="35573"/>
                    <a:pt x="3100" y="35638"/>
                    <a:pt x="3459" y="35638"/>
                  </a:cubicBezTo>
                  <a:cubicBezTo>
                    <a:pt x="4698" y="35638"/>
                    <a:pt x="5872" y="34888"/>
                    <a:pt x="6329" y="33681"/>
                  </a:cubicBezTo>
                  <a:lnTo>
                    <a:pt x="17714" y="4160"/>
                  </a:lnTo>
                  <a:cubicBezTo>
                    <a:pt x="18333" y="2562"/>
                    <a:pt x="17550" y="800"/>
                    <a:pt x="15952" y="213"/>
                  </a:cubicBezTo>
                  <a:cubicBezTo>
                    <a:pt x="15588" y="69"/>
                    <a:pt x="15214" y="1"/>
                    <a:pt x="148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43"/>
            <p:cNvSpPr/>
            <p:nvPr/>
          </p:nvSpPr>
          <p:spPr>
            <a:xfrm>
              <a:off x="4474625" y="4411500"/>
              <a:ext cx="471375" cy="927575"/>
            </a:xfrm>
            <a:custGeom>
              <a:avLst/>
              <a:gdLst/>
              <a:ahLst/>
              <a:cxnLst/>
              <a:rect l="l" t="t" r="r" b="b"/>
              <a:pathLst>
                <a:path w="18855" h="37103" extrusionOk="0">
                  <a:moveTo>
                    <a:pt x="3440" y="1"/>
                  </a:moveTo>
                  <a:cubicBezTo>
                    <a:pt x="3076" y="1"/>
                    <a:pt x="2706" y="68"/>
                    <a:pt x="2349" y="209"/>
                  </a:cubicBezTo>
                  <a:cubicBezTo>
                    <a:pt x="783" y="796"/>
                    <a:pt x="0" y="2590"/>
                    <a:pt x="587" y="4156"/>
                  </a:cubicBezTo>
                  <a:lnTo>
                    <a:pt x="12526" y="35145"/>
                  </a:lnTo>
                  <a:cubicBezTo>
                    <a:pt x="13016" y="36385"/>
                    <a:pt x="14157" y="37102"/>
                    <a:pt x="15397" y="37102"/>
                  </a:cubicBezTo>
                  <a:cubicBezTo>
                    <a:pt x="15756" y="37102"/>
                    <a:pt x="16114" y="37037"/>
                    <a:pt x="16473" y="36907"/>
                  </a:cubicBezTo>
                  <a:cubicBezTo>
                    <a:pt x="18072" y="36319"/>
                    <a:pt x="18854" y="34525"/>
                    <a:pt x="18235" y="32960"/>
                  </a:cubicBezTo>
                  <a:lnTo>
                    <a:pt x="6296" y="1971"/>
                  </a:lnTo>
                  <a:cubicBezTo>
                    <a:pt x="5843" y="762"/>
                    <a:pt x="4671" y="1"/>
                    <a:pt x="34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43"/>
            <p:cNvSpPr/>
            <p:nvPr/>
          </p:nvSpPr>
          <p:spPr>
            <a:xfrm>
              <a:off x="2029750" y="3407950"/>
              <a:ext cx="970475" cy="1325200"/>
            </a:xfrm>
            <a:custGeom>
              <a:avLst/>
              <a:gdLst/>
              <a:ahLst/>
              <a:cxnLst/>
              <a:rect l="l" t="t" r="r" b="b"/>
              <a:pathLst>
                <a:path w="38819" h="53008" extrusionOk="0">
                  <a:moveTo>
                    <a:pt x="30827" y="0"/>
                  </a:moveTo>
                  <a:cubicBezTo>
                    <a:pt x="30827" y="0"/>
                    <a:pt x="14321" y="12559"/>
                    <a:pt x="7177" y="26814"/>
                  </a:cubicBezTo>
                  <a:cubicBezTo>
                    <a:pt x="1" y="41101"/>
                    <a:pt x="3687" y="53008"/>
                    <a:pt x="8091" y="53008"/>
                  </a:cubicBezTo>
                  <a:cubicBezTo>
                    <a:pt x="12299" y="53008"/>
                    <a:pt x="15071" y="43678"/>
                    <a:pt x="38818" y="34741"/>
                  </a:cubicBezTo>
                  <a:lnTo>
                    <a:pt x="308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43"/>
            <p:cNvSpPr/>
            <p:nvPr/>
          </p:nvSpPr>
          <p:spPr>
            <a:xfrm>
              <a:off x="4600200" y="3407950"/>
              <a:ext cx="970475" cy="1325200"/>
            </a:xfrm>
            <a:custGeom>
              <a:avLst/>
              <a:gdLst/>
              <a:ahLst/>
              <a:cxnLst/>
              <a:rect l="l" t="t" r="r" b="b"/>
              <a:pathLst>
                <a:path w="38819" h="53008" extrusionOk="0">
                  <a:moveTo>
                    <a:pt x="7993" y="0"/>
                  </a:moveTo>
                  <a:lnTo>
                    <a:pt x="1" y="34741"/>
                  </a:lnTo>
                  <a:cubicBezTo>
                    <a:pt x="23748" y="43678"/>
                    <a:pt x="26521" y="53008"/>
                    <a:pt x="30729" y="53008"/>
                  </a:cubicBezTo>
                  <a:cubicBezTo>
                    <a:pt x="35132" y="53008"/>
                    <a:pt x="38818" y="41101"/>
                    <a:pt x="31642" y="26814"/>
                  </a:cubicBezTo>
                  <a:cubicBezTo>
                    <a:pt x="24498" y="12559"/>
                    <a:pt x="7993" y="0"/>
                    <a:pt x="79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43"/>
            <p:cNvSpPr/>
            <p:nvPr/>
          </p:nvSpPr>
          <p:spPr>
            <a:xfrm>
              <a:off x="4746175" y="3407950"/>
              <a:ext cx="824500" cy="1325200"/>
            </a:xfrm>
            <a:custGeom>
              <a:avLst/>
              <a:gdLst/>
              <a:ahLst/>
              <a:cxnLst/>
              <a:rect l="l" t="t" r="r" b="b"/>
              <a:pathLst>
                <a:path w="32980" h="53008" extrusionOk="0">
                  <a:moveTo>
                    <a:pt x="2154" y="0"/>
                  </a:moveTo>
                  <a:lnTo>
                    <a:pt x="1" y="9362"/>
                  </a:lnTo>
                  <a:cubicBezTo>
                    <a:pt x="4698" y="14125"/>
                    <a:pt x="9917" y="20290"/>
                    <a:pt x="13212" y="26814"/>
                  </a:cubicBezTo>
                  <a:cubicBezTo>
                    <a:pt x="17257" y="34969"/>
                    <a:pt x="17844" y="42308"/>
                    <a:pt x="16767" y="47136"/>
                  </a:cubicBezTo>
                  <a:cubicBezTo>
                    <a:pt x="21008" y="50626"/>
                    <a:pt x="22769" y="53008"/>
                    <a:pt x="24890" y="53008"/>
                  </a:cubicBezTo>
                  <a:cubicBezTo>
                    <a:pt x="29293" y="53008"/>
                    <a:pt x="32979" y="41101"/>
                    <a:pt x="25803" y="26814"/>
                  </a:cubicBezTo>
                  <a:cubicBezTo>
                    <a:pt x="18659" y="12559"/>
                    <a:pt x="2154" y="0"/>
                    <a:pt x="2154" y="0"/>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43"/>
            <p:cNvSpPr/>
            <p:nvPr/>
          </p:nvSpPr>
          <p:spPr>
            <a:xfrm>
              <a:off x="2575325" y="238125"/>
              <a:ext cx="2427750" cy="4320525"/>
            </a:xfrm>
            <a:custGeom>
              <a:avLst/>
              <a:gdLst/>
              <a:ahLst/>
              <a:cxnLst/>
              <a:rect l="l" t="t" r="r" b="b"/>
              <a:pathLst>
                <a:path w="97110" h="172821" extrusionOk="0">
                  <a:moveTo>
                    <a:pt x="48539" y="0"/>
                  </a:moveTo>
                  <a:cubicBezTo>
                    <a:pt x="38753" y="0"/>
                    <a:pt x="1" y="27238"/>
                    <a:pt x="1" y="94956"/>
                  </a:cubicBezTo>
                  <a:cubicBezTo>
                    <a:pt x="1" y="121052"/>
                    <a:pt x="10961" y="163882"/>
                    <a:pt x="13016" y="171613"/>
                  </a:cubicBezTo>
                  <a:cubicBezTo>
                    <a:pt x="13179" y="172331"/>
                    <a:pt x="13831" y="172820"/>
                    <a:pt x="14582" y="172820"/>
                  </a:cubicBezTo>
                  <a:lnTo>
                    <a:pt x="82529" y="172820"/>
                  </a:lnTo>
                  <a:cubicBezTo>
                    <a:pt x="83246" y="172820"/>
                    <a:pt x="83899" y="172331"/>
                    <a:pt x="84095" y="171613"/>
                  </a:cubicBezTo>
                  <a:cubicBezTo>
                    <a:pt x="86117" y="163882"/>
                    <a:pt x="97110" y="121052"/>
                    <a:pt x="97110" y="94956"/>
                  </a:cubicBezTo>
                  <a:cubicBezTo>
                    <a:pt x="97110" y="27238"/>
                    <a:pt x="58357" y="0"/>
                    <a:pt x="485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43"/>
            <p:cNvSpPr/>
            <p:nvPr/>
          </p:nvSpPr>
          <p:spPr>
            <a:xfrm>
              <a:off x="3631400" y="238125"/>
              <a:ext cx="1371675" cy="4320525"/>
            </a:xfrm>
            <a:custGeom>
              <a:avLst/>
              <a:gdLst/>
              <a:ahLst/>
              <a:cxnLst/>
              <a:rect l="l" t="t" r="r" b="b"/>
              <a:pathLst>
                <a:path w="54867" h="172821" extrusionOk="0">
                  <a:moveTo>
                    <a:pt x="6296" y="0"/>
                  </a:moveTo>
                  <a:cubicBezTo>
                    <a:pt x="4795" y="0"/>
                    <a:pt x="2610" y="652"/>
                    <a:pt x="0" y="1957"/>
                  </a:cubicBezTo>
                  <a:cubicBezTo>
                    <a:pt x="14483" y="9297"/>
                    <a:pt x="42276" y="37611"/>
                    <a:pt x="42276" y="94956"/>
                  </a:cubicBezTo>
                  <a:cubicBezTo>
                    <a:pt x="42276" y="123695"/>
                    <a:pt x="28934" y="172820"/>
                    <a:pt x="28934" y="172820"/>
                  </a:cubicBezTo>
                  <a:lnTo>
                    <a:pt x="40286" y="172820"/>
                  </a:lnTo>
                  <a:cubicBezTo>
                    <a:pt x="41003" y="172820"/>
                    <a:pt x="41656" y="172331"/>
                    <a:pt x="41852" y="171613"/>
                  </a:cubicBezTo>
                  <a:cubicBezTo>
                    <a:pt x="43874" y="163882"/>
                    <a:pt x="54867" y="121052"/>
                    <a:pt x="54867" y="94956"/>
                  </a:cubicBezTo>
                  <a:cubicBezTo>
                    <a:pt x="54867" y="27238"/>
                    <a:pt x="16114" y="0"/>
                    <a:pt x="6296" y="0"/>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43"/>
            <p:cNvSpPr/>
            <p:nvPr/>
          </p:nvSpPr>
          <p:spPr>
            <a:xfrm>
              <a:off x="2980625" y="1577150"/>
              <a:ext cx="1617150" cy="1617150"/>
            </a:xfrm>
            <a:custGeom>
              <a:avLst/>
              <a:gdLst/>
              <a:ahLst/>
              <a:cxnLst/>
              <a:rect l="l" t="t" r="r" b="b"/>
              <a:pathLst>
                <a:path w="64686" h="64686" extrusionOk="0">
                  <a:moveTo>
                    <a:pt x="32327" y="1"/>
                  </a:moveTo>
                  <a:cubicBezTo>
                    <a:pt x="14484" y="1"/>
                    <a:pt x="1" y="14484"/>
                    <a:pt x="1" y="32327"/>
                  </a:cubicBezTo>
                  <a:cubicBezTo>
                    <a:pt x="1" y="50203"/>
                    <a:pt x="14484" y="64686"/>
                    <a:pt x="32327" y="64686"/>
                  </a:cubicBezTo>
                  <a:cubicBezTo>
                    <a:pt x="50203" y="64686"/>
                    <a:pt x="64686" y="50203"/>
                    <a:pt x="64686" y="32327"/>
                  </a:cubicBezTo>
                  <a:cubicBezTo>
                    <a:pt x="64686" y="14484"/>
                    <a:pt x="50203" y="1"/>
                    <a:pt x="323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43"/>
            <p:cNvSpPr/>
            <p:nvPr/>
          </p:nvSpPr>
          <p:spPr>
            <a:xfrm>
              <a:off x="3295400" y="1891950"/>
              <a:ext cx="987600" cy="987575"/>
            </a:xfrm>
            <a:custGeom>
              <a:avLst/>
              <a:gdLst/>
              <a:ahLst/>
              <a:cxnLst/>
              <a:rect l="l" t="t" r="r" b="b"/>
              <a:pathLst>
                <a:path w="39504" h="39503" extrusionOk="0">
                  <a:moveTo>
                    <a:pt x="19736" y="0"/>
                  </a:moveTo>
                  <a:cubicBezTo>
                    <a:pt x="8841" y="0"/>
                    <a:pt x="1" y="8840"/>
                    <a:pt x="1" y="19735"/>
                  </a:cubicBezTo>
                  <a:cubicBezTo>
                    <a:pt x="1" y="30663"/>
                    <a:pt x="8841" y="39503"/>
                    <a:pt x="19736" y="39503"/>
                  </a:cubicBezTo>
                  <a:cubicBezTo>
                    <a:pt x="30664" y="39503"/>
                    <a:pt x="39504" y="30663"/>
                    <a:pt x="39504" y="19735"/>
                  </a:cubicBezTo>
                  <a:cubicBezTo>
                    <a:pt x="39504" y="8840"/>
                    <a:pt x="30664" y="0"/>
                    <a:pt x="197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43"/>
            <p:cNvSpPr/>
            <p:nvPr/>
          </p:nvSpPr>
          <p:spPr>
            <a:xfrm>
              <a:off x="2850150" y="238125"/>
              <a:ext cx="1885450" cy="990025"/>
            </a:xfrm>
            <a:custGeom>
              <a:avLst/>
              <a:gdLst/>
              <a:ahLst/>
              <a:cxnLst/>
              <a:rect l="l" t="t" r="r" b="b"/>
              <a:pathLst>
                <a:path w="75418" h="39601" extrusionOk="0">
                  <a:moveTo>
                    <a:pt x="37546" y="0"/>
                  </a:moveTo>
                  <a:cubicBezTo>
                    <a:pt x="31120" y="0"/>
                    <a:pt x="12233" y="11743"/>
                    <a:pt x="0" y="38915"/>
                  </a:cubicBezTo>
                  <a:cubicBezTo>
                    <a:pt x="18561" y="39176"/>
                    <a:pt x="50529" y="39568"/>
                    <a:pt x="75418" y="39601"/>
                  </a:cubicBezTo>
                  <a:cubicBezTo>
                    <a:pt x="63185" y="11906"/>
                    <a:pt x="44037" y="0"/>
                    <a:pt x="375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43"/>
            <p:cNvSpPr/>
            <p:nvPr/>
          </p:nvSpPr>
          <p:spPr>
            <a:xfrm>
              <a:off x="3631400" y="238125"/>
              <a:ext cx="1104200" cy="990025"/>
            </a:xfrm>
            <a:custGeom>
              <a:avLst/>
              <a:gdLst/>
              <a:ahLst/>
              <a:cxnLst/>
              <a:rect l="l" t="t" r="r" b="b"/>
              <a:pathLst>
                <a:path w="44168" h="39601" extrusionOk="0">
                  <a:moveTo>
                    <a:pt x="6296" y="0"/>
                  </a:moveTo>
                  <a:cubicBezTo>
                    <a:pt x="4795" y="0"/>
                    <a:pt x="2610" y="652"/>
                    <a:pt x="0" y="1957"/>
                  </a:cubicBezTo>
                  <a:cubicBezTo>
                    <a:pt x="8677" y="6361"/>
                    <a:pt x="22149" y="18332"/>
                    <a:pt x="31544" y="39535"/>
                  </a:cubicBezTo>
                  <a:cubicBezTo>
                    <a:pt x="35882" y="39568"/>
                    <a:pt x="40123" y="39568"/>
                    <a:pt x="44168" y="39601"/>
                  </a:cubicBezTo>
                  <a:cubicBezTo>
                    <a:pt x="31935" y="11906"/>
                    <a:pt x="12787" y="0"/>
                    <a:pt x="6296" y="0"/>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43"/>
            <p:cNvSpPr/>
            <p:nvPr/>
          </p:nvSpPr>
          <p:spPr>
            <a:xfrm>
              <a:off x="2523125" y="5069925"/>
              <a:ext cx="387400" cy="387400"/>
            </a:xfrm>
            <a:custGeom>
              <a:avLst/>
              <a:gdLst/>
              <a:ahLst/>
              <a:cxnLst/>
              <a:rect l="l" t="t" r="r" b="b"/>
              <a:pathLst>
                <a:path w="15496" h="15496" extrusionOk="0">
                  <a:moveTo>
                    <a:pt x="7764" y="1"/>
                  </a:moveTo>
                  <a:cubicBezTo>
                    <a:pt x="3459" y="1"/>
                    <a:pt x="1" y="3458"/>
                    <a:pt x="1" y="7764"/>
                  </a:cubicBezTo>
                  <a:cubicBezTo>
                    <a:pt x="1" y="12037"/>
                    <a:pt x="3459" y="15495"/>
                    <a:pt x="7764" y="15495"/>
                  </a:cubicBezTo>
                  <a:cubicBezTo>
                    <a:pt x="12038" y="15495"/>
                    <a:pt x="15495" y="12037"/>
                    <a:pt x="15495" y="7764"/>
                  </a:cubicBezTo>
                  <a:cubicBezTo>
                    <a:pt x="15495" y="3458"/>
                    <a:pt x="12038"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43"/>
            <p:cNvSpPr/>
            <p:nvPr/>
          </p:nvSpPr>
          <p:spPr>
            <a:xfrm>
              <a:off x="4668700" y="5069925"/>
              <a:ext cx="387400" cy="387400"/>
            </a:xfrm>
            <a:custGeom>
              <a:avLst/>
              <a:gdLst/>
              <a:ahLst/>
              <a:cxnLst/>
              <a:rect l="l" t="t" r="r" b="b"/>
              <a:pathLst>
                <a:path w="15496" h="15496" extrusionOk="0">
                  <a:moveTo>
                    <a:pt x="7732" y="1"/>
                  </a:moveTo>
                  <a:cubicBezTo>
                    <a:pt x="3458" y="1"/>
                    <a:pt x="1" y="3458"/>
                    <a:pt x="1" y="7764"/>
                  </a:cubicBezTo>
                  <a:cubicBezTo>
                    <a:pt x="1" y="12037"/>
                    <a:pt x="3458" y="15495"/>
                    <a:pt x="7732" y="15495"/>
                  </a:cubicBezTo>
                  <a:cubicBezTo>
                    <a:pt x="12005" y="15495"/>
                    <a:pt x="15495" y="12037"/>
                    <a:pt x="15495" y="7764"/>
                  </a:cubicBezTo>
                  <a:cubicBezTo>
                    <a:pt x="15495" y="3458"/>
                    <a:pt x="12005" y="1"/>
                    <a:pt x="77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3"/>
            <p:cNvSpPr/>
            <p:nvPr/>
          </p:nvSpPr>
          <p:spPr>
            <a:xfrm>
              <a:off x="3631400" y="3445450"/>
              <a:ext cx="315625" cy="1386375"/>
            </a:xfrm>
            <a:custGeom>
              <a:avLst/>
              <a:gdLst/>
              <a:ahLst/>
              <a:cxnLst/>
              <a:rect l="l" t="t" r="r" b="b"/>
              <a:pathLst>
                <a:path w="12625" h="55455" extrusionOk="0">
                  <a:moveTo>
                    <a:pt x="6296" y="1"/>
                  </a:moveTo>
                  <a:cubicBezTo>
                    <a:pt x="2838" y="1"/>
                    <a:pt x="0" y="12136"/>
                    <a:pt x="0" y="18366"/>
                  </a:cubicBezTo>
                  <a:lnTo>
                    <a:pt x="0" y="49159"/>
                  </a:lnTo>
                  <a:cubicBezTo>
                    <a:pt x="0" y="52649"/>
                    <a:pt x="2838" y="55455"/>
                    <a:pt x="6296" y="55455"/>
                  </a:cubicBezTo>
                  <a:cubicBezTo>
                    <a:pt x="9786" y="55455"/>
                    <a:pt x="12624" y="52649"/>
                    <a:pt x="12624" y="49159"/>
                  </a:cubicBezTo>
                  <a:lnTo>
                    <a:pt x="12624" y="18366"/>
                  </a:lnTo>
                  <a:cubicBezTo>
                    <a:pt x="12624" y="11353"/>
                    <a:pt x="9754" y="1"/>
                    <a:pt x="62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43"/>
          <p:cNvGrpSpPr/>
          <p:nvPr/>
        </p:nvGrpSpPr>
        <p:grpSpPr>
          <a:xfrm>
            <a:off x="6171528" y="1927945"/>
            <a:ext cx="433716" cy="281237"/>
            <a:chOff x="1190625" y="1155550"/>
            <a:chExt cx="5219200" cy="3384325"/>
          </a:xfrm>
        </p:grpSpPr>
        <p:sp>
          <p:nvSpPr>
            <p:cNvPr id="1497" name="Google Shape;1497;p43"/>
            <p:cNvSpPr/>
            <p:nvPr/>
          </p:nvSpPr>
          <p:spPr>
            <a:xfrm>
              <a:off x="1310500" y="1155550"/>
              <a:ext cx="1529075" cy="1529075"/>
            </a:xfrm>
            <a:custGeom>
              <a:avLst/>
              <a:gdLst/>
              <a:ahLst/>
              <a:cxnLst/>
              <a:rect l="l" t="t" r="r" b="b"/>
              <a:pathLst>
                <a:path w="61163" h="61163" extrusionOk="0">
                  <a:moveTo>
                    <a:pt x="30598" y="0"/>
                  </a:moveTo>
                  <a:cubicBezTo>
                    <a:pt x="13700" y="0"/>
                    <a:pt x="0" y="13701"/>
                    <a:pt x="0" y="30598"/>
                  </a:cubicBezTo>
                  <a:cubicBezTo>
                    <a:pt x="0" y="47462"/>
                    <a:pt x="13700" y="61163"/>
                    <a:pt x="30598" y="61163"/>
                  </a:cubicBezTo>
                  <a:cubicBezTo>
                    <a:pt x="47495" y="61163"/>
                    <a:pt x="61162" y="47462"/>
                    <a:pt x="61162" y="30598"/>
                  </a:cubicBezTo>
                  <a:cubicBezTo>
                    <a:pt x="61162" y="13701"/>
                    <a:pt x="47495" y="0"/>
                    <a:pt x="305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43"/>
            <p:cNvSpPr/>
            <p:nvPr/>
          </p:nvSpPr>
          <p:spPr>
            <a:xfrm>
              <a:off x="1918025" y="1155550"/>
              <a:ext cx="921550" cy="1529075"/>
            </a:xfrm>
            <a:custGeom>
              <a:avLst/>
              <a:gdLst/>
              <a:ahLst/>
              <a:cxnLst/>
              <a:rect l="l" t="t" r="r" b="b"/>
              <a:pathLst>
                <a:path w="36862" h="61163" extrusionOk="0">
                  <a:moveTo>
                    <a:pt x="6297" y="0"/>
                  </a:moveTo>
                  <a:cubicBezTo>
                    <a:pt x="4144" y="0"/>
                    <a:pt x="2023" y="229"/>
                    <a:pt x="1" y="653"/>
                  </a:cubicBezTo>
                  <a:cubicBezTo>
                    <a:pt x="13897" y="3556"/>
                    <a:pt x="24303" y="15854"/>
                    <a:pt x="24303" y="30598"/>
                  </a:cubicBezTo>
                  <a:cubicBezTo>
                    <a:pt x="24303" y="45309"/>
                    <a:pt x="13897" y="57607"/>
                    <a:pt x="1" y="60510"/>
                  </a:cubicBezTo>
                  <a:cubicBezTo>
                    <a:pt x="2023" y="60934"/>
                    <a:pt x="4144" y="61163"/>
                    <a:pt x="6297" y="61163"/>
                  </a:cubicBezTo>
                  <a:cubicBezTo>
                    <a:pt x="23194" y="61163"/>
                    <a:pt x="36861" y="47462"/>
                    <a:pt x="36861" y="30598"/>
                  </a:cubicBezTo>
                  <a:cubicBezTo>
                    <a:pt x="36861" y="13701"/>
                    <a:pt x="23194" y="0"/>
                    <a:pt x="6297" y="0"/>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43"/>
            <p:cNvSpPr/>
            <p:nvPr/>
          </p:nvSpPr>
          <p:spPr>
            <a:xfrm>
              <a:off x="5066675" y="1364325"/>
              <a:ext cx="937850" cy="937825"/>
            </a:xfrm>
            <a:custGeom>
              <a:avLst/>
              <a:gdLst/>
              <a:ahLst/>
              <a:cxnLst/>
              <a:rect l="l" t="t" r="r" b="b"/>
              <a:pathLst>
                <a:path w="37514" h="37513" extrusionOk="0">
                  <a:moveTo>
                    <a:pt x="18757" y="0"/>
                  </a:moveTo>
                  <a:cubicBezTo>
                    <a:pt x="8416" y="0"/>
                    <a:pt x="0" y="8416"/>
                    <a:pt x="0" y="18756"/>
                  </a:cubicBezTo>
                  <a:cubicBezTo>
                    <a:pt x="0" y="29130"/>
                    <a:pt x="8416" y="37513"/>
                    <a:pt x="18757" y="37513"/>
                  </a:cubicBezTo>
                  <a:cubicBezTo>
                    <a:pt x="29130" y="37513"/>
                    <a:pt x="37513" y="29130"/>
                    <a:pt x="37513" y="18756"/>
                  </a:cubicBezTo>
                  <a:cubicBezTo>
                    <a:pt x="37513" y="8416"/>
                    <a:pt x="29130" y="0"/>
                    <a:pt x="18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3"/>
            <p:cNvSpPr/>
            <p:nvPr/>
          </p:nvSpPr>
          <p:spPr>
            <a:xfrm>
              <a:off x="5379825" y="1364325"/>
              <a:ext cx="624700" cy="937825"/>
            </a:xfrm>
            <a:custGeom>
              <a:avLst/>
              <a:gdLst/>
              <a:ahLst/>
              <a:cxnLst/>
              <a:rect l="l" t="t" r="r" b="b"/>
              <a:pathLst>
                <a:path w="24988" h="37513" extrusionOk="0">
                  <a:moveTo>
                    <a:pt x="6231" y="0"/>
                  </a:moveTo>
                  <a:cubicBezTo>
                    <a:pt x="4045" y="0"/>
                    <a:pt x="1957" y="391"/>
                    <a:pt x="0" y="1076"/>
                  </a:cubicBezTo>
                  <a:cubicBezTo>
                    <a:pt x="7274" y="3653"/>
                    <a:pt x="12494" y="10601"/>
                    <a:pt x="12494" y="18756"/>
                  </a:cubicBezTo>
                  <a:cubicBezTo>
                    <a:pt x="12494" y="26944"/>
                    <a:pt x="7274" y="33859"/>
                    <a:pt x="0" y="36436"/>
                  </a:cubicBezTo>
                  <a:cubicBezTo>
                    <a:pt x="1957" y="37154"/>
                    <a:pt x="4045" y="37513"/>
                    <a:pt x="6231" y="37513"/>
                  </a:cubicBezTo>
                  <a:cubicBezTo>
                    <a:pt x="16604" y="37513"/>
                    <a:pt x="24987" y="29130"/>
                    <a:pt x="24987" y="18756"/>
                  </a:cubicBezTo>
                  <a:cubicBezTo>
                    <a:pt x="24987" y="8416"/>
                    <a:pt x="16604" y="0"/>
                    <a:pt x="6231" y="0"/>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43"/>
            <p:cNvSpPr/>
            <p:nvPr/>
          </p:nvSpPr>
          <p:spPr>
            <a:xfrm>
              <a:off x="1285200" y="2221200"/>
              <a:ext cx="5030025" cy="833700"/>
            </a:xfrm>
            <a:custGeom>
              <a:avLst/>
              <a:gdLst/>
              <a:ahLst/>
              <a:cxnLst/>
              <a:rect l="l" t="t" r="r" b="b"/>
              <a:pathLst>
                <a:path w="201201" h="33348" extrusionOk="0">
                  <a:moveTo>
                    <a:pt x="194571" y="1"/>
                  </a:moveTo>
                  <a:cubicBezTo>
                    <a:pt x="194336" y="1"/>
                    <a:pt x="194099" y="14"/>
                    <a:pt x="193861" y="41"/>
                  </a:cubicBezTo>
                  <a:lnTo>
                    <a:pt x="5970" y="20755"/>
                  </a:lnTo>
                  <a:cubicBezTo>
                    <a:pt x="2513" y="21146"/>
                    <a:pt x="1" y="24278"/>
                    <a:pt x="392" y="27735"/>
                  </a:cubicBezTo>
                  <a:cubicBezTo>
                    <a:pt x="759" y="30970"/>
                    <a:pt x="3494" y="33348"/>
                    <a:pt x="6676" y="33348"/>
                  </a:cubicBezTo>
                  <a:cubicBezTo>
                    <a:pt x="6895" y="33348"/>
                    <a:pt x="7117" y="33337"/>
                    <a:pt x="7340" y="33313"/>
                  </a:cubicBezTo>
                  <a:lnTo>
                    <a:pt x="195231" y="12567"/>
                  </a:lnTo>
                  <a:cubicBezTo>
                    <a:pt x="198688" y="12208"/>
                    <a:pt x="201200" y="9077"/>
                    <a:pt x="200809" y="5619"/>
                  </a:cubicBezTo>
                  <a:cubicBezTo>
                    <a:pt x="200444" y="2400"/>
                    <a:pt x="197733" y="1"/>
                    <a:pt x="1945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43"/>
            <p:cNvSpPr/>
            <p:nvPr/>
          </p:nvSpPr>
          <p:spPr>
            <a:xfrm>
              <a:off x="2886850" y="2859925"/>
              <a:ext cx="1826725" cy="1408400"/>
            </a:xfrm>
            <a:custGeom>
              <a:avLst/>
              <a:gdLst/>
              <a:ahLst/>
              <a:cxnLst/>
              <a:rect l="l" t="t" r="r" b="b"/>
              <a:pathLst>
                <a:path w="73069" h="56336" extrusionOk="0">
                  <a:moveTo>
                    <a:pt x="27564" y="1"/>
                  </a:moveTo>
                  <a:lnTo>
                    <a:pt x="0" y="56335"/>
                  </a:lnTo>
                  <a:lnTo>
                    <a:pt x="73069" y="56335"/>
                  </a:lnTo>
                  <a:lnTo>
                    <a:pt x="4550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43"/>
            <p:cNvSpPr/>
            <p:nvPr/>
          </p:nvSpPr>
          <p:spPr>
            <a:xfrm>
              <a:off x="3709675" y="2859925"/>
              <a:ext cx="1003900" cy="1408400"/>
            </a:xfrm>
            <a:custGeom>
              <a:avLst/>
              <a:gdLst/>
              <a:ahLst/>
              <a:cxnLst/>
              <a:rect l="l" t="t" r="r" b="b"/>
              <a:pathLst>
                <a:path w="40156" h="56336" extrusionOk="0">
                  <a:moveTo>
                    <a:pt x="1" y="1"/>
                  </a:moveTo>
                  <a:lnTo>
                    <a:pt x="27565" y="56335"/>
                  </a:lnTo>
                  <a:lnTo>
                    <a:pt x="40156" y="56335"/>
                  </a:lnTo>
                  <a:lnTo>
                    <a:pt x="12592" y="1"/>
                  </a:ln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43"/>
            <p:cNvSpPr/>
            <p:nvPr/>
          </p:nvSpPr>
          <p:spPr>
            <a:xfrm>
              <a:off x="1190625" y="4224250"/>
              <a:ext cx="5219200" cy="315625"/>
            </a:xfrm>
            <a:custGeom>
              <a:avLst/>
              <a:gdLst/>
              <a:ahLst/>
              <a:cxnLst/>
              <a:rect l="l" t="t" r="r" b="b"/>
              <a:pathLst>
                <a:path w="208768" h="12625" extrusionOk="0">
                  <a:moveTo>
                    <a:pt x="6296" y="1"/>
                  </a:moveTo>
                  <a:cubicBezTo>
                    <a:pt x="2805" y="1"/>
                    <a:pt x="0" y="2839"/>
                    <a:pt x="0" y="6329"/>
                  </a:cubicBezTo>
                  <a:cubicBezTo>
                    <a:pt x="0" y="9819"/>
                    <a:pt x="2805" y="12625"/>
                    <a:pt x="6296" y="12625"/>
                  </a:cubicBezTo>
                  <a:lnTo>
                    <a:pt x="202471" y="12625"/>
                  </a:lnTo>
                  <a:cubicBezTo>
                    <a:pt x="205962" y="12625"/>
                    <a:pt x="208767" y="9819"/>
                    <a:pt x="208767" y="6329"/>
                  </a:cubicBezTo>
                  <a:cubicBezTo>
                    <a:pt x="208767" y="2839"/>
                    <a:pt x="205962" y="1"/>
                    <a:pt x="2024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43"/>
            <p:cNvSpPr/>
            <p:nvPr/>
          </p:nvSpPr>
          <p:spPr>
            <a:xfrm>
              <a:off x="5937625" y="4224250"/>
              <a:ext cx="472200" cy="315625"/>
            </a:xfrm>
            <a:custGeom>
              <a:avLst/>
              <a:gdLst/>
              <a:ahLst/>
              <a:cxnLst/>
              <a:rect l="l" t="t" r="r" b="b"/>
              <a:pathLst>
                <a:path w="18888" h="12625" extrusionOk="0">
                  <a:moveTo>
                    <a:pt x="0" y="1"/>
                  </a:moveTo>
                  <a:cubicBezTo>
                    <a:pt x="3458" y="1"/>
                    <a:pt x="6296" y="2839"/>
                    <a:pt x="6296" y="6329"/>
                  </a:cubicBezTo>
                  <a:cubicBezTo>
                    <a:pt x="6296" y="9787"/>
                    <a:pt x="3458" y="12625"/>
                    <a:pt x="0" y="12625"/>
                  </a:cubicBezTo>
                  <a:lnTo>
                    <a:pt x="12591" y="12625"/>
                  </a:lnTo>
                  <a:cubicBezTo>
                    <a:pt x="16082" y="12625"/>
                    <a:pt x="18887" y="9787"/>
                    <a:pt x="18887" y="6329"/>
                  </a:cubicBezTo>
                  <a:cubicBezTo>
                    <a:pt x="18887" y="2839"/>
                    <a:pt x="16082" y="1"/>
                    <a:pt x="12591" y="1"/>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43"/>
            <p:cNvSpPr/>
            <p:nvPr/>
          </p:nvSpPr>
          <p:spPr>
            <a:xfrm>
              <a:off x="3453625" y="2302950"/>
              <a:ext cx="693175" cy="694000"/>
            </a:xfrm>
            <a:custGeom>
              <a:avLst/>
              <a:gdLst/>
              <a:ahLst/>
              <a:cxnLst/>
              <a:rect l="l" t="t" r="r" b="b"/>
              <a:pathLst>
                <a:path w="27727" h="27760" extrusionOk="0">
                  <a:moveTo>
                    <a:pt x="13864" y="0"/>
                  </a:moveTo>
                  <a:cubicBezTo>
                    <a:pt x="6198" y="0"/>
                    <a:pt x="0" y="6231"/>
                    <a:pt x="0" y="13864"/>
                  </a:cubicBezTo>
                  <a:cubicBezTo>
                    <a:pt x="0" y="21530"/>
                    <a:pt x="6198" y="27760"/>
                    <a:pt x="13864" y="27760"/>
                  </a:cubicBezTo>
                  <a:cubicBezTo>
                    <a:pt x="21529" y="27760"/>
                    <a:pt x="27727" y="21530"/>
                    <a:pt x="27727" y="13864"/>
                  </a:cubicBezTo>
                  <a:cubicBezTo>
                    <a:pt x="27727" y="6231"/>
                    <a:pt x="21529" y="0"/>
                    <a:pt x="138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43"/>
            <p:cNvSpPr/>
            <p:nvPr/>
          </p:nvSpPr>
          <p:spPr>
            <a:xfrm>
              <a:off x="3642800" y="2302950"/>
              <a:ext cx="504000" cy="694000"/>
            </a:xfrm>
            <a:custGeom>
              <a:avLst/>
              <a:gdLst/>
              <a:ahLst/>
              <a:cxnLst/>
              <a:rect l="l" t="t" r="r" b="b"/>
              <a:pathLst>
                <a:path w="20160" h="27760" extrusionOk="0">
                  <a:moveTo>
                    <a:pt x="6297" y="0"/>
                  </a:moveTo>
                  <a:cubicBezTo>
                    <a:pt x="4013" y="0"/>
                    <a:pt x="1893" y="555"/>
                    <a:pt x="1" y="1534"/>
                  </a:cubicBezTo>
                  <a:cubicBezTo>
                    <a:pt x="4470" y="3817"/>
                    <a:pt x="7569" y="8482"/>
                    <a:pt x="7569" y="13864"/>
                  </a:cubicBezTo>
                  <a:cubicBezTo>
                    <a:pt x="7569" y="19279"/>
                    <a:pt x="4470" y="23943"/>
                    <a:pt x="1" y="26227"/>
                  </a:cubicBezTo>
                  <a:cubicBezTo>
                    <a:pt x="1893" y="27205"/>
                    <a:pt x="4013" y="27760"/>
                    <a:pt x="6297" y="27760"/>
                  </a:cubicBezTo>
                  <a:cubicBezTo>
                    <a:pt x="13962" y="27760"/>
                    <a:pt x="20160" y="21530"/>
                    <a:pt x="20160" y="13864"/>
                  </a:cubicBezTo>
                  <a:cubicBezTo>
                    <a:pt x="20160" y="6231"/>
                    <a:pt x="13962" y="0"/>
                    <a:pt x="6297" y="0"/>
                  </a:cubicBezTo>
                  <a:close/>
                </a:path>
              </a:pathLst>
            </a:custGeom>
            <a:solidFill>
              <a:srgbClr val="002F57">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11"/>
        <p:cNvGrpSpPr/>
        <p:nvPr/>
      </p:nvGrpSpPr>
      <p:grpSpPr>
        <a:xfrm>
          <a:off x="0" y="0"/>
          <a:ext cx="0" cy="0"/>
          <a:chOff x="0" y="0"/>
          <a:chExt cx="0" cy="0"/>
        </a:xfrm>
      </p:grpSpPr>
      <p:sp>
        <p:nvSpPr>
          <p:cNvPr id="1512" name="Google Shape;1512;p44"/>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About science investigation</a:t>
            </a:r>
            <a:endParaRPr/>
          </a:p>
        </p:txBody>
      </p:sp>
      <p:sp>
        <p:nvSpPr>
          <p:cNvPr id="1513" name="Google Shape;1513;p44"/>
          <p:cNvSpPr txBox="1">
            <a:spLocks noGrp="1"/>
          </p:cNvSpPr>
          <p:nvPr>
            <p:ph type="subTitle" idx="1"/>
          </p:nvPr>
        </p:nvSpPr>
        <p:spPr>
          <a:xfrm>
            <a:off x="1110514" y="2611000"/>
            <a:ext cx="2055300" cy="433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Hypothesis</a:t>
            </a:r>
            <a:endParaRPr/>
          </a:p>
        </p:txBody>
      </p:sp>
      <p:sp>
        <p:nvSpPr>
          <p:cNvPr id="1514" name="Google Shape;1514;p44"/>
          <p:cNvSpPr txBox="1">
            <a:spLocks noGrp="1"/>
          </p:cNvSpPr>
          <p:nvPr>
            <p:ph type="subTitle" idx="2"/>
          </p:nvPr>
        </p:nvSpPr>
        <p:spPr>
          <a:xfrm>
            <a:off x="1110514" y="2968250"/>
            <a:ext cx="2055300" cy="112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1515" name="Google Shape;1515;p44"/>
          <p:cNvSpPr txBox="1">
            <a:spLocks noGrp="1"/>
          </p:cNvSpPr>
          <p:nvPr>
            <p:ph type="subTitle" idx="3"/>
          </p:nvPr>
        </p:nvSpPr>
        <p:spPr>
          <a:xfrm>
            <a:off x="3544350" y="2611000"/>
            <a:ext cx="2055300" cy="433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Observation</a:t>
            </a:r>
            <a:endParaRPr/>
          </a:p>
        </p:txBody>
      </p:sp>
      <p:sp>
        <p:nvSpPr>
          <p:cNvPr id="1516" name="Google Shape;1516;p44"/>
          <p:cNvSpPr txBox="1">
            <a:spLocks noGrp="1"/>
          </p:cNvSpPr>
          <p:nvPr>
            <p:ph type="subTitle" idx="4"/>
          </p:nvPr>
        </p:nvSpPr>
        <p:spPr>
          <a:xfrm>
            <a:off x="3544350" y="2968250"/>
            <a:ext cx="2055300" cy="112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1517" name="Google Shape;1517;p44"/>
          <p:cNvSpPr txBox="1">
            <a:spLocks noGrp="1"/>
          </p:cNvSpPr>
          <p:nvPr>
            <p:ph type="subTitle" idx="5"/>
          </p:nvPr>
        </p:nvSpPr>
        <p:spPr>
          <a:xfrm>
            <a:off x="5978186" y="2611000"/>
            <a:ext cx="2055300" cy="433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Replication</a:t>
            </a:r>
            <a:endParaRPr/>
          </a:p>
        </p:txBody>
      </p:sp>
      <p:sp>
        <p:nvSpPr>
          <p:cNvPr id="1518" name="Google Shape;1518;p44"/>
          <p:cNvSpPr txBox="1">
            <a:spLocks noGrp="1"/>
          </p:cNvSpPr>
          <p:nvPr>
            <p:ph type="subTitle" idx="6"/>
          </p:nvPr>
        </p:nvSpPr>
        <p:spPr>
          <a:xfrm>
            <a:off x="5978186" y="2968250"/>
            <a:ext cx="2055300" cy="112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of them all</a:t>
            </a:r>
            <a:endParaRPr/>
          </a:p>
        </p:txBody>
      </p:sp>
      <p:sp>
        <p:nvSpPr>
          <p:cNvPr id="1519" name="Google Shape;1519;p44"/>
          <p:cNvSpPr/>
          <p:nvPr/>
        </p:nvSpPr>
        <p:spPr>
          <a:xfrm rot="10800000" flipH="1">
            <a:off x="4059977" y="1686217"/>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0" name="Google Shape;1520;p44"/>
          <p:cNvSpPr/>
          <p:nvPr/>
        </p:nvSpPr>
        <p:spPr>
          <a:xfrm>
            <a:off x="1626140" y="1686205"/>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1" name="Google Shape;1521;p44"/>
          <p:cNvSpPr/>
          <p:nvPr/>
        </p:nvSpPr>
        <p:spPr>
          <a:xfrm>
            <a:off x="6493813" y="1686218"/>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522" name="Google Shape;1522;p44"/>
          <p:cNvGrpSpPr/>
          <p:nvPr/>
        </p:nvGrpSpPr>
        <p:grpSpPr>
          <a:xfrm>
            <a:off x="6870990" y="1859865"/>
            <a:ext cx="349817" cy="403185"/>
            <a:chOff x="1030966" y="1922064"/>
            <a:chExt cx="298300" cy="343810"/>
          </a:xfrm>
        </p:grpSpPr>
        <p:sp>
          <p:nvSpPr>
            <p:cNvPr id="1523" name="Google Shape;1523;p44"/>
            <p:cNvSpPr/>
            <p:nvPr/>
          </p:nvSpPr>
          <p:spPr>
            <a:xfrm>
              <a:off x="1219998" y="2015621"/>
              <a:ext cx="109268" cy="191374"/>
            </a:xfrm>
            <a:custGeom>
              <a:avLst/>
              <a:gdLst/>
              <a:ahLst/>
              <a:cxnLst/>
              <a:rect l="l" t="t" r="r" b="b"/>
              <a:pathLst>
                <a:path w="3359" h="5883" extrusionOk="0">
                  <a:moveTo>
                    <a:pt x="1596" y="0"/>
                  </a:moveTo>
                  <a:lnTo>
                    <a:pt x="286" y="1310"/>
                  </a:lnTo>
                  <a:cubicBezTo>
                    <a:pt x="1429" y="2262"/>
                    <a:pt x="1334" y="4049"/>
                    <a:pt x="24" y="4834"/>
                  </a:cubicBezTo>
                  <a:lnTo>
                    <a:pt x="0" y="4858"/>
                  </a:lnTo>
                  <a:cubicBezTo>
                    <a:pt x="477" y="5073"/>
                    <a:pt x="858" y="5430"/>
                    <a:pt x="1096" y="5882"/>
                  </a:cubicBezTo>
                  <a:lnTo>
                    <a:pt x="1715" y="5882"/>
                  </a:lnTo>
                  <a:cubicBezTo>
                    <a:pt x="3358" y="4263"/>
                    <a:pt x="3311" y="1596"/>
                    <a:pt x="159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44"/>
            <p:cNvSpPr/>
            <p:nvPr/>
          </p:nvSpPr>
          <p:spPr>
            <a:xfrm>
              <a:off x="1055006" y="2139560"/>
              <a:ext cx="92971" cy="68215"/>
            </a:xfrm>
            <a:custGeom>
              <a:avLst/>
              <a:gdLst/>
              <a:ahLst/>
              <a:cxnLst/>
              <a:rect l="l" t="t" r="r" b="b"/>
              <a:pathLst>
                <a:path w="2858" h="2097" extrusionOk="0">
                  <a:moveTo>
                    <a:pt x="0" y="0"/>
                  </a:moveTo>
                  <a:cubicBezTo>
                    <a:pt x="191" y="810"/>
                    <a:pt x="572" y="1525"/>
                    <a:pt x="1143" y="2096"/>
                  </a:cubicBezTo>
                  <a:lnTo>
                    <a:pt x="1762" y="2096"/>
                  </a:lnTo>
                  <a:cubicBezTo>
                    <a:pt x="2000" y="1644"/>
                    <a:pt x="2381" y="1286"/>
                    <a:pt x="2858" y="1072"/>
                  </a:cubicBezTo>
                  <a:cubicBezTo>
                    <a:pt x="2453" y="810"/>
                    <a:pt x="2143" y="453"/>
                    <a:pt x="19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4"/>
            <p:cNvSpPr/>
            <p:nvPr/>
          </p:nvSpPr>
          <p:spPr>
            <a:xfrm>
              <a:off x="1109233" y="2163860"/>
              <a:ext cx="149540" cy="43915"/>
            </a:xfrm>
            <a:custGeom>
              <a:avLst/>
              <a:gdLst/>
              <a:ahLst/>
              <a:cxnLst/>
              <a:rect l="l" t="t" r="r" b="b"/>
              <a:pathLst>
                <a:path w="4597" h="1350" extrusionOk="0">
                  <a:moveTo>
                    <a:pt x="2280" y="1"/>
                  </a:moveTo>
                  <a:cubicBezTo>
                    <a:pt x="1345" y="1"/>
                    <a:pt x="415" y="447"/>
                    <a:pt x="0" y="1349"/>
                  </a:cubicBezTo>
                  <a:lnTo>
                    <a:pt x="4596" y="1349"/>
                  </a:lnTo>
                  <a:cubicBezTo>
                    <a:pt x="4166" y="453"/>
                    <a:pt x="3221" y="1"/>
                    <a:pt x="228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4"/>
            <p:cNvSpPr/>
            <p:nvPr/>
          </p:nvSpPr>
          <p:spPr>
            <a:xfrm>
              <a:off x="1183597" y="2164348"/>
              <a:ext cx="75177" cy="43428"/>
            </a:xfrm>
            <a:custGeom>
              <a:avLst/>
              <a:gdLst/>
              <a:ahLst/>
              <a:cxnLst/>
              <a:rect l="l" t="t" r="r" b="b"/>
              <a:pathLst>
                <a:path w="2311" h="1335" extrusionOk="0">
                  <a:moveTo>
                    <a:pt x="0" y="0"/>
                  </a:moveTo>
                  <a:lnTo>
                    <a:pt x="0" y="1334"/>
                  </a:lnTo>
                  <a:lnTo>
                    <a:pt x="2310" y="1334"/>
                  </a:lnTo>
                  <a:cubicBezTo>
                    <a:pt x="1953" y="548"/>
                    <a:pt x="1072" y="0"/>
                    <a:pt x="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44"/>
            <p:cNvSpPr/>
            <p:nvPr/>
          </p:nvSpPr>
          <p:spPr>
            <a:xfrm>
              <a:off x="1030966" y="2123295"/>
              <a:ext cx="108488" cy="20169"/>
            </a:xfrm>
            <a:custGeom>
              <a:avLst/>
              <a:gdLst/>
              <a:ahLst/>
              <a:cxnLst/>
              <a:rect l="l" t="t" r="r" b="b"/>
              <a:pathLst>
                <a:path w="3335" h="620" extrusionOk="0">
                  <a:moveTo>
                    <a:pt x="334" y="0"/>
                  </a:moveTo>
                  <a:cubicBezTo>
                    <a:pt x="144" y="0"/>
                    <a:pt x="1" y="143"/>
                    <a:pt x="25" y="357"/>
                  </a:cubicBezTo>
                  <a:cubicBezTo>
                    <a:pt x="48" y="500"/>
                    <a:pt x="191" y="619"/>
                    <a:pt x="358" y="619"/>
                  </a:cubicBezTo>
                  <a:lnTo>
                    <a:pt x="3001" y="619"/>
                  </a:lnTo>
                  <a:cubicBezTo>
                    <a:pt x="3192" y="619"/>
                    <a:pt x="3335" y="453"/>
                    <a:pt x="3311" y="262"/>
                  </a:cubicBezTo>
                  <a:cubicBezTo>
                    <a:pt x="3263" y="119"/>
                    <a:pt x="3120" y="0"/>
                    <a:pt x="29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44"/>
            <p:cNvSpPr/>
            <p:nvPr/>
          </p:nvSpPr>
          <p:spPr>
            <a:xfrm>
              <a:off x="1229301" y="1922064"/>
              <a:ext cx="70525" cy="68801"/>
            </a:xfrm>
            <a:custGeom>
              <a:avLst/>
              <a:gdLst/>
              <a:ahLst/>
              <a:cxnLst/>
              <a:rect l="l" t="t" r="r" b="b"/>
              <a:pathLst>
                <a:path w="2168" h="2115" extrusionOk="0">
                  <a:moveTo>
                    <a:pt x="965" y="1"/>
                  </a:moveTo>
                  <a:cubicBezTo>
                    <a:pt x="881" y="1"/>
                    <a:pt x="798" y="30"/>
                    <a:pt x="739" y="90"/>
                  </a:cubicBezTo>
                  <a:lnTo>
                    <a:pt x="0" y="804"/>
                  </a:lnTo>
                  <a:lnTo>
                    <a:pt x="1310" y="2114"/>
                  </a:lnTo>
                  <a:lnTo>
                    <a:pt x="2048" y="1376"/>
                  </a:lnTo>
                  <a:cubicBezTo>
                    <a:pt x="2167" y="1281"/>
                    <a:pt x="2167" y="1066"/>
                    <a:pt x="2048" y="947"/>
                  </a:cubicBezTo>
                  <a:lnTo>
                    <a:pt x="1191" y="90"/>
                  </a:lnTo>
                  <a:cubicBezTo>
                    <a:pt x="1131" y="30"/>
                    <a:pt x="1048" y="1"/>
                    <a:pt x="9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44"/>
            <p:cNvSpPr/>
            <p:nvPr/>
          </p:nvSpPr>
          <p:spPr>
            <a:xfrm>
              <a:off x="1250999" y="1938134"/>
              <a:ext cx="48828" cy="53479"/>
            </a:xfrm>
            <a:custGeom>
              <a:avLst/>
              <a:gdLst/>
              <a:ahLst/>
              <a:cxnLst/>
              <a:rect l="l" t="t" r="r" b="b"/>
              <a:pathLst>
                <a:path w="1501" h="1644" extrusionOk="0">
                  <a:moveTo>
                    <a:pt x="953" y="1"/>
                  </a:moveTo>
                  <a:lnTo>
                    <a:pt x="0" y="953"/>
                  </a:lnTo>
                  <a:lnTo>
                    <a:pt x="667" y="1644"/>
                  </a:lnTo>
                  <a:lnTo>
                    <a:pt x="1429" y="906"/>
                  </a:lnTo>
                  <a:cubicBezTo>
                    <a:pt x="1500" y="787"/>
                    <a:pt x="1500" y="572"/>
                    <a:pt x="1381" y="453"/>
                  </a:cubicBezTo>
                  <a:lnTo>
                    <a:pt x="95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44"/>
            <p:cNvSpPr/>
            <p:nvPr/>
          </p:nvSpPr>
          <p:spPr>
            <a:xfrm>
              <a:off x="1107672" y="2042718"/>
              <a:ext cx="70525" cy="70330"/>
            </a:xfrm>
            <a:custGeom>
              <a:avLst/>
              <a:gdLst/>
              <a:ahLst/>
              <a:cxnLst/>
              <a:rect l="l" t="t" r="r" b="b"/>
              <a:pathLst>
                <a:path w="2168" h="2162" extrusionOk="0">
                  <a:moveTo>
                    <a:pt x="858" y="1"/>
                  </a:moveTo>
                  <a:lnTo>
                    <a:pt x="119" y="763"/>
                  </a:lnTo>
                  <a:cubicBezTo>
                    <a:pt x="0" y="882"/>
                    <a:pt x="0" y="1072"/>
                    <a:pt x="119" y="1191"/>
                  </a:cubicBezTo>
                  <a:lnTo>
                    <a:pt x="977" y="2072"/>
                  </a:lnTo>
                  <a:cubicBezTo>
                    <a:pt x="1036" y="2132"/>
                    <a:pt x="1120" y="2162"/>
                    <a:pt x="1203" y="2162"/>
                  </a:cubicBezTo>
                  <a:cubicBezTo>
                    <a:pt x="1286" y="2162"/>
                    <a:pt x="1370" y="2132"/>
                    <a:pt x="1429" y="2072"/>
                  </a:cubicBezTo>
                  <a:lnTo>
                    <a:pt x="2168" y="1310"/>
                  </a:lnTo>
                  <a:lnTo>
                    <a:pt x="85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44"/>
            <p:cNvSpPr/>
            <p:nvPr/>
          </p:nvSpPr>
          <p:spPr>
            <a:xfrm>
              <a:off x="1124717" y="2064416"/>
              <a:ext cx="53479" cy="48632"/>
            </a:xfrm>
            <a:custGeom>
              <a:avLst/>
              <a:gdLst/>
              <a:ahLst/>
              <a:cxnLst/>
              <a:rect l="l" t="t" r="r" b="b"/>
              <a:pathLst>
                <a:path w="1644" h="1495" extrusionOk="0">
                  <a:moveTo>
                    <a:pt x="953" y="0"/>
                  </a:moveTo>
                  <a:lnTo>
                    <a:pt x="0" y="953"/>
                  </a:lnTo>
                  <a:lnTo>
                    <a:pt x="453" y="1405"/>
                  </a:lnTo>
                  <a:cubicBezTo>
                    <a:pt x="512" y="1465"/>
                    <a:pt x="596" y="1495"/>
                    <a:pt x="679" y="1495"/>
                  </a:cubicBezTo>
                  <a:cubicBezTo>
                    <a:pt x="762" y="1495"/>
                    <a:pt x="846" y="1465"/>
                    <a:pt x="905" y="1405"/>
                  </a:cubicBezTo>
                  <a:lnTo>
                    <a:pt x="1644" y="643"/>
                  </a:lnTo>
                  <a:lnTo>
                    <a:pt x="95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44"/>
            <p:cNvSpPr/>
            <p:nvPr/>
          </p:nvSpPr>
          <p:spPr>
            <a:xfrm>
              <a:off x="1053444" y="2204620"/>
              <a:ext cx="261086" cy="61254"/>
            </a:xfrm>
            <a:custGeom>
              <a:avLst/>
              <a:gdLst/>
              <a:ahLst/>
              <a:cxnLst/>
              <a:rect l="l" t="t" r="r" b="b"/>
              <a:pathLst>
                <a:path w="8026" h="1883" extrusionOk="0">
                  <a:moveTo>
                    <a:pt x="286" y="1"/>
                  </a:moveTo>
                  <a:cubicBezTo>
                    <a:pt x="143" y="1"/>
                    <a:pt x="0" y="120"/>
                    <a:pt x="0" y="310"/>
                  </a:cubicBezTo>
                  <a:lnTo>
                    <a:pt x="0" y="1573"/>
                  </a:lnTo>
                  <a:cubicBezTo>
                    <a:pt x="0" y="1739"/>
                    <a:pt x="119" y="1882"/>
                    <a:pt x="286" y="1882"/>
                  </a:cubicBezTo>
                  <a:lnTo>
                    <a:pt x="7740" y="1882"/>
                  </a:lnTo>
                  <a:cubicBezTo>
                    <a:pt x="7883" y="1882"/>
                    <a:pt x="8026" y="1739"/>
                    <a:pt x="8026" y="1573"/>
                  </a:cubicBezTo>
                  <a:lnTo>
                    <a:pt x="8026" y="310"/>
                  </a:lnTo>
                  <a:cubicBezTo>
                    <a:pt x="8026" y="144"/>
                    <a:pt x="7907" y="1"/>
                    <a:pt x="77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44"/>
            <p:cNvSpPr/>
            <p:nvPr/>
          </p:nvSpPr>
          <p:spPr>
            <a:xfrm>
              <a:off x="1183597" y="2203839"/>
              <a:ext cx="130933" cy="62035"/>
            </a:xfrm>
            <a:custGeom>
              <a:avLst/>
              <a:gdLst/>
              <a:ahLst/>
              <a:cxnLst/>
              <a:rect l="l" t="t" r="r" b="b"/>
              <a:pathLst>
                <a:path w="4025" h="1907" extrusionOk="0">
                  <a:moveTo>
                    <a:pt x="0" y="1"/>
                  </a:moveTo>
                  <a:lnTo>
                    <a:pt x="0" y="1906"/>
                  </a:lnTo>
                  <a:lnTo>
                    <a:pt x="3739" y="1906"/>
                  </a:lnTo>
                  <a:cubicBezTo>
                    <a:pt x="3906" y="1906"/>
                    <a:pt x="4025" y="1763"/>
                    <a:pt x="4025" y="1597"/>
                  </a:cubicBezTo>
                  <a:lnTo>
                    <a:pt x="4025" y="334"/>
                  </a:lnTo>
                  <a:cubicBezTo>
                    <a:pt x="4025" y="144"/>
                    <a:pt x="3882" y="1"/>
                    <a:pt x="3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44"/>
            <p:cNvSpPr/>
            <p:nvPr/>
          </p:nvSpPr>
          <p:spPr>
            <a:xfrm>
              <a:off x="1121627" y="1935239"/>
              <a:ext cx="165025" cy="163105"/>
            </a:xfrm>
            <a:custGeom>
              <a:avLst/>
              <a:gdLst/>
              <a:ahLst/>
              <a:cxnLst/>
              <a:rect l="l" t="t" r="r" b="b"/>
              <a:pathLst>
                <a:path w="5073" h="5014" extrusionOk="0">
                  <a:moveTo>
                    <a:pt x="2965" y="0"/>
                  </a:moveTo>
                  <a:cubicBezTo>
                    <a:pt x="2882" y="0"/>
                    <a:pt x="2798" y="30"/>
                    <a:pt x="2739" y="90"/>
                  </a:cubicBezTo>
                  <a:lnTo>
                    <a:pt x="119" y="2709"/>
                  </a:lnTo>
                  <a:cubicBezTo>
                    <a:pt x="0" y="2828"/>
                    <a:pt x="0" y="3043"/>
                    <a:pt x="119" y="3162"/>
                  </a:cubicBezTo>
                  <a:lnTo>
                    <a:pt x="1881" y="4924"/>
                  </a:lnTo>
                  <a:cubicBezTo>
                    <a:pt x="1941" y="4984"/>
                    <a:pt x="2012" y="5013"/>
                    <a:pt x="2090" y="5013"/>
                  </a:cubicBezTo>
                  <a:cubicBezTo>
                    <a:pt x="2167" y="5013"/>
                    <a:pt x="2251" y="4984"/>
                    <a:pt x="2334" y="4924"/>
                  </a:cubicBezTo>
                  <a:lnTo>
                    <a:pt x="4953" y="2304"/>
                  </a:lnTo>
                  <a:cubicBezTo>
                    <a:pt x="5073" y="2185"/>
                    <a:pt x="5073" y="1971"/>
                    <a:pt x="4953" y="1852"/>
                  </a:cubicBezTo>
                  <a:lnTo>
                    <a:pt x="3191" y="90"/>
                  </a:lnTo>
                  <a:cubicBezTo>
                    <a:pt x="3132" y="30"/>
                    <a:pt x="3048" y="0"/>
                    <a:pt x="296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44"/>
            <p:cNvSpPr/>
            <p:nvPr/>
          </p:nvSpPr>
          <p:spPr>
            <a:xfrm>
              <a:off x="1154157" y="1966793"/>
              <a:ext cx="132495" cy="131551"/>
            </a:xfrm>
            <a:custGeom>
              <a:avLst/>
              <a:gdLst/>
              <a:ahLst/>
              <a:cxnLst/>
              <a:rect l="l" t="t" r="r" b="b"/>
              <a:pathLst>
                <a:path w="4073" h="4044" extrusionOk="0">
                  <a:moveTo>
                    <a:pt x="3049" y="1"/>
                  </a:moveTo>
                  <a:lnTo>
                    <a:pt x="0" y="3049"/>
                  </a:lnTo>
                  <a:lnTo>
                    <a:pt x="881" y="3954"/>
                  </a:lnTo>
                  <a:cubicBezTo>
                    <a:pt x="941" y="4014"/>
                    <a:pt x="1024" y="4043"/>
                    <a:pt x="1108" y="4043"/>
                  </a:cubicBezTo>
                  <a:cubicBezTo>
                    <a:pt x="1191" y="4043"/>
                    <a:pt x="1274" y="4014"/>
                    <a:pt x="1334" y="3954"/>
                  </a:cubicBezTo>
                  <a:lnTo>
                    <a:pt x="3953" y="1334"/>
                  </a:lnTo>
                  <a:cubicBezTo>
                    <a:pt x="4073" y="1215"/>
                    <a:pt x="4073" y="1001"/>
                    <a:pt x="3953" y="882"/>
                  </a:cubicBezTo>
                  <a:lnTo>
                    <a:pt x="304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6" name="Google Shape;1536;p44"/>
          <p:cNvGrpSpPr/>
          <p:nvPr/>
        </p:nvGrpSpPr>
        <p:grpSpPr>
          <a:xfrm>
            <a:off x="4435145" y="1873948"/>
            <a:ext cx="427058" cy="403414"/>
            <a:chOff x="6263163" y="1921869"/>
            <a:chExt cx="364166" cy="344005"/>
          </a:xfrm>
        </p:grpSpPr>
        <p:sp>
          <p:nvSpPr>
            <p:cNvPr id="1537" name="Google Shape;1537;p44"/>
            <p:cNvSpPr/>
            <p:nvPr/>
          </p:nvSpPr>
          <p:spPr>
            <a:xfrm>
              <a:off x="6263969" y="1938134"/>
              <a:ext cx="282035" cy="327740"/>
            </a:xfrm>
            <a:custGeom>
              <a:avLst/>
              <a:gdLst/>
              <a:ahLst/>
              <a:cxnLst/>
              <a:rect l="l" t="t" r="r" b="b"/>
              <a:pathLst>
                <a:path w="8670" h="10075" extrusionOk="0">
                  <a:moveTo>
                    <a:pt x="2763" y="1"/>
                  </a:moveTo>
                  <a:lnTo>
                    <a:pt x="2763" y="4097"/>
                  </a:lnTo>
                  <a:lnTo>
                    <a:pt x="715" y="7383"/>
                  </a:lnTo>
                  <a:cubicBezTo>
                    <a:pt x="1" y="8550"/>
                    <a:pt x="834" y="10074"/>
                    <a:pt x="2192" y="10074"/>
                  </a:cubicBezTo>
                  <a:lnTo>
                    <a:pt x="6407" y="10074"/>
                  </a:lnTo>
                  <a:cubicBezTo>
                    <a:pt x="7788" y="10074"/>
                    <a:pt x="8669" y="8550"/>
                    <a:pt x="7907" y="7383"/>
                  </a:cubicBezTo>
                  <a:lnTo>
                    <a:pt x="5859" y="4097"/>
                  </a:lnTo>
                  <a:lnTo>
                    <a:pt x="585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44"/>
            <p:cNvSpPr/>
            <p:nvPr/>
          </p:nvSpPr>
          <p:spPr>
            <a:xfrm>
              <a:off x="6406516" y="1938134"/>
              <a:ext cx="137927" cy="327740"/>
            </a:xfrm>
            <a:custGeom>
              <a:avLst/>
              <a:gdLst/>
              <a:ahLst/>
              <a:cxnLst/>
              <a:rect l="l" t="t" r="r" b="b"/>
              <a:pathLst>
                <a:path w="4240" h="10075" extrusionOk="0">
                  <a:moveTo>
                    <a:pt x="0" y="1"/>
                  </a:moveTo>
                  <a:lnTo>
                    <a:pt x="0" y="10074"/>
                  </a:lnTo>
                  <a:lnTo>
                    <a:pt x="2072" y="10074"/>
                  </a:lnTo>
                  <a:cubicBezTo>
                    <a:pt x="3406" y="10074"/>
                    <a:pt x="4239" y="8550"/>
                    <a:pt x="3525" y="7383"/>
                  </a:cubicBezTo>
                  <a:lnTo>
                    <a:pt x="1501" y="4097"/>
                  </a:lnTo>
                  <a:lnTo>
                    <a:pt x="150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44"/>
            <p:cNvSpPr/>
            <p:nvPr/>
          </p:nvSpPr>
          <p:spPr>
            <a:xfrm>
              <a:off x="6341456" y="1921869"/>
              <a:ext cx="128624" cy="20169"/>
            </a:xfrm>
            <a:custGeom>
              <a:avLst/>
              <a:gdLst/>
              <a:ahLst/>
              <a:cxnLst/>
              <a:rect l="l" t="t" r="r" b="b"/>
              <a:pathLst>
                <a:path w="3954" h="620" extrusionOk="0">
                  <a:moveTo>
                    <a:pt x="333" y="1"/>
                  </a:moveTo>
                  <a:cubicBezTo>
                    <a:pt x="143" y="1"/>
                    <a:pt x="0" y="143"/>
                    <a:pt x="24" y="358"/>
                  </a:cubicBezTo>
                  <a:cubicBezTo>
                    <a:pt x="24" y="501"/>
                    <a:pt x="167" y="620"/>
                    <a:pt x="333" y="620"/>
                  </a:cubicBezTo>
                  <a:lnTo>
                    <a:pt x="3596" y="620"/>
                  </a:lnTo>
                  <a:cubicBezTo>
                    <a:pt x="3810" y="620"/>
                    <a:pt x="3953" y="453"/>
                    <a:pt x="3929" y="263"/>
                  </a:cubicBezTo>
                  <a:cubicBezTo>
                    <a:pt x="3906" y="120"/>
                    <a:pt x="3739" y="1"/>
                    <a:pt x="35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44"/>
            <p:cNvSpPr/>
            <p:nvPr/>
          </p:nvSpPr>
          <p:spPr>
            <a:xfrm>
              <a:off x="6404954" y="1921869"/>
              <a:ext cx="64344" cy="20169"/>
            </a:xfrm>
            <a:custGeom>
              <a:avLst/>
              <a:gdLst/>
              <a:ahLst/>
              <a:cxnLst/>
              <a:rect l="l" t="t" r="r" b="b"/>
              <a:pathLst>
                <a:path w="1978" h="620" extrusionOk="0">
                  <a:moveTo>
                    <a:pt x="1" y="1"/>
                  </a:moveTo>
                  <a:lnTo>
                    <a:pt x="1" y="620"/>
                  </a:lnTo>
                  <a:lnTo>
                    <a:pt x="1644" y="620"/>
                  </a:lnTo>
                  <a:cubicBezTo>
                    <a:pt x="1835" y="620"/>
                    <a:pt x="1977" y="477"/>
                    <a:pt x="1954" y="263"/>
                  </a:cubicBezTo>
                  <a:cubicBezTo>
                    <a:pt x="1954" y="120"/>
                    <a:pt x="1787" y="1"/>
                    <a:pt x="164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44"/>
            <p:cNvSpPr/>
            <p:nvPr/>
          </p:nvSpPr>
          <p:spPr>
            <a:xfrm>
              <a:off x="6263163" y="2134125"/>
              <a:ext cx="282032" cy="131747"/>
            </a:xfrm>
            <a:custGeom>
              <a:avLst/>
              <a:gdLst/>
              <a:ahLst/>
              <a:cxnLst/>
              <a:rect l="l" t="t" r="r" b="b"/>
              <a:pathLst>
                <a:path w="8575" h="4050" extrusionOk="0">
                  <a:moveTo>
                    <a:pt x="1549" y="1"/>
                  </a:moveTo>
                  <a:lnTo>
                    <a:pt x="715" y="1358"/>
                  </a:lnTo>
                  <a:cubicBezTo>
                    <a:pt x="1" y="2525"/>
                    <a:pt x="834" y="4049"/>
                    <a:pt x="2192" y="4049"/>
                  </a:cubicBezTo>
                  <a:lnTo>
                    <a:pt x="6383" y="4049"/>
                  </a:lnTo>
                  <a:cubicBezTo>
                    <a:pt x="7741" y="4049"/>
                    <a:pt x="8574" y="2525"/>
                    <a:pt x="7860" y="1358"/>
                  </a:cubicBezTo>
                  <a:lnTo>
                    <a:pt x="702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44"/>
            <p:cNvSpPr/>
            <p:nvPr/>
          </p:nvSpPr>
          <p:spPr>
            <a:xfrm>
              <a:off x="6402582" y="2134125"/>
              <a:ext cx="142611" cy="131747"/>
            </a:xfrm>
            <a:custGeom>
              <a:avLst/>
              <a:gdLst/>
              <a:ahLst/>
              <a:cxnLst/>
              <a:rect l="l" t="t" r="r" b="b"/>
              <a:pathLst>
                <a:path w="4336" h="4050" extrusionOk="0">
                  <a:moveTo>
                    <a:pt x="1" y="1"/>
                  </a:moveTo>
                  <a:lnTo>
                    <a:pt x="1" y="4049"/>
                  </a:lnTo>
                  <a:lnTo>
                    <a:pt x="2097" y="4049"/>
                  </a:lnTo>
                  <a:cubicBezTo>
                    <a:pt x="3502" y="4049"/>
                    <a:pt x="4335" y="2525"/>
                    <a:pt x="3573" y="1358"/>
                  </a:cubicBezTo>
                  <a:lnTo>
                    <a:pt x="27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44"/>
            <p:cNvSpPr/>
            <p:nvPr/>
          </p:nvSpPr>
          <p:spPr>
            <a:xfrm>
              <a:off x="6432084" y="2165031"/>
              <a:ext cx="19388" cy="19485"/>
            </a:xfrm>
            <a:custGeom>
              <a:avLst/>
              <a:gdLst/>
              <a:ahLst/>
              <a:cxnLst/>
              <a:rect l="l" t="t" r="r" b="b"/>
              <a:pathLst>
                <a:path w="596" h="599" extrusionOk="0">
                  <a:moveTo>
                    <a:pt x="341" y="1"/>
                  </a:moveTo>
                  <a:cubicBezTo>
                    <a:pt x="331" y="1"/>
                    <a:pt x="320" y="2"/>
                    <a:pt x="310" y="3"/>
                  </a:cubicBezTo>
                  <a:cubicBezTo>
                    <a:pt x="167" y="3"/>
                    <a:pt x="0" y="122"/>
                    <a:pt x="0" y="289"/>
                  </a:cubicBezTo>
                  <a:cubicBezTo>
                    <a:pt x="0" y="456"/>
                    <a:pt x="119" y="599"/>
                    <a:pt x="310" y="599"/>
                  </a:cubicBezTo>
                  <a:cubicBezTo>
                    <a:pt x="453" y="599"/>
                    <a:pt x="596" y="480"/>
                    <a:pt x="596" y="289"/>
                  </a:cubicBezTo>
                  <a:cubicBezTo>
                    <a:pt x="596" y="135"/>
                    <a:pt x="473" y="1"/>
                    <a:pt x="3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44"/>
            <p:cNvSpPr/>
            <p:nvPr/>
          </p:nvSpPr>
          <p:spPr>
            <a:xfrm>
              <a:off x="6350727" y="2165129"/>
              <a:ext cx="60473" cy="59660"/>
            </a:xfrm>
            <a:custGeom>
              <a:avLst/>
              <a:gdLst/>
              <a:ahLst/>
              <a:cxnLst/>
              <a:rect l="l" t="t" r="r" b="b"/>
              <a:pathLst>
                <a:path w="1859" h="1834" extrusionOk="0">
                  <a:moveTo>
                    <a:pt x="930" y="0"/>
                  </a:moveTo>
                  <a:cubicBezTo>
                    <a:pt x="429" y="0"/>
                    <a:pt x="1" y="405"/>
                    <a:pt x="1" y="929"/>
                  </a:cubicBezTo>
                  <a:cubicBezTo>
                    <a:pt x="1" y="1429"/>
                    <a:pt x="429" y="1834"/>
                    <a:pt x="930" y="1834"/>
                  </a:cubicBezTo>
                  <a:cubicBezTo>
                    <a:pt x="1430" y="1834"/>
                    <a:pt x="1858" y="1429"/>
                    <a:pt x="1858" y="929"/>
                  </a:cubicBezTo>
                  <a:cubicBezTo>
                    <a:pt x="1858" y="405"/>
                    <a:pt x="1430" y="0"/>
                    <a:pt x="9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44"/>
            <p:cNvSpPr/>
            <p:nvPr/>
          </p:nvSpPr>
          <p:spPr>
            <a:xfrm>
              <a:off x="6404954" y="2176742"/>
              <a:ext cx="7775" cy="35653"/>
            </a:xfrm>
            <a:custGeom>
              <a:avLst/>
              <a:gdLst/>
              <a:ahLst/>
              <a:cxnLst/>
              <a:rect l="l" t="t" r="r" b="b"/>
              <a:pathLst>
                <a:path w="239" h="1096" extrusionOk="0">
                  <a:moveTo>
                    <a:pt x="1" y="0"/>
                  </a:moveTo>
                  <a:lnTo>
                    <a:pt x="1" y="1096"/>
                  </a:lnTo>
                  <a:cubicBezTo>
                    <a:pt x="239" y="763"/>
                    <a:pt x="239" y="334"/>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44"/>
            <p:cNvSpPr/>
            <p:nvPr/>
          </p:nvSpPr>
          <p:spPr>
            <a:xfrm>
              <a:off x="6499487" y="2060545"/>
              <a:ext cx="127843" cy="124948"/>
            </a:xfrm>
            <a:custGeom>
              <a:avLst/>
              <a:gdLst/>
              <a:ahLst/>
              <a:cxnLst/>
              <a:rect l="l" t="t" r="r" b="b"/>
              <a:pathLst>
                <a:path w="3930" h="3841" extrusionOk="0">
                  <a:moveTo>
                    <a:pt x="1310" y="0"/>
                  </a:moveTo>
                  <a:cubicBezTo>
                    <a:pt x="1096" y="619"/>
                    <a:pt x="596" y="1096"/>
                    <a:pt x="0" y="1310"/>
                  </a:cubicBezTo>
                  <a:lnTo>
                    <a:pt x="2263" y="3572"/>
                  </a:lnTo>
                  <a:cubicBezTo>
                    <a:pt x="2441" y="3751"/>
                    <a:pt x="2679" y="3840"/>
                    <a:pt x="2917" y="3840"/>
                  </a:cubicBezTo>
                  <a:cubicBezTo>
                    <a:pt x="3156" y="3840"/>
                    <a:pt x="3394" y="3751"/>
                    <a:pt x="3572" y="3572"/>
                  </a:cubicBezTo>
                  <a:cubicBezTo>
                    <a:pt x="3930" y="3215"/>
                    <a:pt x="3930" y="2620"/>
                    <a:pt x="3572" y="2263"/>
                  </a:cubicBezTo>
                  <a:lnTo>
                    <a:pt x="131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44"/>
            <p:cNvSpPr/>
            <p:nvPr/>
          </p:nvSpPr>
          <p:spPr>
            <a:xfrm>
              <a:off x="6525055" y="2060545"/>
              <a:ext cx="102274" cy="116230"/>
            </a:xfrm>
            <a:custGeom>
              <a:avLst/>
              <a:gdLst/>
              <a:ahLst/>
              <a:cxnLst/>
              <a:rect l="l" t="t" r="r" b="b"/>
              <a:pathLst>
                <a:path w="3144" h="3573" extrusionOk="0">
                  <a:moveTo>
                    <a:pt x="524" y="0"/>
                  </a:moveTo>
                  <a:cubicBezTo>
                    <a:pt x="405" y="286"/>
                    <a:pt x="238" y="572"/>
                    <a:pt x="0" y="810"/>
                  </a:cubicBezTo>
                  <a:lnTo>
                    <a:pt x="2786" y="3572"/>
                  </a:lnTo>
                  <a:cubicBezTo>
                    <a:pt x="3144" y="3215"/>
                    <a:pt x="3144" y="2620"/>
                    <a:pt x="2786" y="2263"/>
                  </a:cubicBezTo>
                  <a:lnTo>
                    <a:pt x="5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44"/>
            <p:cNvSpPr/>
            <p:nvPr/>
          </p:nvSpPr>
          <p:spPr>
            <a:xfrm>
              <a:off x="6419690" y="1982310"/>
              <a:ext cx="111578" cy="110016"/>
            </a:xfrm>
            <a:custGeom>
              <a:avLst/>
              <a:gdLst/>
              <a:ahLst/>
              <a:cxnLst/>
              <a:rect l="l" t="t" r="r" b="b"/>
              <a:pathLst>
                <a:path w="3430" h="3382" extrusionOk="0">
                  <a:moveTo>
                    <a:pt x="1691" y="0"/>
                  </a:moveTo>
                  <a:cubicBezTo>
                    <a:pt x="786" y="0"/>
                    <a:pt x="0" y="738"/>
                    <a:pt x="0" y="1691"/>
                  </a:cubicBezTo>
                  <a:cubicBezTo>
                    <a:pt x="0" y="2620"/>
                    <a:pt x="739" y="3382"/>
                    <a:pt x="1691" y="3382"/>
                  </a:cubicBezTo>
                  <a:cubicBezTo>
                    <a:pt x="2644" y="3382"/>
                    <a:pt x="3430" y="2620"/>
                    <a:pt x="3406" y="1691"/>
                  </a:cubicBezTo>
                  <a:cubicBezTo>
                    <a:pt x="3406" y="762"/>
                    <a:pt x="2644" y="0"/>
                    <a:pt x="16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44"/>
            <p:cNvSpPr/>
            <p:nvPr/>
          </p:nvSpPr>
          <p:spPr>
            <a:xfrm>
              <a:off x="6435955" y="1981497"/>
              <a:ext cx="95313" cy="94565"/>
            </a:xfrm>
            <a:custGeom>
              <a:avLst/>
              <a:gdLst/>
              <a:ahLst/>
              <a:cxnLst/>
              <a:rect l="l" t="t" r="r" b="b"/>
              <a:pathLst>
                <a:path w="2930" h="2907" extrusionOk="0">
                  <a:moveTo>
                    <a:pt x="1194" y="1"/>
                  </a:moveTo>
                  <a:cubicBezTo>
                    <a:pt x="774" y="1"/>
                    <a:pt x="346" y="156"/>
                    <a:pt x="0" y="501"/>
                  </a:cubicBezTo>
                  <a:lnTo>
                    <a:pt x="2429" y="2907"/>
                  </a:lnTo>
                  <a:cubicBezTo>
                    <a:pt x="2715" y="2597"/>
                    <a:pt x="2930" y="2168"/>
                    <a:pt x="2930" y="1716"/>
                  </a:cubicBezTo>
                  <a:cubicBezTo>
                    <a:pt x="2930" y="683"/>
                    <a:pt x="2077" y="1"/>
                    <a:pt x="1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44"/>
            <p:cNvSpPr/>
            <p:nvPr/>
          </p:nvSpPr>
          <p:spPr>
            <a:xfrm>
              <a:off x="6401083" y="1962922"/>
              <a:ext cx="148792" cy="147231"/>
            </a:xfrm>
            <a:custGeom>
              <a:avLst/>
              <a:gdLst/>
              <a:ahLst/>
              <a:cxnLst/>
              <a:rect l="l" t="t" r="r" b="b"/>
              <a:pathLst>
                <a:path w="4574" h="4526" extrusionOk="0">
                  <a:moveTo>
                    <a:pt x="2263" y="644"/>
                  </a:moveTo>
                  <a:cubicBezTo>
                    <a:pt x="3168" y="644"/>
                    <a:pt x="3906" y="1382"/>
                    <a:pt x="3906" y="2287"/>
                  </a:cubicBezTo>
                  <a:cubicBezTo>
                    <a:pt x="3906" y="3168"/>
                    <a:pt x="3192" y="3930"/>
                    <a:pt x="2263" y="3930"/>
                  </a:cubicBezTo>
                  <a:cubicBezTo>
                    <a:pt x="1358" y="3930"/>
                    <a:pt x="644" y="3168"/>
                    <a:pt x="644" y="2287"/>
                  </a:cubicBezTo>
                  <a:cubicBezTo>
                    <a:pt x="644" y="1382"/>
                    <a:pt x="1382" y="644"/>
                    <a:pt x="2263" y="644"/>
                  </a:cubicBezTo>
                  <a:close/>
                  <a:moveTo>
                    <a:pt x="2263" y="1"/>
                  </a:moveTo>
                  <a:cubicBezTo>
                    <a:pt x="1025" y="1"/>
                    <a:pt x="1" y="1001"/>
                    <a:pt x="1" y="2263"/>
                  </a:cubicBezTo>
                  <a:cubicBezTo>
                    <a:pt x="1" y="3501"/>
                    <a:pt x="1025" y="4525"/>
                    <a:pt x="2263" y="4525"/>
                  </a:cubicBezTo>
                  <a:cubicBezTo>
                    <a:pt x="3525" y="4525"/>
                    <a:pt x="4526" y="3501"/>
                    <a:pt x="4526" y="2263"/>
                  </a:cubicBezTo>
                  <a:cubicBezTo>
                    <a:pt x="4573" y="1001"/>
                    <a:pt x="3525" y="1"/>
                    <a:pt x="22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44"/>
            <p:cNvSpPr/>
            <p:nvPr/>
          </p:nvSpPr>
          <p:spPr>
            <a:xfrm>
              <a:off x="6422781" y="1962922"/>
              <a:ext cx="127095" cy="125533"/>
            </a:xfrm>
            <a:custGeom>
              <a:avLst/>
              <a:gdLst/>
              <a:ahLst/>
              <a:cxnLst/>
              <a:rect l="l" t="t" r="r" b="b"/>
              <a:pathLst>
                <a:path w="3907" h="3859" extrusionOk="0">
                  <a:moveTo>
                    <a:pt x="1596" y="1"/>
                  </a:moveTo>
                  <a:cubicBezTo>
                    <a:pt x="977" y="1"/>
                    <a:pt x="405" y="239"/>
                    <a:pt x="1" y="644"/>
                  </a:cubicBezTo>
                  <a:lnTo>
                    <a:pt x="453" y="1096"/>
                  </a:lnTo>
                  <a:cubicBezTo>
                    <a:pt x="785" y="764"/>
                    <a:pt x="1194" y="615"/>
                    <a:pt x="1596" y="615"/>
                  </a:cubicBezTo>
                  <a:cubicBezTo>
                    <a:pt x="2434" y="615"/>
                    <a:pt x="3239" y="1265"/>
                    <a:pt x="3239" y="2263"/>
                  </a:cubicBezTo>
                  <a:cubicBezTo>
                    <a:pt x="3239" y="2692"/>
                    <a:pt x="3073" y="3120"/>
                    <a:pt x="2763" y="3406"/>
                  </a:cubicBezTo>
                  <a:lnTo>
                    <a:pt x="3216" y="3859"/>
                  </a:lnTo>
                  <a:cubicBezTo>
                    <a:pt x="3620" y="3454"/>
                    <a:pt x="3859" y="2882"/>
                    <a:pt x="3859" y="2263"/>
                  </a:cubicBezTo>
                  <a:cubicBezTo>
                    <a:pt x="3906" y="1001"/>
                    <a:pt x="2858" y="1"/>
                    <a:pt x="15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2" name="Google Shape;1552;p44"/>
          <p:cNvGrpSpPr/>
          <p:nvPr/>
        </p:nvGrpSpPr>
        <p:grpSpPr>
          <a:xfrm>
            <a:off x="1990074" y="1871546"/>
            <a:ext cx="415240" cy="379839"/>
            <a:chOff x="1001526" y="3611412"/>
            <a:chExt cx="354089" cy="323901"/>
          </a:xfrm>
        </p:grpSpPr>
        <p:sp>
          <p:nvSpPr>
            <p:cNvPr id="1553" name="Google Shape;1553;p44"/>
            <p:cNvSpPr/>
            <p:nvPr/>
          </p:nvSpPr>
          <p:spPr>
            <a:xfrm>
              <a:off x="1045702" y="3611412"/>
              <a:ext cx="218471" cy="104649"/>
            </a:xfrm>
            <a:custGeom>
              <a:avLst/>
              <a:gdLst/>
              <a:ahLst/>
              <a:cxnLst/>
              <a:rect l="l" t="t" r="r" b="b"/>
              <a:pathLst>
                <a:path w="6716" h="3217" extrusionOk="0">
                  <a:moveTo>
                    <a:pt x="5836" y="0"/>
                  </a:moveTo>
                  <a:cubicBezTo>
                    <a:pt x="5820" y="0"/>
                    <a:pt x="5803" y="1"/>
                    <a:pt x="5787" y="2"/>
                  </a:cubicBezTo>
                  <a:cubicBezTo>
                    <a:pt x="4858" y="2"/>
                    <a:pt x="4835" y="1264"/>
                    <a:pt x="4573" y="1264"/>
                  </a:cubicBezTo>
                  <a:cubicBezTo>
                    <a:pt x="4263" y="1264"/>
                    <a:pt x="4144" y="2"/>
                    <a:pt x="3358" y="2"/>
                  </a:cubicBezTo>
                  <a:cubicBezTo>
                    <a:pt x="2548" y="2"/>
                    <a:pt x="2429" y="1264"/>
                    <a:pt x="2120" y="1264"/>
                  </a:cubicBezTo>
                  <a:cubicBezTo>
                    <a:pt x="1905" y="1264"/>
                    <a:pt x="1858" y="2"/>
                    <a:pt x="905" y="2"/>
                  </a:cubicBezTo>
                  <a:cubicBezTo>
                    <a:pt x="477" y="2"/>
                    <a:pt x="0" y="311"/>
                    <a:pt x="0" y="930"/>
                  </a:cubicBezTo>
                  <a:lnTo>
                    <a:pt x="0" y="3217"/>
                  </a:lnTo>
                  <a:lnTo>
                    <a:pt x="619" y="3217"/>
                  </a:lnTo>
                  <a:lnTo>
                    <a:pt x="619" y="930"/>
                  </a:lnTo>
                  <a:cubicBezTo>
                    <a:pt x="619" y="692"/>
                    <a:pt x="762" y="645"/>
                    <a:pt x="905" y="645"/>
                  </a:cubicBezTo>
                  <a:cubicBezTo>
                    <a:pt x="1381" y="645"/>
                    <a:pt x="1262" y="1883"/>
                    <a:pt x="2144" y="1883"/>
                  </a:cubicBezTo>
                  <a:cubicBezTo>
                    <a:pt x="2929" y="1883"/>
                    <a:pt x="3048" y="645"/>
                    <a:pt x="3358" y="645"/>
                  </a:cubicBezTo>
                  <a:cubicBezTo>
                    <a:pt x="3644" y="645"/>
                    <a:pt x="3763" y="1883"/>
                    <a:pt x="4573" y="1883"/>
                  </a:cubicBezTo>
                  <a:cubicBezTo>
                    <a:pt x="5406" y="1883"/>
                    <a:pt x="5358" y="645"/>
                    <a:pt x="5787" y="645"/>
                  </a:cubicBezTo>
                  <a:cubicBezTo>
                    <a:pt x="5906" y="645"/>
                    <a:pt x="6097" y="668"/>
                    <a:pt x="6097" y="930"/>
                  </a:cubicBezTo>
                  <a:lnTo>
                    <a:pt x="6097" y="3193"/>
                  </a:lnTo>
                  <a:lnTo>
                    <a:pt x="6716" y="3193"/>
                  </a:lnTo>
                  <a:lnTo>
                    <a:pt x="6716" y="930"/>
                  </a:lnTo>
                  <a:cubicBezTo>
                    <a:pt x="6716" y="310"/>
                    <a:pt x="6273" y="0"/>
                    <a:pt x="58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44"/>
            <p:cNvSpPr/>
            <p:nvPr/>
          </p:nvSpPr>
          <p:spPr>
            <a:xfrm>
              <a:off x="1154938" y="3611445"/>
              <a:ext cx="109236" cy="103836"/>
            </a:xfrm>
            <a:custGeom>
              <a:avLst/>
              <a:gdLst/>
              <a:ahLst/>
              <a:cxnLst/>
              <a:rect l="l" t="t" r="r" b="b"/>
              <a:pathLst>
                <a:path w="3358" h="3192" extrusionOk="0">
                  <a:moveTo>
                    <a:pt x="0" y="1"/>
                  </a:moveTo>
                  <a:lnTo>
                    <a:pt x="0" y="644"/>
                  </a:lnTo>
                  <a:cubicBezTo>
                    <a:pt x="286" y="644"/>
                    <a:pt x="405" y="1882"/>
                    <a:pt x="1215" y="1882"/>
                  </a:cubicBezTo>
                  <a:cubicBezTo>
                    <a:pt x="2048" y="1882"/>
                    <a:pt x="2000" y="644"/>
                    <a:pt x="2429" y="644"/>
                  </a:cubicBezTo>
                  <a:cubicBezTo>
                    <a:pt x="2548" y="644"/>
                    <a:pt x="2739" y="667"/>
                    <a:pt x="2739" y="929"/>
                  </a:cubicBezTo>
                  <a:lnTo>
                    <a:pt x="2739" y="3192"/>
                  </a:lnTo>
                  <a:lnTo>
                    <a:pt x="3358" y="3192"/>
                  </a:lnTo>
                  <a:lnTo>
                    <a:pt x="3358" y="929"/>
                  </a:lnTo>
                  <a:cubicBezTo>
                    <a:pt x="3358" y="286"/>
                    <a:pt x="2882" y="1"/>
                    <a:pt x="2429" y="1"/>
                  </a:cubicBezTo>
                  <a:cubicBezTo>
                    <a:pt x="1524" y="1"/>
                    <a:pt x="1477" y="1263"/>
                    <a:pt x="1215" y="1263"/>
                  </a:cubicBezTo>
                  <a:cubicBezTo>
                    <a:pt x="929" y="1263"/>
                    <a:pt x="810" y="1"/>
                    <a:pt x="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44"/>
            <p:cNvSpPr/>
            <p:nvPr/>
          </p:nvSpPr>
          <p:spPr>
            <a:xfrm>
              <a:off x="1152596" y="3729203"/>
              <a:ext cx="203020" cy="205329"/>
            </a:xfrm>
            <a:custGeom>
              <a:avLst/>
              <a:gdLst/>
              <a:ahLst/>
              <a:cxnLst/>
              <a:rect l="l" t="t" r="r" b="b"/>
              <a:pathLst>
                <a:path w="6241" h="6312" extrusionOk="0">
                  <a:moveTo>
                    <a:pt x="1882" y="0"/>
                  </a:moveTo>
                  <a:lnTo>
                    <a:pt x="1882" y="2144"/>
                  </a:lnTo>
                  <a:lnTo>
                    <a:pt x="453" y="4597"/>
                  </a:lnTo>
                  <a:cubicBezTo>
                    <a:pt x="1" y="5359"/>
                    <a:pt x="572" y="6311"/>
                    <a:pt x="1429" y="6311"/>
                  </a:cubicBezTo>
                  <a:lnTo>
                    <a:pt x="4764" y="6311"/>
                  </a:lnTo>
                  <a:cubicBezTo>
                    <a:pt x="5668" y="6311"/>
                    <a:pt x="6240" y="5359"/>
                    <a:pt x="5788" y="4597"/>
                  </a:cubicBezTo>
                  <a:lnTo>
                    <a:pt x="4359" y="2144"/>
                  </a:lnTo>
                  <a:lnTo>
                    <a:pt x="435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44"/>
            <p:cNvSpPr/>
            <p:nvPr/>
          </p:nvSpPr>
          <p:spPr>
            <a:xfrm>
              <a:off x="1254870" y="3729203"/>
              <a:ext cx="99184" cy="205329"/>
            </a:xfrm>
            <a:custGeom>
              <a:avLst/>
              <a:gdLst/>
              <a:ahLst/>
              <a:cxnLst/>
              <a:rect l="l" t="t" r="r" b="b"/>
              <a:pathLst>
                <a:path w="3049" h="6312" extrusionOk="0">
                  <a:moveTo>
                    <a:pt x="0" y="0"/>
                  </a:moveTo>
                  <a:lnTo>
                    <a:pt x="0" y="6311"/>
                  </a:lnTo>
                  <a:lnTo>
                    <a:pt x="1643" y="6311"/>
                  </a:lnTo>
                  <a:cubicBezTo>
                    <a:pt x="2524" y="6311"/>
                    <a:pt x="3048" y="5359"/>
                    <a:pt x="2644" y="4597"/>
                  </a:cubicBezTo>
                  <a:cubicBezTo>
                    <a:pt x="1739" y="3049"/>
                    <a:pt x="1215" y="2168"/>
                    <a:pt x="1215" y="2144"/>
                  </a:cubicBezTo>
                  <a:lnTo>
                    <a:pt x="121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44"/>
            <p:cNvSpPr/>
            <p:nvPr/>
          </p:nvSpPr>
          <p:spPr>
            <a:xfrm>
              <a:off x="1199081" y="3712158"/>
              <a:ext cx="109268" cy="20949"/>
            </a:xfrm>
            <a:custGeom>
              <a:avLst/>
              <a:gdLst/>
              <a:ahLst/>
              <a:cxnLst/>
              <a:rect l="l" t="t" r="r" b="b"/>
              <a:pathLst>
                <a:path w="3359" h="644" extrusionOk="0">
                  <a:moveTo>
                    <a:pt x="334" y="1"/>
                  </a:moveTo>
                  <a:cubicBezTo>
                    <a:pt x="167" y="1"/>
                    <a:pt x="0" y="167"/>
                    <a:pt x="48" y="358"/>
                  </a:cubicBezTo>
                  <a:cubicBezTo>
                    <a:pt x="72" y="524"/>
                    <a:pt x="215" y="644"/>
                    <a:pt x="358" y="644"/>
                  </a:cubicBezTo>
                  <a:lnTo>
                    <a:pt x="3025" y="644"/>
                  </a:lnTo>
                  <a:cubicBezTo>
                    <a:pt x="3215" y="644"/>
                    <a:pt x="3358" y="453"/>
                    <a:pt x="3311" y="286"/>
                  </a:cubicBezTo>
                  <a:cubicBezTo>
                    <a:pt x="3287" y="120"/>
                    <a:pt x="3144" y="1"/>
                    <a:pt x="29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44"/>
            <p:cNvSpPr/>
            <p:nvPr/>
          </p:nvSpPr>
          <p:spPr>
            <a:xfrm>
              <a:off x="1254870" y="3712158"/>
              <a:ext cx="53479" cy="20949"/>
            </a:xfrm>
            <a:custGeom>
              <a:avLst/>
              <a:gdLst/>
              <a:ahLst/>
              <a:cxnLst/>
              <a:rect l="l" t="t" r="r" b="b"/>
              <a:pathLst>
                <a:path w="1644" h="644" extrusionOk="0">
                  <a:moveTo>
                    <a:pt x="0" y="1"/>
                  </a:moveTo>
                  <a:lnTo>
                    <a:pt x="0" y="644"/>
                  </a:lnTo>
                  <a:lnTo>
                    <a:pt x="1310" y="644"/>
                  </a:lnTo>
                  <a:cubicBezTo>
                    <a:pt x="1453" y="644"/>
                    <a:pt x="1596" y="524"/>
                    <a:pt x="1620" y="358"/>
                  </a:cubicBezTo>
                  <a:cubicBezTo>
                    <a:pt x="1643" y="191"/>
                    <a:pt x="1500" y="1"/>
                    <a:pt x="13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44"/>
            <p:cNvSpPr/>
            <p:nvPr/>
          </p:nvSpPr>
          <p:spPr>
            <a:xfrm>
              <a:off x="1152596" y="3843091"/>
              <a:ext cx="201458" cy="91442"/>
            </a:xfrm>
            <a:custGeom>
              <a:avLst/>
              <a:gdLst/>
              <a:ahLst/>
              <a:cxnLst/>
              <a:rect l="l" t="t" r="r" b="b"/>
              <a:pathLst>
                <a:path w="6193" h="2811" extrusionOk="0">
                  <a:moveTo>
                    <a:pt x="1072" y="0"/>
                  </a:moveTo>
                  <a:lnTo>
                    <a:pt x="453" y="1096"/>
                  </a:lnTo>
                  <a:cubicBezTo>
                    <a:pt x="1" y="1858"/>
                    <a:pt x="572" y="2810"/>
                    <a:pt x="1429" y="2810"/>
                  </a:cubicBezTo>
                  <a:lnTo>
                    <a:pt x="4764" y="2810"/>
                  </a:lnTo>
                  <a:cubicBezTo>
                    <a:pt x="5645" y="2810"/>
                    <a:pt x="6192" y="1858"/>
                    <a:pt x="5764" y="1096"/>
                  </a:cubicBezTo>
                  <a:lnTo>
                    <a:pt x="51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44"/>
            <p:cNvSpPr/>
            <p:nvPr/>
          </p:nvSpPr>
          <p:spPr>
            <a:xfrm>
              <a:off x="1254870" y="3843091"/>
              <a:ext cx="100745" cy="91442"/>
            </a:xfrm>
            <a:custGeom>
              <a:avLst/>
              <a:gdLst/>
              <a:ahLst/>
              <a:cxnLst/>
              <a:rect l="l" t="t" r="r" b="b"/>
              <a:pathLst>
                <a:path w="3097" h="2811" extrusionOk="0">
                  <a:moveTo>
                    <a:pt x="0" y="0"/>
                  </a:moveTo>
                  <a:lnTo>
                    <a:pt x="0" y="2810"/>
                  </a:lnTo>
                  <a:lnTo>
                    <a:pt x="1643" y="2810"/>
                  </a:lnTo>
                  <a:cubicBezTo>
                    <a:pt x="2524" y="2810"/>
                    <a:pt x="3096" y="1858"/>
                    <a:pt x="2667" y="1096"/>
                  </a:cubicBezTo>
                  <a:lnTo>
                    <a:pt x="202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44"/>
            <p:cNvSpPr/>
            <p:nvPr/>
          </p:nvSpPr>
          <p:spPr>
            <a:xfrm>
              <a:off x="1014701" y="3729203"/>
              <a:ext cx="81390" cy="206110"/>
            </a:xfrm>
            <a:custGeom>
              <a:avLst/>
              <a:gdLst/>
              <a:ahLst/>
              <a:cxnLst/>
              <a:rect l="l" t="t" r="r" b="b"/>
              <a:pathLst>
                <a:path w="2502" h="6336" extrusionOk="0">
                  <a:moveTo>
                    <a:pt x="1" y="0"/>
                  </a:moveTo>
                  <a:lnTo>
                    <a:pt x="1" y="5073"/>
                  </a:lnTo>
                  <a:cubicBezTo>
                    <a:pt x="1" y="5764"/>
                    <a:pt x="548" y="6335"/>
                    <a:pt x="1239" y="6335"/>
                  </a:cubicBezTo>
                  <a:cubicBezTo>
                    <a:pt x="1930" y="6335"/>
                    <a:pt x="2501" y="5764"/>
                    <a:pt x="2501" y="5073"/>
                  </a:cubicBezTo>
                  <a:lnTo>
                    <a:pt x="2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4"/>
            <p:cNvSpPr/>
            <p:nvPr/>
          </p:nvSpPr>
          <p:spPr>
            <a:xfrm>
              <a:off x="1055006" y="3729203"/>
              <a:ext cx="41834" cy="205329"/>
            </a:xfrm>
            <a:custGeom>
              <a:avLst/>
              <a:gdLst/>
              <a:ahLst/>
              <a:cxnLst/>
              <a:rect l="l" t="t" r="r" b="b"/>
              <a:pathLst>
                <a:path w="1286" h="6312" extrusionOk="0">
                  <a:moveTo>
                    <a:pt x="0" y="0"/>
                  </a:moveTo>
                  <a:lnTo>
                    <a:pt x="0" y="6311"/>
                  </a:lnTo>
                  <a:cubicBezTo>
                    <a:pt x="691" y="6311"/>
                    <a:pt x="1262" y="5740"/>
                    <a:pt x="1262" y="5049"/>
                  </a:cubicBezTo>
                  <a:lnTo>
                    <a:pt x="1286" y="1620"/>
                  </a:lnTo>
                  <a:lnTo>
                    <a:pt x="1262" y="72"/>
                  </a:lnTo>
                  <a:lnTo>
                    <a:pt x="126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44"/>
            <p:cNvSpPr/>
            <p:nvPr/>
          </p:nvSpPr>
          <p:spPr>
            <a:xfrm>
              <a:off x="1001526" y="3713719"/>
              <a:ext cx="107739" cy="19388"/>
            </a:xfrm>
            <a:custGeom>
              <a:avLst/>
              <a:gdLst/>
              <a:ahLst/>
              <a:cxnLst/>
              <a:rect l="l" t="t" r="r" b="b"/>
              <a:pathLst>
                <a:path w="3312" h="596" extrusionOk="0">
                  <a:moveTo>
                    <a:pt x="310" y="0"/>
                  </a:moveTo>
                  <a:cubicBezTo>
                    <a:pt x="168" y="0"/>
                    <a:pt x="1" y="119"/>
                    <a:pt x="1" y="286"/>
                  </a:cubicBezTo>
                  <a:cubicBezTo>
                    <a:pt x="1" y="429"/>
                    <a:pt x="120" y="596"/>
                    <a:pt x="310" y="596"/>
                  </a:cubicBezTo>
                  <a:lnTo>
                    <a:pt x="2978" y="596"/>
                  </a:lnTo>
                  <a:cubicBezTo>
                    <a:pt x="3168" y="596"/>
                    <a:pt x="3311" y="429"/>
                    <a:pt x="3287" y="286"/>
                  </a:cubicBezTo>
                  <a:cubicBezTo>
                    <a:pt x="3287" y="143"/>
                    <a:pt x="3168" y="0"/>
                    <a:pt x="297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44"/>
            <p:cNvSpPr/>
            <p:nvPr/>
          </p:nvSpPr>
          <p:spPr>
            <a:xfrm>
              <a:off x="1014701" y="3783431"/>
              <a:ext cx="81390" cy="151883"/>
            </a:xfrm>
            <a:custGeom>
              <a:avLst/>
              <a:gdLst/>
              <a:ahLst/>
              <a:cxnLst/>
              <a:rect l="l" t="t" r="r" b="b"/>
              <a:pathLst>
                <a:path w="2502" h="4669" extrusionOk="0">
                  <a:moveTo>
                    <a:pt x="1" y="0"/>
                  </a:moveTo>
                  <a:lnTo>
                    <a:pt x="1" y="3406"/>
                  </a:lnTo>
                  <a:cubicBezTo>
                    <a:pt x="1" y="4097"/>
                    <a:pt x="548" y="4668"/>
                    <a:pt x="1239" y="4668"/>
                  </a:cubicBezTo>
                  <a:cubicBezTo>
                    <a:pt x="1930" y="4668"/>
                    <a:pt x="2501" y="4097"/>
                    <a:pt x="2501" y="3406"/>
                  </a:cubicBezTo>
                  <a:lnTo>
                    <a:pt x="2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44"/>
            <p:cNvSpPr/>
            <p:nvPr/>
          </p:nvSpPr>
          <p:spPr>
            <a:xfrm>
              <a:off x="1055006" y="3783431"/>
              <a:ext cx="41085" cy="151883"/>
            </a:xfrm>
            <a:custGeom>
              <a:avLst/>
              <a:gdLst/>
              <a:ahLst/>
              <a:cxnLst/>
              <a:rect l="l" t="t" r="r" b="b"/>
              <a:pathLst>
                <a:path w="1263" h="4669" extrusionOk="0">
                  <a:moveTo>
                    <a:pt x="0" y="0"/>
                  </a:moveTo>
                  <a:lnTo>
                    <a:pt x="0" y="4668"/>
                  </a:lnTo>
                  <a:cubicBezTo>
                    <a:pt x="691" y="4668"/>
                    <a:pt x="1262" y="4097"/>
                    <a:pt x="1262" y="3406"/>
                  </a:cubicBezTo>
                  <a:lnTo>
                    <a:pt x="126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44"/>
            <p:cNvSpPr/>
            <p:nvPr/>
          </p:nvSpPr>
          <p:spPr>
            <a:xfrm>
              <a:off x="1244786" y="3833527"/>
              <a:ext cx="19388" cy="19648"/>
            </a:xfrm>
            <a:custGeom>
              <a:avLst/>
              <a:gdLst/>
              <a:ahLst/>
              <a:cxnLst/>
              <a:rect l="l" t="t" r="r" b="b"/>
              <a:pathLst>
                <a:path w="596" h="604" extrusionOk="0">
                  <a:moveTo>
                    <a:pt x="361" y="0"/>
                  </a:moveTo>
                  <a:cubicBezTo>
                    <a:pt x="344" y="0"/>
                    <a:pt x="327" y="3"/>
                    <a:pt x="310" y="8"/>
                  </a:cubicBezTo>
                  <a:cubicBezTo>
                    <a:pt x="143" y="8"/>
                    <a:pt x="1" y="127"/>
                    <a:pt x="1" y="294"/>
                  </a:cubicBezTo>
                  <a:cubicBezTo>
                    <a:pt x="1" y="437"/>
                    <a:pt x="120" y="604"/>
                    <a:pt x="310" y="604"/>
                  </a:cubicBezTo>
                  <a:cubicBezTo>
                    <a:pt x="453" y="604"/>
                    <a:pt x="596" y="485"/>
                    <a:pt x="596" y="294"/>
                  </a:cubicBezTo>
                  <a:cubicBezTo>
                    <a:pt x="596" y="147"/>
                    <a:pt x="485" y="0"/>
                    <a:pt x="3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44"/>
            <p:cNvSpPr/>
            <p:nvPr/>
          </p:nvSpPr>
          <p:spPr>
            <a:xfrm>
              <a:off x="1253308" y="3832226"/>
              <a:ext cx="10865" cy="21047"/>
            </a:xfrm>
            <a:custGeom>
              <a:avLst/>
              <a:gdLst/>
              <a:ahLst/>
              <a:cxnLst/>
              <a:rect l="l" t="t" r="r" b="b"/>
              <a:pathLst>
                <a:path w="334" h="647" extrusionOk="0">
                  <a:moveTo>
                    <a:pt x="1" y="1"/>
                  </a:moveTo>
                  <a:lnTo>
                    <a:pt x="1" y="644"/>
                  </a:lnTo>
                  <a:cubicBezTo>
                    <a:pt x="14" y="645"/>
                    <a:pt x="28" y="646"/>
                    <a:pt x="42" y="646"/>
                  </a:cubicBezTo>
                  <a:cubicBezTo>
                    <a:pt x="211" y="646"/>
                    <a:pt x="334" y="511"/>
                    <a:pt x="334" y="334"/>
                  </a:cubicBezTo>
                  <a:cubicBezTo>
                    <a:pt x="334" y="167"/>
                    <a:pt x="191"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44"/>
            <p:cNvSpPr/>
            <p:nvPr/>
          </p:nvSpPr>
          <p:spPr>
            <a:xfrm>
              <a:off x="1224649" y="3873279"/>
              <a:ext cx="19388" cy="19420"/>
            </a:xfrm>
            <a:custGeom>
              <a:avLst/>
              <a:gdLst/>
              <a:ahLst/>
              <a:cxnLst/>
              <a:rect l="l" t="t" r="r" b="b"/>
              <a:pathLst>
                <a:path w="596" h="597" extrusionOk="0">
                  <a:moveTo>
                    <a:pt x="286" y="1"/>
                  </a:moveTo>
                  <a:cubicBezTo>
                    <a:pt x="143" y="1"/>
                    <a:pt x="0" y="120"/>
                    <a:pt x="0" y="287"/>
                  </a:cubicBezTo>
                  <a:cubicBezTo>
                    <a:pt x="0" y="453"/>
                    <a:pt x="119" y="596"/>
                    <a:pt x="286" y="596"/>
                  </a:cubicBezTo>
                  <a:cubicBezTo>
                    <a:pt x="453" y="596"/>
                    <a:pt x="596" y="477"/>
                    <a:pt x="596" y="287"/>
                  </a:cubicBezTo>
                  <a:cubicBezTo>
                    <a:pt x="596" y="144"/>
                    <a:pt x="477" y="1"/>
                    <a:pt x="2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72"/>
        <p:cNvGrpSpPr/>
        <p:nvPr/>
      </p:nvGrpSpPr>
      <p:grpSpPr>
        <a:xfrm>
          <a:off x="0" y="0"/>
          <a:ext cx="0" cy="0"/>
          <a:chOff x="0" y="0"/>
          <a:chExt cx="0" cy="0"/>
        </a:xfrm>
      </p:grpSpPr>
      <p:sp>
        <p:nvSpPr>
          <p:cNvPr id="1573" name="Google Shape;1573;p45"/>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Key concepts we will use</a:t>
            </a:r>
            <a:endParaRPr/>
          </a:p>
        </p:txBody>
      </p:sp>
      <p:sp>
        <p:nvSpPr>
          <p:cNvPr id="1574" name="Google Shape;1574;p45"/>
          <p:cNvSpPr txBox="1">
            <a:spLocks noGrp="1"/>
          </p:cNvSpPr>
          <p:nvPr>
            <p:ph type="subTitle" idx="1"/>
          </p:nvPr>
        </p:nvSpPr>
        <p:spPr>
          <a:xfrm flipH="1">
            <a:off x="2748362" y="2604505"/>
            <a:ext cx="1704600" cy="433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Gravity</a:t>
            </a:r>
            <a:endParaRPr/>
          </a:p>
        </p:txBody>
      </p:sp>
      <p:sp>
        <p:nvSpPr>
          <p:cNvPr id="1575" name="Google Shape;1575;p45"/>
          <p:cNvSpPr txBox="1">
            <a:spLocks noGrp="1"/>
          </p:cNvSpPr>
          <p:nvPr>
            <p:ph type="subTitle" idx="2"/>
          </p:nvPr>
        </p:nvSpPr>
        <p:spPr>
          <a:xfrm flipH="1">
            <a:off x="2748362" y="2961755"/>
            <a:ext cx="1704600" cy="84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 cold place</a:t>
            </a:r>
            <a:endParaRPr/>
          </a:p>
        </p:txBody>
      </p:sp>
      <p:sp>
        <p:nvSpPr>
          <p:cNvPr id="1576" name="Google Shape;1576;p45"/>
          <p:cNvSpPr txBox="1">
            <a:spLocks noGrp="1"/>
          </p:cNvSpPr>
          <p:nvPr>
            <p:ph type="subTitle" idx="3"/>
          </p:nvPr>
        </p:nvSpPr>
        <p:spPr>
          <a:xfrm flipH="1">
            <a:off x="805685" y="2604505"/>
            <a:ext cx="1704600" cy="433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Motion</a:t>
            </a:r>
            <a:endParaRPr/>
          </a:p>
        </p:txBody>
      </p:sp>
      <p:sp>
        <p:nvSpPr>
          <p:cNvPr id="1577" name="Google Shape;1577;p45"/>
          <p:cNvSpPr txBox="1">
            <a:spLocks noGrp="1"/>
          </p:cNvSpPr>
          <p:nvPr>
            <p:ph type="subTitle" idx="4"/>
          </p:nvPr>
        </p:nvSpPr>
        <p:spPr>
          <a:xfrm flipH="1">
            <a:off x="805685" y="2961755"/>
            <a:ext cx="1704600" cy="84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Earth is the place where we live on</a:t>
            </a:r>
            <a:endParaRPr/>
          </a:p>
        </p:txBody>
      </p:sp>
      <p:sp>
        <p:nvSpPr>
          <p:cNvPr id="1578" name="Google Shape;1578;p45"/>
          <p:cNvSpPr txBox="1">
            <a:spLocks noGrp="1"/>
          </p:cNvSpPr>
          <p:nvPr>
            <p:ph type="subTitle" idx="5"/>
          </p:nvPr>
        </p:nvSpPr>
        <p:spPr>
          <a:xfrm>
            <a:off x="4691039" y="2604505"/>
            <a:ext cx="1704600" cy="433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Relativity</a:t>
            </a:r>
            <a:endParaRPr/>
          </a:p>
        </p:txBody>
      </p:sp>
      <p:sp>
        <p:nvSpPr>
          <p:cNvPr id="1579" name="Google Shape;1579;p45"/>
          <p:cNvSpPr txBox="1">
            <a:spLocks noGrp="1"/>
          </p:cNvSpPr>
          <p:nvPr>
            <p:ph type="subTitle" idx="6"/>
          </p:nvPr>
        </p:nvSpPr>
        <p:spPr>
          <a:xfrm>
            <a:off x="4691039" y="2961755"/>
            <a:ext cx="1704600" cy="84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 of them all</a:t>
            </a:r>
            <a:endParaRPr/>
          </a:p>
        </p:txBody>
      </p:sp>
      <p:sp>
        <p:nvSpPr>
          <p:cNvPr id="1580" name="Google Shape;1580;p45"/>
          <p:cNvSpPr txBox="1">
            <a:spLocks noGrp="1"/>
          </p:cNvSpPr>
          <p:nvPr>
            <p:ph type="subTitle" idx="7"/>
          </p:nvPr>
        </p:nvSpPr>
        <p:spPr>
          <a:xfrm>
            <a:off x="6633715" y="2604505"/>
            <a:ext cx="1704600" cy="433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Reaction</a:t>
            </a:r>
            <a:endParaRPr/>
          </a:p>
        </p:txBody>
      </p:sp>
      <p:sp>
        <p:nvSpPr>
          <p:cNvPr id="1581" name="Google Shape;1581;p45"/>
          <p:cNvSpPr txBox="1">
            <a:spLocks noGrp="1"/>
          </p:cNvSpPr>
          <p:nvPr>
            <p:ph type="subTitle" idx="8"/>
          </p:nvPr>
        </p:nvSpPr>
        <p:spPr>
          <a:xfrm>
            <a:off x="6633715" y="2961755"/>
            <a:ext cx="1704600" cy="84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a gas giant and has several rings</a:t>
            </a:r>
            <a:endParaRPr/>
          </a:p>
        </p:txBody>
      </p:sp>
      <p:sp>
        <p:nvSpPr>
          <p:cNvPr id="1582" name="Google Shape;1582;p45"/>
          <p:cNvSpPr/>
          <p:nvPr/>
        </p:nvSpPr>
        <p:spPr>
          <a:xfrm rot="10800000" flipH="1">
            <a:off x="3088638" y="1686217"/>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45"/>
          <p:cNvSpPr/>
          <p:nvPr/>
        </p:nvSpPr>
        <p:spPr>
          <a:xfrm>
            <a:off x="1145961" y="1686205"/>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45"/>
          <p:cNvSpPr/>
          <p:nvPr/>
        </p:nvSpPr>
        <p:spPr>
          <a:xfrm>
            <a:off x="5031315" y="1686218"/>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45"/>
          <p:cNvSpPr/>
          <p:nvPr/>
        </p:nvSpPr>
        <p:spPr>
          <a:xfrm>
            <a:off x="6973992" y="1686205"/>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6" name="Google Shape;1586;p45"/>
          <p:cNvGrpSpPr/>
          <p:nvPr/>
        </p:nvGrpSpPr>
        <p:grpSpPr>
          <a:xfrm>
            <a:off x="7323258" y="1908181"/>
            <a:ext cx="436072" cy="308262"/>
            <a:chOff x="7549474" y="3368294"/>
            <a:chExt cx="436072" cy="308262"/>
          </a:xfrm>
        </p:grpSpPr>
        <p:sp>
          <p:nvSpPr>
            <p:cNvPr id="1587" name="Google Shape;1587;p45"/>
            <p:cNvSpPr/>
            <p:nvPr/>
          </p:nvSpPr>
          <p:spPr>
            <a:xfrm>
              <a:off x="7584238" y="3368294"/>
              <a:ext cx="366544" cy="276338"/>
            </a:xfrm>
            <a:custGeom>
              <a:avLst/>
              <a:gdLst/>
              <a:ahLst/>
              <a:cxnLst/>
              <a:rect l="l" t="t" r="r" b="b"/>
              <a:pathLst>
                <a:path w="9289" h="7003" extrusionOk="0">
                  <a:moveTo>
                    <a:pt x="668" y="1"/>
                  </a:moveTo>
                  <a:cubicBezTo>
                    <a:pt x="310" y="1"/>
                    <a:pt x="1" y="310"/>
                    <a:pt x="1" y="668"/>
                  </a:cubicBezTo>
                  <a:lnTo>
                    <a:pt x="1" y="6835"/>
                  </a:lnTo>
                  <a:cubicBezTo>
                    <a:pt x="1" y="6907"/>
                    <a:pt x="72" y="7002"/>
                    <a:pt x="167" y="7002"/>
                  </a:cubicBezTo>
                  <a:cubicBezTo>
                    <a:pt x="263" y="7002"/>
                    <a:pt x="334" y="6907"/>
                    <a:pt x="334" y="6835"/>
                  </a:cubicBezTo>
                  <a:lnTo>
                    <a:pt x="334" y="668"/>
                  </a:lnTo>
                  <a:cubicBezTo>
                    <a:pt x="334" y="477"/>
                    <a:pt x="477" y="334"/>
                    <a:pt x="668" y="334"/>
                  </a:cubicBezTo>
                  <a:lnTo>
                    <a:pt x="8645" y="334"/>
                  </a:lnTo>
                  <a:cubicBezTo>
                    <a:pt x="8836" y="334"/>
                    <a:pt x="8979" y="477"/>
                    <a:pt x="8979" y="668"/>
                  </a:cubicBezTo>
                  <a:lnTo>
                    <a:pt x="8979" y="6835"/>
                  </a:lnTo>
                  <a:cubicBezTo>
                    <a:pt x="8979" y="6907"/>
                    <a:pt x="9050" y="7002"/>
                    <a:pt x="9145" y="7002"/>
                  </a:cubicBezTo>
                  <a:cubicBezTo>
                    <a:pt x="9217" y="7002"/>
                    <a:pt x="9288" y="6907"/>
                    <a:pt x="9288" y="6835"/>
                  </a:cubicBezTo>
                  <a:lnTo>
                    <a:pt x="9288" y="668"/>
                  </a:lnTo>
                  <a:cubicBezTo>
                    <a:pt x="9288" y="286"/>
                    <a:pt x="9003" y="1"/>
                    <a:pt x="86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45"/>
            <p:cNvSpPr/>
            <p:nvPr/>
          </p:nvSpPr>
          <p:spPr>
            <a:xfrm>
              <a:off x="7674444" y="3368294"/>
              <a:ext cx="13219" cy="132546"/>
            </a:xfrm>
            <a:custGeom>
              <a:avLst/>
              <a:gdLst/>
              <a:ahLst/>
              <a:cxnLst/>
              <a:rect l="l" t="t" r="r" b="b"/>
              <a:pathLst>
                <a:path w="335" h="3359" extrusionOk="0">
                  <a:moveTo>
                    <a:pt x="168" y="1"/>
                  </a:moveTo>
                  <a:cubicBezTo>
                    <a:pt x="72" y="1"/>
                    <a:pt x="1" y="72"/>
                    <a:pt x="1" y="167"/>
                  </a:cubicBezTo>
                  <a:lnTo>
                    <a:pt x="1" y="3216"/>
                  </a:lnTo>
                  <a:cubicBezTo>
                    <a:pt x="1" y="3287"/>
                    <a:pt x="72" y="3359"/>
                    <a:pt x="168" y="3359"/>
                  </a:cubicBezTo>
                  <a:cubicBezTo>
                    <a:pt x="263" y="3359"/>
                    <a:pt x="334" y="3287"/>
                    <a:pt x="334" y="3216"/>
                  </a:cubicBezTo>
                  <a:lnTo>
                    <a:pt x="334" y="167"/>
                  </a:lnTo>
                  <a:cubicBezTo>
                    <a:pt x="334" y="72"/>
                    <a:pt x="263" y="1"/>
                    <a:pt x="16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45"/>
            <p:cNvSpPr/>
            <p:nvPr/>
          </p:nvSpPr>
          <p:spPr>
            <a:xfrm>
              <a:off x="7728031" y="3368294"/>
              <a:ext cx="12233" cy="133256"/>
            </a:xfrm>
            <a:custGeom>
              <a:avLst/>
              <a:gdLst/>
              <a:ahLst/>
              <a:cxnLst/>
              <a:rect l="l" t="t" r="r" b="b"/>
              <a:pathLst>
                <a:path w="310" h="3377" extrusionOk="0">
                  <a:moveTo>
                    <a:pt x="167" y="1"/>
                  </a:moveTo>
                  <a:cubicBezTo>
                    <a:pt x="72" y="1"/>
                    <a:pt x="0" y="72"/>
                    <a:pt x="0" y="167"/>
                  </a:cubicBezTo>
                  <a:lnTo>
                    <a:pt x="0" y="3216"/>
                  </a:lnTo>
                  <a:cubicBezTo>
                    <a:pt x="0" y="3323"/>
                    <a:pt x="78" y="3376"/>
                    <a:pt x="155" y="3376"/>
                  </a:cubicBezTo>
                  <a:cubicBezTo>
                    <a:pt x="233" y="3376"/>
                    <a:pt x="310" y="3323"/>
                    <a:pt x="310" y="3216"/>
                  </a:cubicBezTo>
                  <a:lnTo>
                    <a:pt x="310" y="167"/>
                  </a:lnTo>
                  <a:cubicBezTo>
                    <a:pt x="310" y="72"/>
                    <a:pt x="238" y="1"/>
                    <a:pt x="1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45"/>
            <p:cNvSpPr/>
            <p:nvPr/>
          </p:nvSpPr>
          <p:spPr>
            <a:xfrm>
              <a:off x="7780631" y="3368294"/>
              <a:ext cx="12272" cy="132546"/>
            </a:xfrm>
            <a:custGeom>
              <a:avLst/>
              <a:gdLst/>
              <a:ahLst/>
              <a:cxnLst/>
              <a:rect l="l" t="t" r="r" b="b"/>
              <a:pathLst>
                <a:path w="311" h="3359" extrusionOk="0">
                  <a:moveTo>
                    <a:pt x="168" y="1"/>
                  </a:moveTo>
                  <a:cubicBezTo>
                    <a:pt x="72" y="1"/>
                    <a:pt x="1" y="72"/>
                    <a:pt x="1" y="167"/>
                  </a:cubicBezTo>
                  <a:lnTo>
                    <a:pt x="1" y="3216"/>
                  </a:lnTo>
                  <a:cubicBezTo>
                    <a:pt x="1" y="3287"/>
                    <a:pt x="72" y="3359"/>
                    <a:pt x="168" y="3359"/>
                  </a:cubicBezTo>
                  <a:cubicBezTo>
                    <a:pt x="239" y="3359"/>
                    <a:pt x="311" y="3287"/>
                    <a:pt x="311" y="3216"/>
                  </a:cubicBezTo>
                  <a:lnTo>
                    <a:pt x="311" y="167"/>
                  </a:lnTo>
                  <a:cubicBezTo>
                    <a:pt x="311" y="72"/>
                    <a:pt x="239" y="1"/>
                    <a:pt x="16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45"/>
            <p:cNvSpPr/>
            <p:nvPr/>
          </p:nvSpPr>
          <p:spPr>
            <a:xfrm>
              <a:off x="7824826" y="3368491"/>
              <a:ext cx="51693" cy="115421"/>
            </a:xfrm>
            <a:custGeom>
              <a:avLst/>
              <a:gdLst/>
              <a:ahLst/>
              <a:cxnLst/>
              <a:rect l="l" t="t" r="r" b="b"/>
              <a:pathLst>
                <a:path w="1310" h="2925" extrusionOk="0">
                  <a:moveTo>
                    <a:pt x="204" y="1"/>
                  </a:moveTo>
                  <a:cubicBezTo>
                    <a:pt x="183" y="1"/>
                    <a:pt x="162" y="7"/>
                    <a:pt x="143" y="20"/>
                  </a:cubicBezTo>
                  <a:cubicBezTo>
                    <a:pt x="48" y="43"/>
                    <a:pt x="0" y="139"/>
                    <a:pt x="48" y="210"/>
                  </a:cubicBezTo>
                  <a:lnTo>
                    <a:pt x="977" y="2830"/>
                  </a:lnTo>
                  <a:cubicBezTo>
                    <a:pt x="1000" y="2901"/>
                    <a:pt x="1048" y="2925"/>
                    <a:pt x="1119" y="2925"/>
                  </a:cubicBezTo>
                  <a:lnTo>
                    <a:pt x="1167" y="2925"/>
                  </a:lnTo>
                  <a:cubicBezTo>
                    <a:pt x="1262" y="2901"/>
                    <a:pt x="1310" y="2806"/>
                    <a:pt x="1262" y="2734"/>
                  </a:cubicBezTo>
                  <a:lnTo>
                    <a:pt x="1262" y="2711"/>
                  </a:lnTo>
                  <a:lnTo>
                    <a:pt x="357" y="115"/>
                  </a:lnTo>
                  <a:cubicBezTo>
                    <a:pt x="323" y="45"/>
                    <a:pt x="262" y="1"/>
                    <a:pt x="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45"/>
            <p:cNvSpPr/>
            <p:nvPr/>
          </p:nvSpPr>
          <p:spPr>
            <a:xfrm>
              <a:off x="7581437" y="3609828"/>
              <a:ext cx="372147" cy="37605"/>
            </a:xfrm>
            <a:custGeom>
              <a:avLst/>
              <a:gdLst/>
              <a:ahLst/>
              <a:cxnLst/>
              <a:rect l="l" t="t" r="r" b="b"/>
              <a:pathLst>
                <a:path w="9431" h="953" extrusionOk="0">
                  <a:moveTo>
                    <a:pt x="48" y="0"/>
                  </a:moveTo>
                  <a:cubicBezTo>
                    <a:pt x="24" y="0"/>
                    <a:pt x="0" y="24"/>
                    <a:pt x="0" y="71"/>
                  </a:cubicBezTo>
                  <a:lnTo>
                    <a:pt x="0" y="953"/>
                  </a:lnTo>
                  <a:lnTo>
                    <a:pt x="9431" y="953"/>
                  </a:lnTo>
                  <a:lnTo>
                    <a:pt x="9431" y="71"/>
                  </a:lnTo>
                  <a:cubicBezTo>
                    <a:pt x="9431" y="24"/>
                    <a:pt x="9407" y="0"/>
                    <a:pt x="9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45"/>
            <p:cNvSpPr/>
            <p:nvPr/>
          </p:nvSpPr>
          <p:spPr>
            <a:xfrm>
              <a:off x="7923476" y="3609828"/>
              <a:ext cx="30108" cy="37605"/>
            </a:xfrm>
            <a:custGeom>
              <a:avLst/>
              <a:gdLst/>
              <a:ahLst/>
              <a:cxnLst/>
              <a:rect l="l" t="t" r="r" b="b"/>
              <a:pathLst>
                <a:path w="763" h="953" extrusionOk="0">
                  <a:moveTo>
                    <a:pt x="1" y="0"/>
                  </a:moveTo>
                  <a:lnTo>
                    <a:pt x="1" y="953"/>
                  </a:lnTo>
                  <a:lnTo>
                    <a:pt x="763" y="953"/>
                  </a:lnTo>
                  <a:lnTo>
                    <a:pt x="763" y="71"/>
                  </a:lnTo>
                  <a:cubicBezTo>
                    <a:pt x="763" y="24"/>
                    <a:pt x="739" y="0"/>
                    <a:pt x="715"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45"/>
            <p:cNvSpPr/>
            <p:nvPr/>
          </p:nvSpPr>
          <p:spPr>
            <a:xfrm>
              <a:off x="7654714" y="3492356"/>
              <a:ext cx="52679" cy="52640"/>
            </a:xfrm>
            <a:custGeom>
              <a:avLst/>
              <a:gdLst/>
              <a:ahLst/>
              <a:cxnLst/>
              <a:rect l="l" t="t" r="r" b="b"/>
              <a:pathLst>
                <a:path w="1335" h="1334" extrusionOk="0">
                  <a:moveTo>
                    <a:pt x="668" y="0"/>
                  </a:moveTo>
                  <a:cubicBezTo>
                    <a:pt x="310" y="0"/>
                    <a:pt x="1" y="310"/>
                    <a:pt x="1" y="667"/>
                  </a:cubicBezTo>
                  <a:cubicBezTo>
                    <a:pt x="1" y="1024"/>
                    <a:pt x="310" y="1334"/>
                    <a:pt x="668" y="1334"/>
                  </a:cubicBezTo>
                  <a:cubicBezTo>
                    <a:pt x="1049" y="1334"/>
                    <a:pt x="1334" y="1024"/>
                    <a:pt x="1334" y="667"/>
                  </a:cubicBezTo>
                  <a:cubicBezTo>
                    <a:pt x="1334" y="310"/>
                    <a:pt x="1049" y="0"/>
                    <a:pt x="6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45"/>
            <p:cNvSpPr/>
            <p:nvPr/>
          </p:nvSpPr>
          <p:spPr>
            <a:xfrm>
              <a:off x="7667893" y="3492356"/>
              <a:ext cx="43248" cy="52403"/>
            </a:xfrm>
            <a:custGeom>
              <a:avLst/>
              <a:gdLst/>
              <a:ahLst/>
              <a:cxnLst/>
              <a:rect l="l" t="t" r="r" b="b"/>
              <a:pathLst>
                <a:path w="1096" h="1328" extrusionOk="0">
                  <a:moveTo>
                    <a:pt x="334" y="0"/>
                  </a:moveTo>
                  <a:cubicBezTo>
                    <a:pt x="215" y="0"/>
                    <a:pt x="95" y="24"/>
                    <a:pt x="0" y="95"/>
                  </a:cubicBezTo>
                  <a:cubicBezTo>
                    <a:pt x="453" y="357"/>
                    <a:pt x="453" y="977"/>
                    <a:pt x="0" y="1239"/>
                  </a:cubicBezTo>
                  <a:cubicBezTo>
                    <a:pt x="107" y="1299"/>
                    <a:pt x="222" y="1327"/>
                    <a:pt x="334" y="1327"/>
                  </a:cubicBezTo>
                  <a:cubicBezTo>
                    <a:pt x="621" y="1327"/>
                    <a:pt x="891" y="1142"/>
                    <a:pt x="977" y="834"/>
                  </a:cubicBezTo>
                  <a:cubicBezTo>
                    <a:pt x="1096" y="405"/>
                    <a:pt x="762" y="0"/>
                    <a:pt x="334" y="0"/>
                  </a:cubicBezTo>
                  <a:close/>
                </a:path>
              </a:pathLst>
            </a:custGeom>
            <a:solidFill>
              <a:srgbClr val="002F57">
                <a:alpha val="13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45"/>
            <p:cNvSpPr/>
            <p:nvPr/>
          </p:nvSpPr>
          <p:spPr>
            <a:xfrm>
              <a:off x="7708301" y="3492356"/>
              <a:ext cx="52640" cy="52640"/>
            </a:xfrm>
            <a:custGeom>
              <a:avLst/>
              <a:gdLst/>
              <a:ahLst/>
              <a:cxnLst/>
              <a:rect l="l" t="t" r="r" b="b"/>
              <a:pathLst>
                <a:path w="1334" h="1334" extrusionOk="0">
                  <a:moveTo>
                    <a:pt x="667" y="0"/>
                  </a:moveTo>
                  <a:cubicBezTo>
                    <a:pt x="286" y="0"/>
                    <a:pt x="0" y="310"/>
                    <a:pt x="0" y="667"/>
                  </a:cubicBezTo>
                  <a:cubicBezTo>
                    <a:pt x="0" y="1024"/>
                    <a:pt x="286" y="1334"/>
                    <a:pt x="667" y="1334"/>
                  </a:cubicBezTo>
                  <a:cubicBezTo>
                    <a:pt x="1024" y="1334"/>
                    <a:pt x="1334" y="1024"/>
                    <a:pt x="1334" y="667"/>
                  </a:cubicBezTo>
                  <a:cubicBezTo>
                    <a:pt x="1334" y="310"/>
                    <a:pt x="1024" y="0"/>
                    <a:pt x="6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45"/>
            <p:cNvSpPr/>
            <p:nvPr/>
          </p:nvSpPr>
          <p:spPr>
            <a:xfrm>
              <a:off x="7721441" y="3492356"/>
              <a:ext cx="42341" cy="52403"/>
            </a:xfrm>
            <a:custGeom>
              <a:avLst/>
              <a:gdLst/>
              <a:ahLst/>
              <a:cxnLst/>
              <a:rect l="l" t="t" r="r" b="b"/>
              <a:pathLst>
                <a:path w="1073" h="1328" extrusionOk="0">
                  <a:moveTo>
                    <a:pt x="334" y="0"/>
                  </a:moveTo>
                  <a:cubicBezTo>
                    <a:pt x="215" y="0"/>
                    <a:pt x="96" y="24"/>
                    <a:pt x="1" y="95"/>
                  </a:cubicBezTo>
                  <a:cubicBezTo>
                    <a:pt x="429" y="357"/>
                    <a:pt x="429" y="977"/>
                    <a:pt x="1" y="1239"/>
                  </a:cubicBezTo>
                  <a:cubicBezTo>
                    <a:pt x="101" y="1299"/>
                    <a:pt x="213" y="1327"/>
                    <a:pt x="324" y="1327"/>
                  </a:cubicBezTo>
                  <a:cubicBezTo>
                    <a:pt x="609" y="1327"/>
                    <a:pt x="891" y="1142"/>
                    <a:pt x="977" y="834"/>
                  </a:cubicBezTo>
                  <a:cubicBezTo>
                    <a:pt x="1072" y="405"/>
                    <a:pt x="763" y="0"/>
                    <a:pt x="334" y="0"/>
                  </a:cubicBezTo>
                  <a:close/>
                </a:path>
              </a:pathLst>
            </a:custGeom>
            <a:solidFill>
              <a:srgbClr val="002F57">
                <a:alpha val="13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45"/>
            <p:cNvSpPr/>
            <p:nvPr/>
          </p:nvSpPr>
          <p:spPr>
            <a:xfrm>
              <a:off x="7759993" y="3492356"/>
              <a:ext cx="53587" cy="52640"/>
            </a:xfrm>
            <a:custGeom>
              <a:avLst/>
              <a:gdLst/>
              <a:ahLst/>
              <a:cxnLst/>
              <a:rect l="l" t="t" r="r" b="b"/>
              <a:pathLst>
                <a:path w="1358" h="1334" extrusionOk="0">
                  <a:moveTo>
                    <a:pt x="691" y="0"/>
                  </a:moveTo>
                  <a:cubicBezTo>
                    <a:pt x="310" y="0"/>
                    <a:pt x="0" y="310"/>
                    <a:pt x="0" y="667"/>
                  </a:cubicBezTo>
                  <a:cubicBezTo>
                    <a:pt x="0" y="1024"/>
                    <a:pt x="310" y="1334"/>
                    <a:pt x="691" y="1334"/>
                  </a:cubicBezTo>
                  <a:cubicBezTo>
                    <a:pt x="1048" y="1334"/>
                    <a:pt x="1357" y="1024"/>
                    <a:pt x="1357" y="667"/>
                  </a:cubicBezTo>
                  <a:cubicBezTo>
                    <a:pt x="1357" y="310"/>
                    <a:pt x="1048" y="0"/>
                    <a:pt x="6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45"/>
            <p:cNvSpPr/>
            <p:nvPr/>
          </p:nvSpPr>
          <p:spPr>
            <a:xfrm>
              <a:off x="7774080" y="3492356"/>
              <a:ext cx="42301" cy="52403"/>
            </a:xfrm>
            <a:custGeom>
              <a:avLst/>
              <a:gdLst/>
              <a:ahLst/>
              <a:cxnLst/>
              <a:rect l="l" t="t" r="r" b="b"/>
              <a:pathLst>
                <a:path w="1072" h="1328" extrusionOk="0">
                  <a:moveTo>
                    <a:pt x="334" y="0"/>
                  </a:moveTo>
                  <a:cubicBezTo>
                    <a:pt x="215" y="0"/>
                    <a:pt x="95" y="24"/>
                    <a:pt x="0" y="95"/>
                  </a:cubicBezTo>
                  <a:cubicBezTo>
                    <a:pt x="429" y="357"/>
                    <a:pt x="429" y="977"/>
                    <a:pt x="0" y="1239"/>
                  </a:cubicBezTo>
                  <a:cubicBezTo>
                    <a:pt x="101" y="1299"/>
                    <a:pt x="212" y="1327"/>
                    <a:pt x="324" y="1327"/>
                  </a:cubicBezTo>
                  <a:cubicBezTo>
                    <a:pt x="608" y="1327"/>
                    <a:pt x="891" y="1142"/>
                    <a:pt x="977" y="834"/>
                  </a:cubicBezTo>
                  <a:cubicBezTo>
                    <a:pt x="1072" y="405"/>
                    <a:pt x="762" y="0"/>
                    <a:pt x="334" y="0"/>
                  </a:cubicBezTo>
                  <a:close/>
                </a:path>
              </a:pathLst>
            </a:custGeom>
            <a:solidFill>
              <a:srgbClr val="002F57">
                <a:alpha val="13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45"/>
            <p:cNvSpPr/>
            <p:nvPr/>
          </p:nvSpPr>
          <p:spPr>
            <a:xfrm>
              <a:off x="7850199" y="3469785"/>
              <a:ext cx="52640" cy="52679"/>
            </a:xfrm>
            <a:custGeom>
              <a:avLst/>
              <a:gdLst/>
              <a:ahLst/>
              <a:cxnLst/>
              <a:rect l="l" t="t" r="r" b="b"/>
              <a:pathLst>
                <a:path w="1334" h="1335" extrusionOk="0">
                  <a:moveTo>
                    <a:pt x="667" y="1"/>
                  </a:moveTo>
                  <a:cubicBezTo>
                    <a:pt x="286" y="1"/>
                    <a:pt x="0" y="286"/>
                    <a:pt x="0" y="667"/>
                  </a:cubicBezTo>
                  <a:cubicBezTo>
                    <a:pt x="0" y="1025"/>
                    <a:pt x="286" y="1334"/>
                    <a:pt x="667" y="1334"/>
                  </a:cubicBezTo>
                  <a:cubicBezTo>
                    <a:pt x="1024" y="1334"/>
                    <a:pt x="1334" y="1025"/>
                    <a:pt x="1334" y="667"/>
                  </a:cubicBezTo>
                  <a:cubicBezTo>
                    <a:pt x="1334" y="286"/>
                    <a:pt x="1024" y="1"/>
                    <a:pt x="6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45"/>
            <p:cNvSpPr/>
            <p:nvPr/>
          </p:nvSpPr>
          <p:spPr>
            <a:xfrm>
              <a:off x="7863339" y="3469785"/>
              <a:ext cx="42341" cy="52403"/>
            </a:xfrm>
            <a:custGeom>
              <a:avLst/>
              <a:gdLst/>
              <a:ahLst/>
              <a:cxnLst/>
              <a:rect l="l" t="t" r="r" b="b"/>
              <a:pathLst>
                <a:path w="1073" h="1328" extrusionOk="0">
                  <a:moveTo>
                    <a:pt x="334" y="1"/>
                  </a:moveTo>
                  <a:cubicBezTo>
                    <a:pt x="215" y="1"/>
                    <a:pt x="96" y="24"/>
                    <a:pt x="1" y="96"/>
                  </a:cubicBezTo>
                  <a:cubicBezTo>
                    <a:pt x="429" y="334"/>
                    <a:pt x="429" y="977"/>
                    <a:pt x="1" y="1239"/>
                  </a:cubicBezTo>
                  <a:cubicBezTo>
                    <a:pt x="108" y="1299"/>
                    <a:pt x="222" y="1327"/>
                    <a:pt x="334" y="1327"/>
                  </a:cubicBezTo>
                  <a:cubicBezTo>
                    <a:pt x="621" y="1327"/>
                    <a:pt x="891" y="1142"/>
                    <a:pt x="977" y="834"/>
                  </a:cubicBezTo>
                  <a:cubicBezTo>
                    <a:pt x="1072" y="406"/>
                    <a:pt x="763" y="1"/>
                    <a:pt x="334" y="1"/>
                  </a:cubicBezTo>
                  <a:close/>
                </a:path>
              </a:pathLst>
            </a:custGeom>
            <a:solidFill>
              <a:srgbClr val="002F57">
                <a:alpha val="13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45"/>
            <p:cNvSpPr/>
            <p:nvPr/>
          </p:nvSpPr>
          <p:spPr>
            <a:xfrm>
              <a:off x="7549474" y="3638003"/>
              <a:ext cx="436072" cy="38552"/>
            </a:xfrm>
            <a:custGeom>
              <a:avLst/>
              <a:gdLst/>
              <a:ahLst/>
              <a:cxnLst/>
              <a:rect l="l" t="t" r="r" b="b"/>
              <a:pathLst>
                <a:path w="11051" h="977" extrusionOk="0">
                  <a:moveTo>
                    <a:pt x="667" y="0"/>
                  </a:moveTo>
                  <a:cubicBezTo>
                    <a:pt x="310" y="0"/>
                    <a:pt x="1" y="310"/>
                    <a:pt x="1" y="667"/>
                  </a:cubicBezTo>
                  <a:lnTo>
                    <a:pt x="1" y="882"/>
                  </a:lnTo>
                  <a:cubicBezTo>
                    <a:pt x="1" y="929"/>
                    <a:pt x="48" y="977"/>
                    <a:pt x="96" y="977"/>
                  </a:cubicBezTo>
                  <a:lnTo>
                    <a:pt x="10955" y="977"/>
                  </a:lnTo>
                  <a:cubicBezTo>
                    <a:pt x="11003" y="977"/>
                    <a:pt x="11050" y="929"/>
                    <a:pt x="11050" y="882"/>
                  </a:cubicBezTo>
                  <a:lnTo>
                    <a:pt x="11050" y="667"/>
                  </a:lnTo>
                  <a:cubicBezTo>
                    <a:pt x="11050" y="310"/>
                    <a:pt x="10741" y="0"/>
                    <a:pt x="103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45"/>
            <p:cNvSpPr/>
            <p:nvPr/>
          </p:nvSpPr>
          <p:spPr>
            <a:xfrm>
              <a:off x="7932867" y="3638003"/>
              <a:ext cx="52679" cy="38552"/>
            </a:xfrm>
            <a:custGeom>
              <a:avLst/>
              <a:gdLst/>
              <a:ahLst/>
              <a:cxnLst/>
              <a:rect l="l" t="t" r="r" b="b"/>
              <a:pathLst>
                <a:path w="1335" h="977" extrusionOk="0">
                  <a:moveTo>
                    <a:pt x="1" y="0"/>
                  </a:moveTo>
                  <a:cubicBezTo>
                    <a:pt x="358" y="0"/>
                    <a:pt x="668" y="286"/>
                    <a:pt x="668" y="667"/>
                  </a:cubicBezTo>
                  <a:lnTo>
                    <a:pt x="668" y="882"/>
                  </a:lnTo>
                  <a:cubicBezTo>
                    <a:pt x="668" y="929"/>
                    <a:pt x="620" y="977"/>
                    <a:pt x="572" y="977"/>
                  </a:cubicBezTo>
                  <a:lnTo>
                    <a:pt x="1239" y="977"/>
                  </a:lnTo>
                  <a:cubicBezTo>
                    <a:pt x="1287" y="977"/>
                    <a:pt x="1334" y="929"/>
                    <a:pt x="1334" y="882"/>
                  </a:cubicBezTo>
                  <a:lnTo>
                    <a:pt x="1334" y="667"/>
                  </a:lnTo>
                  <a:cubicBezTo>
                    <a:pt x="1334" y="310"/>
                    <a:pt x="1025" y="0"/>
                    <a:pt x="668"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4" name="Google Shape;1604;p45"/>
          <p:cNvGrpSpPr/>
          <p:nvPr/>
        </p:nvGrpSpPr>
        <p:grpSpPr>
          <a:xfrm>
            <a:off x="5378822" y="1880809"/>
            <a:ext cx="435125" cy="382604"/>
            <a:chOff x="6645485" y="3342842"/>
            <a:chExt cx="435125" cy="382604"/>
          </a:xfrm>
        </p:grpSpPr>
        <p:sp>
          <p:nvSpPr>
            <p:cNvPr id="1605" name="Google Shape;1605;p45"/>
            <p:cNvSpPr/>
            <p:nvPr/>
          </p:nvSpPr>
          <p:spPr>
            <a:xfrm>
              <a:off x="6738492" y="3657733"/>
              <a:ext cx="52679" cy="67713"/>
            </a:xfrm>
            <a:custGeom>
              <a:avLst/>
              <a:gdLst/>
              <a:ahLst/>
              <a:cxnLst/>
              <a:rect l="l" t="t" r="r" b="b"/>
              <a:pathLst>
                <a:path w="1335" h="1716" extrusionOk="0">
                  <a:moveTo>
                    <a:pt x="1" y="1"/>
                  </a:moveTo>
                  <a:lnTo>
                    <a:pt x="1" y="1572"/>
                  </a:lnTo>
                  <a:cubicBezTo>
                    <a:pt x="1" y="1644"/>
                    <a:pt x="72" y="1715"/>
                    <a:pt x="144" y="1715"/>
                  </a:cubicBezTo>
                  <a:lnTo>
                    <a:pt x="1191" y="1715"/>
                  </a:lnTo>
                  <a:cubicBezTo>
                    <a:pt x="1263" y="1715"/>
                    <a:pt x="1334" y="1644"/>
                    <a:pt x="1334" y="1572"/>
                  </a:cubicBezTo>
                  <a:lnTo>
                    <a:pt x="13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45"/>
            <p:cNvSpPr/>
            <p:nvPr/>
          </p:nvSpPr>
          <p:spPr>
            <a:xfrm>
              <a:off x="6759169" y="3657733"/>
              <a:ext cx="32002" cy="67713"/>
            </a:xfrm>
            <a:custGeom>
              <a:avLst/>
              <a:gdLst/>
              <a:ahLst/>
              <a:cxnLst/>
              <a:rect l="l" t="t" r="r" b="b"/>
              <a:pathLst>
                <a:path w="811" h="1716" extrusionOk="0">
                  <a:moveTo>
                    <a:pt x="143" y="1"/>
                  </a:moveTo>
                  <a:lnTo>
                    <a:pt x="143" y="1572"/>
                  </a:lnTo>
                  <a:cubicBezTo>
                    <a:pt x="143" y="1644"/>
                    <a:pt x="72" y="1715"/>
                    <a:pt x="1" y="1715"/>
                  </a:cubicBezTo>
                  <a:lnTo>
                    <a:pt x="667" y="1715"/>
                  </a:lnTo>
                  <a:cubicBezTo>
                    <a:pt x="739" y="1715"/>
                    <a:pt x="810" y="1644"/>
                    <a:pt x="810" y="1572"/>
                  </a:cubicBezTo>
                  <a:lnTo>
                    <a:pt x="810" y="1"/>
                  </a:ln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45"/>
            <p:cNvSpPr/>
            <p:nvPr/>
          </p:nvSpPr>
          <p:spPr>
            <a:xfrm>
              <a:off x="6934885" y="3657733"/>
              <a:ext cx="53626" cy="67713"/>
            </a:xfrm>
            <a:custGeom>
              <a:avLst/>
              <a:gdLst/>
              <a:ahLst/>
              <a:cxnLst/>
              <a:rect l="l" t="t" r="r" b="b"/>
              <a:pathLst>
                <a:path w="1359" h="1716" extrusionOk="0">
                  <a:moveTo>
                    <a:pt x="1" y="1"/>
                  </a:moveTo>
                  <a:lnTo>
                    <a:pt x="1" y="1572"/>
                  </a:lnTo>
                  <a:cubicBezTo>
                    <a:pt x="1" y="1644"/>
                    <a:pt x="49" y="1715"/>
                    <a:pt x="120" y="1715"/>
                  </a:cubicBezTo>
                  <a:lnTo>
                    <a:pt x="1215" y="1715"/>
                  </a:lnTo>
                  <a:cubicBezTo>
                    <a:pt x="1287" y="1715"/>
                    <a:pt x="1358" y="1644"/>
                    <a:pt x="1358" y="1572"/>
                  </a:cubicBezTo>
                  <a:lnTo>
                    <a:pt x="13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45"/>
            <p:cNvSpPr/>
            <p:nvPr/>
          </p:nvSpPr>
          <p:spPr>
            <a:xfrm>
              <a:off x="6955562" y="3657733"/>
              <a:ext cx="32002" cy="67713"/>
            </a:xfrm>
            <a:custGeom>
              <a:avLst/>
              <a:gdLst/>
              <a:ahLst/>
              <a:cxnLst/>
              <a:rect l="l" t="t" r="r" b="b"/>
              <a:pathLst>
                <a:path w="811" h="1716" extrusionOk="0">
                  <a:moveTo>
                    <a:pt x="144" y="1"/>
                  </a:moveTo>
                  <a:lnTo>
                    <a:pt x="144" y="1572"/>
                  </a:lnTo>
                  <a:cubicBezTo>
                    <a:pt x="144" y="1644"/>
                    <a:pt x="72" y="1715"/>
                    <a:pt x="1" y="1715"/>
                  </a:cubicBezTo>
                  <a:lnTo>
                    <a:pt x="668" y="1715"/>
                  </a:lnTo>
                  <a:cubicBezTo>
                    <a:pt x="739" y="1715"/>
                    <a:pt x="811" y="1644"/>
                    <a:pt x="811" y="1572"/>
                  </a:cubicBezTo>
                  <a:lnTo>
                    <a:pt x="811" y="1"/>
                  </a:ln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45"/>
            <p:cNvSpPr/>
            <p:nvPr/>
          </p:nvSpPr>
          <p:spPr>
            <a:xfrm>
              <a:off x="6645485" y="3342921"/>
              <a:ext cx="435125" cy="329886"/>
            </a:xfrm>
            <a:custGeom>
              <a:avLst/>
              <a:gdLst/>
              <a:ahLst/>
              <a:cxnLst/>
              <a:rect l="l" t="t" r="r" b="b"/>
              <a:pathLst>
                <a:path w="11027" h="8360" extrusionOk="0">
                  <a:moveTo>
                    <a:pt x="429" y="1"/>
                  </a:moveTo>
                  <a:cubicBezTo>
                    <a:pt x="191" y="1"/>
                    <a:pt x="0" y="191"/>
                    <a:pt x="0" y="429"/>
                  </a:cubicBezTo>
                  <a:lnTo>
                    <a:pt x="0" y="7907"/>
                  </a:lnTo>
                  <a:cubicBezTo>
                    <a:pt x="0" y="8145"/>
                    <a:pt x="191" y="8360"/>
                    <a:pt x="429" y="8360"/>
                  </a:cubicBezTo>
                  <a:lnTo>
                    <a:pt x="10597" y="8360"/>
                  </a:lnTo>
                  <a:cubicBezTo>
                    <a:pt x="10836" y="8360"/>
                    <a:pt x="11026" y="8145"/>
                    <a:pt x="11026" y="7907"/>
                  </a:cubicBezTo>
                  <a:lnTo>
                    <a:pt x="11026" y="429"/>
                  </a:lnTo>
                  <a:cubicBezTo>
                    <a:pt x="11026" y="191"/>
                    <a:pt x="10836" y="1"/>
                    <a:pt x="105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45"/>
            <p:cNvSpPr/>
            <p:nvPr/>
          </p:nvSpPr>
          <p:spPr>
            <a:xfrm>
              <a:off x="7037323" y="3342842"/>
              <a:ext cx="43288" cy="329965"/>
            </a:xfrm>
            <a:custGeom>
              <a:avLst/>
              <a:gdLst/>
              <a:ahLst/>
              <a:cxnLst/>
              <a:rect l="l" t="t" r="r" b="b"/>
              <a:pathLst>
                <a:path w="1097" h="8362" extrusionOk="0">
                  <a:moveTo>
                    <a:pt x="37" y="1"/>
                  </a:moveTo>
                  <a:cubicBezTo>
                    <a:pt x="25" y="1"/>
                    <a:pt x="13" y="2"/>
                    <a:pt x="1" y="3"/>
                  </a:cubicBezTo>
                  <a:lnTo>
                    <a:pt x="73" y="3"/>
                  </a:lnTo>
                  <a:cubicBezTo>
                    <a:pt x="61" y="2"/>
                    <a:pt x="49" y="1"/>
                    <a:pt x="37" y="1"/>
                  </a:cubicBezTo>
                  <a:close/>
                  <a:moveTo>
                    <a:pt x="73" y="3"/>
                  </a:moveTo>
                  <a:cubicBezTo>
                    <a:pt x="276" y="23"/>
                    <a:pt x="429" y="218"/>
                    <a:pt x="429" y="431"/>
                  </a:cubicBezTo>
                  <a:lnTo>
                    <a:pt x="429" y="7909"/>
                  </a:lnTo>
                  <a:cubicBezTo>
                    <a:pt x="429" y="8147"/>
                    <a:pt x="239" y="8362"/>
                    <a:pt x="1" y="8362"/>
                  </a:cubicBezTo>
                  <a:lnTo>
                    <a:pt x="667" y="8362"/>
                  </a:lnTo>
                  <a:cubicBezTo>
                    <a:pt x="906" y="8362"/>
                    <a:pt x="1096" y="8147"/>
                    <a:pt x="1096" y="7909"/>
                  </a:cubicBezTo>
                  <a:lnTo>
                    <a:pt x="1096" y="431"/>
                  </a:lnTo>
                  <a:cubicBezTo>
                    <a:pt x="1096" y="193"/>
                    <a:pt x="906" y="3"/>
                    <a:pt x="667" y="3"/>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45"/>
            <p:cNvSpPr/>
            <p:nvPr/>
          </p:nvSpPr>
          <p:spPr>
            <a:xfrm>
              <a:off x="6671765" y="3369241"/>
              <a:ext cx="382525" cy="277246"/>
            </a:xfrm>
            <a:custGeom>
              <a:avLst/>
              <a:gdLst/>
              <a:ahLst/>
              <a:cxnLst/>
              <a:rect l="l" t="t" r="r" b="b"/>
              <a:pathLst>
                <a:path w="9694" h="7026" extrusionOk="0">
                  <a:moveTo>
                    <a:pt x="25" y="1"/>
                  </a:moveTo>
                  <a:cubicBezTo>
                    <a:pt x="25" y="1"/>
                    <a:pt x="1" y="24"/>
                    <a:pt x="1" y="48"/>
                  </a:cubicBezTo>
                  <a:lnTo>
                    <a:pt x="1" y="6978"/>
                  </a:lnTo>
                  <a:cubicBezTo>
                    <a:pt x="1" y="7002"/>
                    <a:pt x="25" y="7026"/>
                    <a:pt x="48" y="7026"/>
                  </a:cubicBezTo>
                  <a:lnTo>
                    <a:pt x="9646" y="7026"/>
                  </a:lnTo>
                  <a:cubicBezTo>
                    <a:pt x="9670" y="7026"/>
                    <a:pt x="9693" y="7002"/>
                    <a:pt x="9693" y="6978"/>
                  </a:cubicBezTo>
                  <a:lnTo>
                    <a:pt x="9693" y="48"/>
                  </a:lnTo>
                  <a:cubicBezTo>
                    <a:pt x="9693" y="1"/>
                    <a:pt x="9670" y="1"/>
                    <a:pt x="96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45"/>
            <p:cNvSpPr/>
            <p:nvPr/>
          </p:nvSpPr>
          <p:spPr>
            <a:xfrm>
              <a:off x="7026037" y="3368846"/>
              <a:ext cx="28253" cy="277641"/>
            </a:xfrm>
            <a:custGeom>
              <a:avLst/>
              <a:gdLst/>
              <a:ahLst/>
              <a:cxnLst/>
              <a:rect l="l" t="t" r="r" b="b"/>
              <a:pathLst>
                <a:path w="716" h="7036" extrusionOk="0">
                  <a:moveTo>
                    <a:pt x="21" y="1"/>
                  </a:moveTo>
                  <a:cubicBezTo>
                    <a:pt x="15" y="1"/>
                    <a:pt x="8" y="4"/>
                    <a:pt x="1" y="11"/>
                  </a:cubicBezTo>
                  <a:lnTo>
                    <a:pt x="40" y="11"/>
                  </a:lnTo>
                  <a:cubicBezTo>
                    <a:pt x="35" y="5"/>
                    <a:pt x="29" y="1"/>
                    <a:pt x="21" y="1"/>
                  </a:cubicBezTo>
                  <a:close/>
                  <a:moveTo>
                    <a:pt x="40" y="11"/>
                  </a:moveTo>
                  <a:cubicBezTo>
                    <a:pt x="45" y="17"/>
                    <a:pt x="49" y="26"/>
                    <a:pt x="49" y="34"/>
                  </a:cubicBezTo>
                  <a:lnTo>
                    <a:pt x="49" y="6988"/>
                  </a:lnTo>
                  <a:cubicBezTo>
                    <a:pt x="49" y="7012"/>
                    <a:pt x="25" y="7036"/>
                    <a:pt x="1" y="7036"/>
                  </a:cubicBezTo>
                  <a:lnTo>
                    <a:pt x="668" y="7036"/>
                  </a:lnTo>
                  <a:cubicBezTo>
                    <a:pt x="692" y="7036"/>
                    <a:pt x="715" y="7012"/>
                    <a:pt x="715" y="6988"/>
                  </a:cubicBezTo>
                  <a:lnTo>
                    <a:pt x="715" y="58"/>
                  </a:lnTo>
                  <a:cubicBezTo>
                    <a:pt x="715" y="11"/>
                    <a:pt x="692" y="11"/>
                    <a:pt x="668" y="1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45"/>
            <p:cNvSpPr/>
            <p:nvPr/>
          </p:nvSpPr>
          <p:spPr>
            <a:xfrm>
              <a:off x="6700926" y="3440663"/>
              <a:ext cx="57335" cy="114671"/>
            </a:xfrm>
            <a:custGeom>
              <a:avLst/>
              <a:gdLst/>
              <a:ahLst/>
              <a:cxnLst/>
              <a:rect l="l" t="t" r="r" b="b"/>
              <a:pathLst>
                <a:path w="1453" h="2906" extrusionOk="0">
                  <a:moveTo>
                    <a:pt x="167" y="0"/>
                  </a:moveTo>
                  <a:cubicBezTo>
                    <a:pt x="72" y="0"/>
                    <a:pt x="0" y="96"/>
                    <a:pt x="0" y="167"/>
                  </a:cubicBezTo>
                  <a:lnTo>
                    <a:pt x="0" y="2763"/>
                  </a:lnTo>
                  <a:cubicBezTo>
                    <a:pt x="0" y="2834"/>
                    <a:pt x="72" y="2906"/>
                    <a:pt x="167" y="2906"/>
                  </a:cubicBezTo>
                  <a:lnTo>
                    <a:pt x="1262" y="2906"/>
                  </a:lnTo>
                  <a:cubicBezTo>
                    <a:pt x="1453" y="2906"/>
                    <a:pt x="1453" y="2596"/>
                    <a:pt x="1262" y="2596"/>
                  </a:cubicBezTo>
                  <a:lnTo>
                    <a:pt x="333" y="2596"/>
                  </a:lnTo>
                  <a:lnTo>
                    <a:pt x="333" y="1620"/>
                  </a:lnTo>
                  <a:lnTo>
                    <a:pt x="1167" y="1620"/>
                  </a:lnTo>
                  <a:cubicBezTo>
                    <a:pt x="1381" y="1620"/>
                    <a:pt x="1381" y="1310"/>
                    <a:pt x="1167" y="1310"/>
                  </a:cubicBezTo>
                  <a:lnTo>
                    <a:pt x="333" y="1310"/>
                  </a:lnTo>
                  <a:lnTo>
                    <a:pt x="333" y="334"/>
                  </a:lnTo>
                  <a:lnTo>
                    <a:pt x="1262" y="334"/>
                  </a:lnTo>
                  <a:cubicBezTo>
                    <a:pt x="1334" y="334"/>
                    <a:pt x="1405" y="262"/>
                    <a:pt x="1405" y="167"/>
                  </a:cubicBezTo>
                  <a:cubicBezTo>
                    <a:pt x="1405" y="96"/>
                    <a:pt x="1334" y="24"/>
                    <a:pt x="12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45"/>
            <p:cNvSpPr/>
            <p:nvPr/>
          </p:nvSpPr>
          <p:spPr>
            <a:xfrm>
              <a:off x="6832486" y="3483714"/>
              <a:ext cx="155078" cy="75566"/>
            </a:xfrm>
            <a:custGeom>
              <a:avLst/>
              <a:gdLst/>
              <a:ahLst/>
              <a:cxnLst/>
              <a:rect l="l" t="t" r="r" b="b"/>
              <a:pathLst>
                <a:path w="3930" h="1915" extrusionOk="0">
                  <a:moveTo>
                    <a:pt x="195" y="0"/>
                  </a:moveTo>
                  <a:cubicBezTo>
                    <a:pt x="186" y="0"/>
                    <a:pt x="176" y="2"/>
                    <a:pt x="167" y="5"/>
                  </a:cubicBezTo>
                  <a:cubicBezTo>
                    <a:pt x="157" y="2"/>
                    <a:pt x="147" y="1"/>
                    <a:pt x="137" y="1"/>
                  </a:cubicBezTo>
                  <a:cubicBezTo>
                    <a:pt x="57" y="1"/>
                    <a:pt x="0" y="84"/>
                    <a:pt x="0" y="148"/>
                  </a:cubicBezTo>
                  <a:lnTo>
                    <a:pt x="0" y="1696"/>
                  </a:lnTo>
                  <a:cubicBezTo>
                    <a:pt x="0" y="1791"/>
                    <a:pt x="72" y="1862"/>
                    <a:pt x="167" y="1862"/>
                  </a:cubicBezTo>
                  <a:cubicBezTo>
                    <a:pt x="238" y="1862"/>
                    <a:pt x="310" y="1791"/>
                    <a:pt x="310" y="1696"/>
                  </a:cubicBezTo>
                  <a:lnTo>
                    <a:pt x="310" y="910"/>
                  </a:lnTo>
                  <a:cubicBezTo>
                    <a:pt x="310" y="553"/>
                    <a:pt x="476" y="338"/>
                    <a:pt x="715" y="338"/>
                  </a:cubicBezTo>
                  <a:cubicBezTo>
                    <a:pt x="857" y="338"/>
                    <a:pt x="1000" y="386"/>
                    <a:pt x="1000" y="838"/>
                  </a:cubicBezTo>
                  <a:cubicBezTo>
                    <a:pt x="1000" y="838"/>
                    <a:pt x="1000" y="862"/>
                    <a:pt x="1000" y="886"/>
                  </a:cubicBezTo>
                  <a:lnTo>
                    <a:pt x="1000" y="910"/>
                  </a:lnTo>
                  <a:lnTo>
                    <a:pt x="1000" y="934"/>
                  </a:lnTo>
                  <a:lnTo>
                    <a:pt x="1000" y="1696"/>
                  </a:lnTo>
                  <a:cubicBezTo>
                    <a:pt x="1000" y="1791"/>
                    <a:pt x="1072" y="1862"/>
                    <a:pt x="1167" y="1862"/>
                  </a:cubicBezTo>
                  <a:cubicBezTo>
                    <a:pt x="1262" y="1862"/>
                    <a:pt x="1334" y="1791"/>
                    <a:pt x="1334" y="1696"/>
                  </a:cubicBezTo>
                  <a:lnTo>
                    <a:pt x="1334" y="815"/>
                  </a:lnTo>
                  <a:cubicBezTo>
                    <a:pt x="1334" y="434"/>
                    <a:pt x="1524" y="362"/>
                    <a:pt x="1691" y="362"/>
                  </a:cubicBezTo>
                  <a:cubicBezTo>
                    <a:pt x="1715" y="356"/>
                    <a:pt x="1737" y="353"/>
                    <a:pt x="1758" y="353"/>
                  </a:cubicBezTo>
                  <a:cubicBezTo>
                    <a:pt x="1822" y="353"/>
                    <a:pt x="1876" y="380"/>
                    <a:pt x="1929" y="434"/>
                  </a:cubicBezTo>
                  <a:cubicBezTo>
                    <a:pt x="2024" y="576"/>
                    <a:pt x="2048" y="743"/>
                    <a:pt x="2024" y="910"/>
                  </a:cubicBezTo>
                  <a:lnTo>
                    <a:pt x="2024" y="1720"/>
                  </a:lnTo>
                  <a:cubicBezTo>
                    <a:pt x="2024" y="1815"/>
                    <a:pt x="2096" y="1886"/>
                    <a:pt x="2191" y="1886"/>
                  </a:cubicBezTo>
                  <a:cubicBezTo>
                    <a:pt x="2262" y="1886"/>
                    <a:pt x="2334" y="1791"/>
                    <a:pt x="2334" y="1720"/>
                  </a:cubicBezTo>
                  <a:lnTo>
                    <a:pt x="2334" y="1172"/>
                  </a:lnTo>
                  <a:cubicBezTo>
                    <a:pt x="2429" y="1600"/>
                    <a:pt x="2810" y="1910"/>
                    <a:pt x="3263" y="1910"/>
                  </a:cubicBezTo>
                  <a:cubicBezTo>
                    <a:pt x="3287" y="1913"/>
                    <a:pt x="3311" y="1915"/>
                    <a:pt x="3335" y="1915"/>
                  </a:cubicBezTo>
                  <a:cubicBezTo>
                    <a:pt x="3501" y="1915"/>
                    <a:pt x="3662" y="1844"/>
                    <a:pt x="3787" y="1720"/>
                  </a:cubicBezTo>
                  <a:cubicBezTo>
                    <a:pt x="3810" y="1696"/>
                    <a:pt x="3834" y="1672"/>
                    <a:pt x="3858" y="1648"/>
                  </a:cubicBezTo>
                  <a:cubicBezTo>
                    <a:pt x="3930" y="1577"/>
                    <a:pt x="3906" y="1481"/>
                    <a:pt x="3834" y="1410"/>
                  </a:cubicBezTo>
                  <a:lnTo>
                    <a:pt x="3858" y="1410"/>
                  </a:lnTo>
                  <a:cubicBezTo>
                    <a:pt x="3826" y="1389"/>
                    <a:pt x="3789" y="1377"/>
                    <a:pt x="3752" y="1377"/>
                  </a:cubicBezTo>
                  <a:cubicBezTo>
                    <a:pt x="3706" y="1377"/>
                    <a:pt x="3659" y="1394"/>
                    <a:pt x="3620" y="1434"/>
                  </a:cubicBezTo>
                  <a:cubicBezTo>
                    <a:pt x="3620" y="1458"/>
                    <a:pt x="3596" y="1481"/>
                    <a:pt x="3572" y="1481"/>
                  </a:cubicBezTo>
                  <a:cubicBezTo>
                    <a:pt x="3501" y="1553"/>
                    <a:pt x="3382" y="1600"/>
                    <a:pt x="3263" y="1600"/>
                  </a:cubicBezTo>
                  <a:cubicBezTo>
                    <a:pt x="2593" y="1600"/>
                    <a:pt x="2879" y="406"/>
                    <a:pt x="3378" y="406"/>
                  </a:cubicBezTo>
                  <a:cubicBezTo>
                    <a:pt x="3448" y="406"/>
                    <a:pt x="3521" y="429"/>
                    <a:pt x="3596" y="481"/>
                  </a:cubicBezTo>
                  <a:cubicBezTo>
                    <a:pt x="3621" y="498"/>
                    <a:pt x="3653" y="506"/>
                    <a:pt x="3685" y="506"/>
                  </a:cubicBezTo>
                  <a:cubicBezTo>
                    <a:pt x="3743" y="506"/>
                    <a:pt x="3803" y="480"/>
                    <a:pt x="3834" y="434"/>
                  </a:cubicBezTo>
                  <a:cubicBezTo>
                    <a:pt x="3882" y="362"/>
                    <a:pt x="3858" y="267"/>
                    <a:pt x="3787" y="219"/>
                  </a:cubicBezTo>
                  <a:cubicBezTo>
                    <a:pt x="3623" y="105"/>
                    <a:pt x="3442" y="53"/>
                    <a:pt x="3265" y="53"/>
                  </a:cubicBezTo>
                  <a:cubicBezTo>
                    <a:pt x="2851" y="53"/>
                    <a:pt x="2458" y="340"/>
                    <a:pt x="2358" y="791"/>
                  </a:cubicBezTo>
                  <a:cubicBezTo>
                    <a:pt x="2358" y="576"/>
                    <a:pt x="2310" y="362"/>
                    <a:pt x="2167" y="195"/>
                  </a:cubicBezTo>
                  <a:cubicBezTo>
                    <a:pt x="2064" y="92"/>
                    <a:pt x="1924" y="24"/>
                    <a:pt x="1779" y="24"/>
                  </a:cubicBezTo>
                  <a:cubicBezTo>
                    <a:pt x="1758" y="24"/>
                    <a:pt x="1736" y="26"/>
                    <a:pt x="1715" y="29"/>
                  </a:cubicBezTo>
                  <a:cubicBezTo>
                    <a:pt x="1500" y="29"/>
                    <a:pt x="1310" y="100"/>
                    <a:pt x="1191" y="243"/>
                  </a:cubicBezTo>
                  <a:cubicBezTo>
                    <a:pt x="1084" y="115"/>
                    <a:pt x="939" y="25"/>
                    <a:pt x="773" y="25"/>
                  </a:cubicBezTo>
                  <a:cubicBezTo>
                    <a:pt x="754" y="25"/>
                    <a:pt x="734" y="26"/>
                    <a:pt x="715" y="29"/>
                  </a:cubicBezTo>
                  <a:cubicBezTo>
                    <a:pt x="690" y="25"/>
                    <a:pt x="666" y="23"/>
                    <a:pt x="641" y="23"/>
                  </a:cubicBezTo>
                  <a:cubicBezTo>
                    <a:pt x="523" y="23"/>
                    <a:pt x="408" y="69"/>
                    <a:pt x="310" y="148"/>
                  </a:cubicBezTo>
                  <a:cubicBezTo>
                    <a:pt x="310" y="65"/>
                    <a:pt x="256" y="0"/>
                    <a:pt x="1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45"/>
            <p:cNvSpPr/>
            <p:nvPr/>
          </p:nvSpPr>
          <p:spPr>
            <a:xfrm>
              <a:off x="6767614" y="3492356"/>
              <a:ext cx="51732" cy="12233"/>
            </a:xfrm>
            <a:custGeom>
              <a:avLst/>
              <a:gdLst/>
              <a:ahLst/>
              <a:cxnLst/>
              <a:rect l="l" t="t" r="r" b="b"/>
              <a:pathLst>
                <a:path w="1311" h="310" extrusionOk="0">
                  <a:moveTo>
                    <a:pt x="191" y="0"/>
                  </a:moveTo>
                  <a:cubicBezTo>
                    <a:pt x="1" y="0"/>
                    <a:pt x="1" y="310"/>
                    <a:pt x="191" y="310"/>
                  </a:cubicBezTo>
                  <a:lnTo>
                    <a:pt x="1096" y="310"/>
                  </a:lnTo>
                  <a:cubicBezTo>
                    <a:pt x="1311" y="310"/>
                    <a:pt x="1311" y="0"/>
                    <a:pt x="10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45"/>
            <p:cNvSpPr/>
            <p:nvPr/>
          </p:nvSpPr>
          <p:spPr>
            <a:xfrm>
              <a:off x="6769508" y="3514888"/>
              <a:ext cx="47983" cy="13219"/>
            </a:xfrm>
            <a:custGeom>
              <a:avLst/>
              <a:gdLst/>
              <a:ahLst/>
              <a:cxnLst/>
              <a:rect l="l" t="t" r="r" b="b"/>
              <a:pathLst>
                <a:path w="1216" h="335" extrusionOk="0">
                  <a:moveTo>
                    <a:pt x="143" y="1"/>
                  </a:moveTo>
                  <a:cubicBezTo>
                    <a:pt x="72" y="1"/>
                    <a:pt x="1" y="72"/>
                    <a:pt x="1" y="167"/>
                  </a:cubicBezTo>
                  <a:cubicBezTo>
                    <a:pt x="1" y="239"/>
                    <a:pt x="72" y="334"/>
                    <a:pt x="143" y="334"/>
                  </a:cubicBezTo>
                  <a:lnTo>
                    <a:pt x="1048" y="334"/>
                  </a:lnTo>
                  <a:cubicBezTo>
                    <a:pt x="1144" y="334"/>
                    <a:pt x="1215" y="239"/>
                    <a:pt x="1215" y="167"/>
                  </a:cubicBezTo>
                  <a:cubicBezTo>
                    <a:pt x="1215" y="72"/>
                    <a:pt x="1144" y="1"/>
                    <a:pt x="10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45"/>
            <p:cNvSpPr/>
            <p:nvPr/>
          </p:nvSpPr>
          <p:spPr>
            <a:xfrm>
              <a:off x="6985630" y="3437743"/>
              <a:ext cx="40249" cy="61242"/>
            </a:xfrm>
            <a:custGeom>
              <a:avLst/>
              <a:gdLst/>
              <a:ahLst/>
              <a:cxnLst/>
              <a:rect l="l" t="t" r="r" b="b"/>
              <a:pathLst>
                <a:path w="1020" h="1552" extrusionOk="0">
                  <a:moveTo>
                    <a:pt x="470" y="0"/>
                  </a:moveTo>
                  <a:cubicBezTo>
                    <a:pt x="267" y="0"/>
                    <a:pt x="68" y="122"/>
                    <a:pt x="25" y="384"/>
                  </a:cubicBezTo>
                  <a:cubicBezTo>
                    <a:pt x="1" y="455"/>
                    <a:pt x="49" y="551"/>
                    <a:pt x="144" y="575"/>
                  </a:cubicBezTo>
                  <a:cubicBezTo>
                    <a:pt x="156" y="578"/>
                    <a:pt x="168" y="579"/>
                    <a:pt x="180" y="579"/>
                  </a:cubicBezTo>
                  <a:cubicBezTo>
                    <a:pt x="257" y="579"/>
                    <a:pt x="314" y="514"/>
                    <a:pt x="334" y="432"/>
                  </a:cubicBezTo>
                  <a:cubicBezTo>
                    <a:pt x="334" y="342"/>
                    <a:pt x="402" y="300"/>
                    <a:pt x="472" y="300"/>
                  </a:cubicBezTo>
                  <a:cubicBezTo>
                    <a:pt x="551" y="300"/>
                    <a:pt x="633" y="354"/>
                    <a:pt x="620" y="455"/>
                  </a:cubicBezTo>
                  <a:lnTo>
                    <a:pt x="620" y="479"/>
                  </a:lnTo>
                  <a:cubicBezTo>
                    <a:pt x="596" y="551"/>
                    <a:pt x="572" y="622"/>
                    <a:pt x="525" y="694"/>
                  </a:cubicBezTo>
                  <a:cubicBezTo>
                    <a:pt x="334" y="956"/>
                    <a:pt x="215" y="1122"/>
                    <a:pt x="168" y="1194"/>
                  </a:cubicBezTo>
                  <a:cubicBezTo>
                    <a:pt x="96" y="1265"/>
                    <a:pt x="49" y="1337"/>
                    <a:pt x="72" y="1432"/>
                  </a:cubicBezTo>
                  <a:cubicBezTo>
                    <a:pt x="72" y="1479"/>
                    <a:pt x="120" y="1527"/>
                    <a:pt x="168" y="1551"/>
                  </a:cubicBezTo>
                  <a:lnTo>
                    <a:pt x="858" y="1551"/>
                  </a:lnTo>
                  <a:cubicBezTo>
                    <a:pt x="863" y="1552"/>
                    <a:pt x="868" y="1552"/>
                    <a:pt x="873" y="1552"/>
                  </a:cubicBezTo>
                  <a:cubicBezTo>
                    <a:pt x="1020" y="1552"/>
                    <a:pt x="1020" y="1216"/>
                    <a:pt x="873" y="1216"/>
                  </a:cubicBezTo>
                  <a:cubicBezTo>
                    <a:pt x="868" y="1216"/>
                    <a:pt x="863" y="1217"/>
                    <a:pt x="858" y="1218"/>
                  </a:cubicBezTo>
                  <a:lnTo>
                    <a:pt x="549" y="1218"/>
                  </a:lnTo>
                  <a:cubicBezTo>
                    <a:pt x="596" y="1122"/>
                    <a:pt x="691" y="1027"/>
                    <a:pt x="787" y="860"/>
                  </a:cubicBezTo>
                  <a:cubicBezTo>
                    <a:pt x="858" y="765"/>
                    <a:pt x="906" y="646"/>
                    <a:pt x="953" y="551"/>
                  </a:cubicBezTo>
                  <a:lnTo>
                    <a:pt x="953" y="503"/>
                  </a:lnTo>
                  <a:lnTo>
                    <a:pt x="953" y="479"/>
                  </a:lnTo>
                  <a:cubicBezTo>
                    <a:pt x="953" y="170"/>
                    <a:pt x="709" y="0"/>
                    <a:pt x="4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8" name="Google Shape;1618;p45"/>
          <p:cNvGrpSpPr/>
          <p:nvPr/>
        </p:nvGrpSpPr>
        <p:grpSpPr>
          <a:xfrm>
            <a:off x="1480163" y="1947422"/>
            <a:ext cx="495121" cy="242298"/>
            <a:chOff x="3896780" y="1371341"/>
            <a:chExt cx="437967" cy="214347"/>
          </a:xfrm>
        </p:grpSpPr>
        <p:sp>
          <p:nvSpPr>
            <p:cNvPr id="1619" name="Google Shape;1619;p45"/>
            <p:cNvSpPr/>
            <p:nvPr/>
          </p:nvSpPr>
          <p:spPr>
            <a:xfrm>
              <a:off x="4080979" y="1393005"/>
              <a:ext cx="180451" cy="72409"/>
            </a:xfrm>
            <a:custGeom>
              <a:avLst/>
              <a:gdLst/>
              <a:ahLst/>
              <a:cxnLst/>
              <a:rect l="l" t="t" r="r" b="b"/>
              <a:pathLst>
                <a:path w="4573" h="1835" extrusionOk="0">
                  <a:moveTo>
                    <a:pt x="238" y="1"/>
                  </a:moveTo>
                  <a:lnTo>
                    <a:pt x="0" y="1835"/>
                  </a:lnTo>
                  <a:lnTo>
                    <a:pt x="4573" y="1835"/>
                  </a:lnTo>
                  <a:lnTo>
                    <a:pt x="43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45"/>
            <p:cNvSpPr/>
            <p:nvPr/>
          </p:nvSpPr>
          <p:spPr>
            <a:xfrm>
              <a:off x="4225679" y="1393005"/>
              <a:ext cx="35751" cy="72409"/>
            </a:xfrm>
            <a:custGeom>
              <a:avLst/>
              <a:gdLst/>
              <a:ahLst/>
              <a:cxnLst/>
              <a:rect l="l" t="t" r="r" b="b"/>
              <a:pathLst>
                <a:path w="906" h="1835" extrusionOk="0">
                  <a:moveTo>
                    <a:pt x="1" y="1"/>
                  </a:moveTo>
                  <a:lnTo>
                    <a:pt x="239" y="1835"/>
                  </a:lnTo>
                  <a:lnTo>
                    <a:pt x="906" y="1835"/>
                  </a:lnTo>
                  <a:lnTo>
                    <a:pt x="668" y="1"/>
                  </a:ln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45"/>
            <p:cNvSpPr/>
            <p:nvPr/>
          </p:nvSpPr>
          <p:spPr>
            <a:xfrm>
              <a:off x="4155204" y="1393005"/>
              <a:ext cx="26359" cy="72409"/>
            </a:xfrm>
            <a:custGeom>
              <a:avLst/>
              <a:gdLst/>
              <a:ahLst/>
              <a:cxnLst/>
              <a:rect l="l" t="t" r="r" b="b"/>
              <a:pathLst>
                <a:path w="668" h="1835" extrusionOk="0">
                  <a:moveTo>
                    <a:pt x="1" y="1"/>
                  </a:moveTo>
                  <a:lnTo>
                    <a:pt x="1" y="1835"/>
                  </a:lnTo>
                  <a:lnTo>
                    <a:pt x="667" y="1835"/>
                  </a:lnTo>
                  <a:lnTo>
                    <a:pt x="6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45"/>
            <p:cNvSpPr/>
            <p:nvPr/>
          </p:nvSpPr>
          <p:spPr>
            <a:xfrm>
              <a:off x="4037731" y="1460679"/>
              <a:ext cx="294174" cy="70515"/>
            </a:xfrm>
            <a:custGeom>
              <a:avLst/>
              <a:gdLst/>
              <a:ahLst/>
              <a:cxnLst/>
              <a:rect l="l" t="t" r="r" b="b"/>
              <a:pathLst>
                <a:path w="7455" h="1787" extrusionOk="0">
                  <a:moveTo>
                    <a:pt x="96" y="1"/>
                  </a:moveTo>
                  <a:cubicBezTo>
                    <a:pt x="48" y="1"/>
                    <a:pt x="1" y="48"/>
                    <a:pt x="1" y="96"/>
                  </a:cubicBezTo>
                  <a:lnTo>
                    <a:pt x="1" y="1691"/>
                  </a:lnTo>
                  <a:cubicBezTo>
                    <a:pt x="1" y="1739"/>
                    <a:pt x="48" y="1787"/>
                    <a:pt x="96" y="1787"/>
                  </a:cubicBezTo>
                  <a:lnTo>
                    <a:pt x="7240" y="1787"/>
                  </a:lnTo>
                  <a:cubicBezTo>
                    <a:pt x="7360" y="1787"/>
                    <a:pt x="7455" y="1691"/>
                    <a:pt x="7455" y="1548"/>
                  </a:cubicBezTo>
                  <a:lnTo>
                    <a:pt x="7455" y="215"/>
                  </a:lnTo>
                  <a:cubicBezTo>
                    <a:pt x="7455" y="96"/>
                    <a:pt x="7360" y="1"/>
                    <a:pt x="72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45"/>
            <p:cNvSpPr/>
            <p:nvPr/>
          </p:nvSpPr>
          <p:spPr>
            <a:xfrm>
              <a:off x="4297102" y="1460679"/>
              <a:ext cx="34804" cy="70515"/>
            </a:xfrm>
            <a:custGeom>
              <a:avLst/>
              <a:gdLst/>
              <a:ahLst/>
              <a:cxnLst/>
              <a:rect l="l" t="t" r="r" b="b"/>
              <a:pathLst>
                <a:path w="882" h="1787" extrusionOk="0">
                  <a:moveTo>
                    <a:pt x="1" y="1"/>
                  </a:moveTo>
                  <a:cubicBezTo>
                    <a:pt x="120" y="1"/>
                    <a:pt x="215" y="96"/>
                    <a:pt x="215" y="215"/>
                  </a:cubicBezTo>
                  <a:lnTo>
                    <a:pt x="215" y="1548"/>
                  </a:lnTo>
                  <a:cubicBezTo>
                    <a:pt x="215" y="1691"/>
                    <a:pt x="120" y="1787"/>
                    <a:pt x="1" y="1787"/>
                  </a:cubicBezTo>
                  <a:lnTo>
                    <a:pt x="667" y="1787"/>
                  </a:lnTo>
                  <a:cubicBezTo>
                    <a:pt x="787" y="1787"/>
                    <a:pt x="882" y="1691"/>
                    <a:pt x="882" y="1548"/>
                  </a:cubicBezTo>
                  <a:lnTo>
                    <a:pt x="882" y="215"/>
                  </a:lnTo>
                  <a:cubicBezTo>
                    <a:pt x="882" y="96"/>
                    <a:pt x="787" y="1"/>
                    <a:pt x="667"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45"/>
            <p:cNvSpPr/>
            <p:nvPr/>
          </p:nvSpPr>
          <p:spPr>
            <a:xfrm>
              <a:off x="4037731" y="1504835"/>
              <a:ext cx="294174" cy="26359"/>
            </a:xfrm>
            <a:custGeom>
              <a:avLst/>
              <a:gdLst/>
              <a:ahLst/>
              <a:cxnLst/>
              <a:rect l="l" t="t" r="r" b="b"/>
              <a:pathLst>
                <a:path w="7455" h="668" extrusionOk="0">
                  <a:moveTo>
                    <a:pt x="1" y="1"/>
                  </a:moveTo>
                  <a:lnTo>
                    <a:pt x="1" y="572"/>
                  </a:lnTo>
                  <a:cubicBezTo>
                    <a:pt x="1" y="620"/>
                    <a:pt x="48" y="668"/>
                    <a:pt x="96" y="668"/>
                  </a:cubicBezTo>
                  <a:lnTo>
                    <a:pt x="7240" y="668"/>
                  </a:lnTo>
                  <a:cubicBezTo>
                    <a:pt x="7360" y="668"/>
                    <a:pt x="7455" y="549"/>
                    <a:pt x="7455" y="429"/>
                  </a:cubicBezTo>
                  <a:lnTo>
                    <a:pt x="74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45"/>
            <p:cNvSpPr/>
            <p:nvPr/>
          </p:nvSpPr>
          <p:spPr>
            <a:xfrm>
              <a:off x="4297102" y="1504835"/>
              <a:ext cx="34804" cy="26359"/>
            </a:xfrm>
            <a:custGeom>
              <a:avLst/>
              <a:gdLst/>
              <a:ahLst/>
              <a:cxnLst/>
              <a:rect l="l" t="t" r="r" b="b"/>
              <a:pathLst>
                <a:path w="882" h="668" extrusionOk="0">
                  <a:moveTo>
                    <a:pt x="215" y="1"/>
                  </a:moveTo>
                  <a:lnTo>
                    <a:pt x="215" y="429"/>
                  </a:lnTo>
                  <a:cubicBezTo>
                    <a:pt x="215" y="572"/>
                    <a:pt x="120" y="668"/>
                    <a:pt x="1" y="668"/>
                  </a:cubicBezTo>
                  <a:lnTo>
                    <a:pt x="667" y="668"/>
                  </a:lnTo>
                  <a:cubicBezTo>
                    <a:pt x="787" y="668"/>
                    <a:pt x="882" y="572"/>
                    <a:pt x="882" y="429"/>
                  </a:cubicBezTo>
                  <a:lnTo>
                    <a:pt x="882" y="1"/>
                  </a:ln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45"/>
            <p:cNvSpPr/>
            <p:nvPr/>
          </p:nvSpPr>
          <p:spPr>
            <a:xfrm>
              <a:off x="4058408" y="1493589"/>
              <a:ext cx="66766" cy="65819"/>
            </a:xfrm>
            <a:custGeom>
              <a:avLst/>
              <a:gdLst/>
              <a:ahLst/>
              <a:cxnLst/>
              <a:rect l="l" t="t" r="r" b="b"/>
              <a:pathLst>
                <a:path w="1692" h="1668" extrusionOk="0">
                  <a:moveTo>
                    <a:pt x="858" y="0"/>
                  </a:moveTo>
                  <a:cubicBezTo>
                    <a:pt x="382" y="0"/>
                    <a:pt x="1" y="381"/>
                    <a:pt x="1" y="834"/>
                  </a:cubicBezTo>
                  <a:cubicBezTo>
                    <a:pt x="1" y="1310"/>
                    <a:pt x="382" y="1667"/>
                    <a:pt x="858" y="1667"/>
                  </a:cubicBezTo>
                  <a:cubicBezTo>
                    <a:pt x="1311" y="1667"/>
                    <a:pt x="1692" y="1310"/>
                    <a:pt x="1692" y="834"/>
                  </a:cubicBezTo>
                  <a:cubicBezTo>
                    <a:pt x="1692" y="381"/>
                    <a:pt x="1311" y="0"/>
                    <a:pt x="85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45"/>
            <p:cNvSpPr/>
            <p:nvPr/>
          </p:nvSpPr>
          <p:spPr>
            <a:xfrm>
              <a:off x="4080032" y="1515173"/>
              <a:ext cx="23518" cy="23558"/>
            </a:xfrm>
            <a:custGeom>
              <a:avLst/>
              <a:gdLst/>
              <a:ahLst/>
              <a:cxnLst/>
              <a:rect l="l" t="t" r="r" b="b"/>
              <a:pathLst>
                <a:path w="596" h="597" extrusionOk="0">
                  <a:moveTo>
                    <a:pt x="310" y="1"/>
                  </a:moveTo>
                  <a:cubicBezTo>
                    <a:pt x="143" y="1"/>
                    <a:pt x="0" y="120"/>
                    <a:pt x="0" y="287"/>
                  </a:cubicBezTo>
                  <a:cubicBezTo>
                    <a:pt x="0" y="453"/>
                    <a:pt x="143" y="596"/>
                    <a:pt x="310" y="596"/>
                  </a:cubicBezTo>
                  <a:cubicBezTo>
                    <a:pt x="477" y="596"/>
                    <a:pt x="596" y="453"/>
                    <a:pt x="596" y="287"/>
                  </a:cubicBezTo>
                  <a:cubicBezTo>
                    <a:pt x="596" y="120"/>
                    <a:pt x="477" y="1"/>
                    <a:pt x="3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45"/>
            <p:cNvSpPr/>
            <p:nvPr/>
          </p:nvSpPr>
          <p:spPr>
            <a:xfrm>
              <a:off x="4238859" y="1493589"/>
              <a:ext cx="66727" cy="65819"/>
            </a:xfrm>
            <a:custGeom>
              <a:avLst/>
              <a:gdLst/>
              <a:ahLst/>
              <a:cxnLst/>
              <a:rect l="l" t="t" r="r" b="b"/>
              <a:pathLst>
                <a:path w="1691" h="1668" extrusionOk="0">
                  <a:moveTo>
                    <a:pt x="857" y="0"/>
                  </a:moveTo>
                  <a:cubicBezTo>
                    <a:pt x="381" y="0"/>
                    <a:pt x="0" y="381"/>
                    <a:pt x="0" y="834"/>
                  </a:cubicBezTo>
                  <a:cubicBezTo>
                    <a:pt x="0" y="1310"/>
                    <a:pt x="381" y="1667"/>
                    <a:pt x="857" y="1667"/>
                  </a:cubicBezTo>
                  <a:cubicBezTo>
                    <a:pt x="1310" y="1667"/>
                    <a:pt x="1691" y="1310"/>
                    <a:pt x="1691" y="834"/>
                  </a:cubicBezTo>
                  <a:cubicBezTo>
                    <a:pt x="1691" y="381"/>
                    <a:pt x="1310" y="0"/>
                    <a:pt x="85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45"/>
            <p:cNvSpPr/>
            <p:nvPr/>
          </p:nvSpPr>
          <p:spPr>
            <a:xfrm>
              <a:off x="4260444" y="1515173"/>
              <a:ext cx="23558" cy="23558"/>
            </a:xfrm>
            <a:custGeom>
              <a:avLst/>
              <a:gdLst/>
              <a:ahLst/>
              <a:cxnLst/>
              <a:rect l="l" t="t" r="r" b="b"/>
              <a:pathLst>
                <a:path w="597" h="597" extrusionOk="0">
                  <a:moveTo>
                    <a:pt x="310" y="1"/>
                  </a:moveTo>
                  <a:cubicBezTo>
                    <a:pt x="144" y="1"/>
                    <a:pt x="1" y="120"/>
                    <a:pt x="1" y="287"/>
                  </a:cubicBezTo>
                  <a:cubicBezTo>
                    <a:pt x="1" y="453"/>
                    <a:pt x="144" y="596"/>
                    <a:pt x="310" y="596"/>
                  </a:cubicBezTo>
                  <a:cubicBezTo>
                    <a:pt x="477" y="596"/>
                    <a:pt x="596" y="453"/>
                    <a:pt x="596" y="287"/>
                  </a:cubicBezTo>
                  <a:cubicBezTo>
                    <a:pt x="596" y="120"/>
                    <a:pt x="477" y="1"/>
                    <a:pt x="3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45"/>
            <p:cNvSpPr/>
            <p:nvPr/>
          </p:nvSpPr>
          <p:spPr>
            <a:xfrm>
              <a:off x="4085675" y="1371341"/>
              <a:ext cx="173900" cy="26399"/>
            </a:xfrm>
            <a:custGeom>
              <a:avLst/>
              <a:gdLst/>
              <a:ahLst/>
              <a:cxnLst/>
              <a:rect l="l" t="t" r="r" b="b"/>
              <a:pathLst>
                <a:path w="4407" h="669" extrusionOk="0">
                  <a:moveTo>
                    <a:pt x="461" y="1"/>
                  </a:moveTo>
                  <a:cubicBezTo>
                    <a:pt x="195" y="1"/>
                    <a:pt x="0" y="229"/>
                    <a:pt x="0" y="478"/>
                  </a:cubicBezTo>
                  <a:lnTo>
                    <a:pt x="0" y="574"/>
                  </a:lnTo>
                  <a:cubicBezTo>
                    <a:pt x="0" y="621"/>
                    <a:pt x="48" y="669"/>
                    <a:pt x="96" y="669"/>
                  </a:cubicBezTo>
                  <a:lnTo>
                    <a:pt x="4311" y="669"/>
                  </a:lnTo>
                  <a:cubicBezTo>
                    <a:pt x="4358" y="669"/>
                    <a:pt x="4406" y="621"/>
                    <a:pt x="4406" y="574"/>
                  </a:cubicBezTo>
                  <a:lnTo>
                    <a:pt x="4406" y="478"/>
                  </a:lnTo>
                  <a:cubicBezTo>
                    <a:pt x="4406" y="229"/>
                    <a:pt x="4190" y="1"/>
                    <a:pt x="3942" y="1"/>
                  </a:cubicBezTo>
                  <a:cubicBezTo>
                    <a:pt x="3930" y="1"/>
                    <a:pt x="3918" y="1"/>
                    <a:pt x="3906" y="2"/>
                  </a:cubicBezTo>
                  <a:lnTo>
                    <a:pt x="500" y="2"/>
                  </a:lnTo>
                  <a:cubicBezTo>
                    <a:pt x="487" y="1"/>
                    <a:pt x="474" y="1"/>
                    <a:pt x="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45"/>
            <p:cNvSpPr/>
            <p:nvPr/>
          </p:nvSpPr>
          <p:spPr>
            <a:xfrm>
              <a:off x="4213486" y="1371420"/>
              <a:ext cx="46089" cy="26320"/>
            </a:xfrm>
            <a:custGeom>
              <a:avLst/>
              <a:gdLst/>
              <a:ahLst/>
              <a:cxnLst/>
              <a:rect l="l" t="t" r="r" b="b"/>
              <a:pathLst>
                <a:path w="1168" h="667" extrusionOk="0">
                  <a:moveTo>
                    <a:pt x="0" y="0"/>
                  </a:moveTo>
                  <a:cubicBezTo>
                    <a:pt x="286" y="0"/>
                    <a:pt x="500" y="215"/>
                    <a:pt x="500" y="476"/>
                  </a:cubicBezTo>
                  <a:lnTo>
                    <a:pt x="500" y="572"/>
                  </a:lnTo>
                  <a:cubicBezTo>
                    <a:pt x="500" y="619"/>
                    <a:pt x="453" y="667"/>
                    <a:pt x="405" y="667"/>
                  </a:cubicBezTo>
                  <a:lnTo>
                    <a:pt x="1072" y="667"/>
                  </a:lnTo>
                  <a:cubicBezTo>
                    <a:pt x="1119" y="667"/>
                    <a:pt x="1167" y="619"/>
                    <a:pt x="1167" y="572"/>
                  </a:cubicBezTo>
                  <a:lnTo>
                    <a:pt x="1167" y="476"/>
                  </a:lnTo>
                  <a:cubicBezTo>
                    <a:pt x="1167" y="215"/>
                    <a:pt x="953" y="0"/>
                    <a:pt x="667"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45"/>
            <p:cNvSpPr/>
            <p:nvPr/>
          </p:nvSpPr>
          <p:spPr>
            <a:xfrm>
              <a:off x="3896780" y="1371420"/>
              <a:ext cx="145686" cy="12233"/>
            </a:xfrm>
            <a:custGeom>
              <a:avLst/>
              <a:gdLst/>
              <a:ahLst/>
              <a:cxnLst/>
              <a:rect l="l" t="t" r="r" b="b"/>
              <a:pathLst>
                <a:path w="3692" h="310" extrusionOk="0">
                  <a:moveTo>
                    <a:pt x="167" y="0"/>
                  </a:moveTo>
                  <a:cubicBezTo>
                    <a:pt x="72" y="0"/>
                    <a:pt x="1" y="72"/>
                    <a:pt x="1" y="143"/>
                  </a:cubicBezTo>
                  <a:cubicBezTo>
                    <a:pt x="1" y="238"/>
                    <a:pt x="72" y="310"/>
                    <a:pt x="167" y="310"/>
                  </a:cubicBezTo>
                  <a:lnTo>
                    <a:pt x="3525" y="310"/>
                  </a:lnTo>
                  <a:cubicBezTo>
                    <a:pt x="3620" y="310"/>
                    <a:pt x="3692" y="238"/>
                    <a:pt x="3692" y="143"/>
                  </a:cubicBezTo>
                  <a:cubicBezTo>
                    <a:pt x="3692" y="72"/>
                    <a:pt x="3620" y="0"/>
                    <a:pt x="35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45"/>
            <p:cNvSpPr/>
            <p:nvPr/>
          </p:nvSpPr>
          <p:spPr>
            <a:xfrm>
              <a:off x="3970097" y="1410723"/>
              <a:ext cx="87404" cy="12390"/>
            </a:xfrm>
            <a:custGeom>
              <a:avLst/>
              <a:gdLst/>
              <a:ahLst/>
              <a:cxnLst/>
              <a:rect l="l" t="t" r="r" b="b"/>
              <a:pathLst>
                <a:path w="2215" h="314" extrusionOk="0">
                  <a:moveTo>
                    <a:pt x="2072" y="1"/>
                  </a:moveTo>
                  <a:cubicBezTo>
                    <a:pt x="2064" y="1"/>
                    <a:pt x="2056" y="2"/>
                    <a:pt x="2048" y="4"/>
                  </a:cubicBezTo>
                  <a:lnTo>
                    <a:pt x="167" y="4"/>
                  </a:lnTo>
                  <a:cubicBezTo>
                    <a:pt x="72" y="4"/>
                    <a:pt x="0" y="76"/>
                    <a:pt x="0" y="147"/>
                  </a:cubicBezTo>
                  <a:cubicBezTo>
                    <a:pt x="0" y="243"/>
                    <a:pt x="72" y="314"/>
                    <a:pt x="167" y="314"/>
                  </a:cubicBezTo>
                  <a:lnTo>
                    <a:pt x="2048" y="314"/>
                  </a:lnTo>
                  <a:cubicBezTo>
                    <a:pt x="2143" y="314"/>
                    <a:pt x="2215" y="243"/>
                    <a:pt x="2215" y="147"/>
                  </a:cubicBezTo>
                  <a:cubicBezTo>
                    <a:pt x="2215" y="83"/>
                    <a:pt x="2139" y="1"/>
                    <a:pt x="2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45"/>
            <p:cNvSpPr/>
            <p:nvPr/>
          </p:nvSpPr>
          <p:spPr>
            <a:xfrm>
              <a:off x="3896780" y="1410880"/>
              <a:ext cx="53626" cy="12233"/>
            </a:xfrm>
            <a:custGeom>
              <a:avLst/>
              <a:gdLst/>
              <a:ahLst/>
              <a:cxnLst/>
              <a:rect l="l" t="t" r="r" b="b"/>
              <a:pathLst>
                <a:path w="1359" h="310" extrusionOk="0">
                  <a:moveTo>
                    <a:pt x="167" y="0"/>
                  </a:moveTo>
                  <a:cubicBezTo>
                    <a:pt x="72" y="0"/>
                    <a:pt x="1" y="72"/>
                    <a:pt x="1" y="143"/>
                  </a:cubicBezTo>
                  <a:cubicBezTo>
                    <a:pt x="1" y="239"/>
                    <a:pt x="72" y="310"/>
                    <a:pt x="167" y="310"/>
                  </a:cubicBezTo>
                  <a:lnTo>
                    <a:pt x="1191" y="310"/>
                  </a:lnTo>
                  <a:cubicBezTo>
                    <a:pt x="1287" y="310"/>
                    <a:pt x="1358" y="239"/>
                    <a:pt x="1358" y="143"/>
                  </a:cubicBezTo>
                  <a:cubicBezTo>
                    <a:pt x="1358" y="72"/>
                    <a:pt x="1287" y="0"/>
                    <a:pt x="11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45"/>
            <p:cNvSpPr/>
            <p:nvPr/>
          </p:nvSpPr>
          <p:spPr>
            <a:xfrm>
              <a:off x="3896780" y="1449393"/>
              <a:ext cx="126903" cy="13219"/>
            </a:xfrm>
            <a:custGeom>
              <a:avLst/>
              <a:gdLst/>
              <a:ahLst/>
              <a:cxnLst/>
              <a:rect l="l" t="t" r="r" b="b"/>
              <a:pathLst>
                <a:path w="3216" h="335" extrusionOk="0">
                  <a:moveTo>
                    <a:pt x="144" y="1"/>
                  </a:moveTo>
                  <a:cubicBezTo>
                    <a:pt x="72" y="1"/>
                    <a:pt x="1" y="72"/>
                    <a:pt x="1" y="167"/>
                  </a:cubicBezTo>
                  <a:cubicBezTo>
                    <a:pt x="1" y="263"/>
                    <a:pt x="72" y="334"/>
                    <a:pt x="144" y="334"/>
                  </a:cubicBezTo>
                  <a:lnTo>
                    <a:pt x="3049" y="334"/>
                  </a:lnTo>
                  <a:cubicBezTo>
                    <a:pt x="3144" y="334"/>
                    <a:pt x="3216" y="263"/>
                    <a:pt x="3216" y="167"/>
                  </a:cubicBezTo>
                  <a:cubicBezTo>
                    <a:pt x="3216" y="72"/>
                    <a:pt x="3144" y="1"/>
                    <a:pt x="30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45"/>
            <p:cNvSpPr/>
            <p:nvPr/>
          </p:nvSpPr>
          <p:spPr>
            <a:xfrm>
              <a:off x="3896780" y="1488853"/>
              <a:ext cx="109975" cy="13219"/>
            </a:xfrm>
            <a:custGeom>
              <a:avLst/>
              <a:gdLst/>
              <a:ahLst/>
              <a:cxnLst/>
              <a:rect l="l" t="t" r="r" b="b"/>
              <a:pathLst>
                <a:path w="2787" h="335" extrusionOk="0">
                  <a:moveTo>
                    <a:pt x="167" y="1"/>
                  </a:moveTo>
                  <a:cubicBezTo>
                    <a:pt x="72" y="1"/>
                    <a:pt x="1" y="72"/>
                    <a:pt x="1" y="168"/>
                  </a:cubicBezTo>
                  <a:cubicBezTo>
                    <a:pt x="1" y="263"/>
                    <a:pt x="72" y="334"/>
                    <a:pt x="167" y="334"/>
                  </a:cubicBezTo>
                  <a:lnTo>
                    <a:pt x="2620" y="334"/>
                  </a:lnTo>
                  <a:cubicBezTo>
                    <a:pt x="2716" y="334"/>
                    <a:pt x="2787" y="263"/>
                    <a:pt x="2787" y="168"/>
                  </a:cubicBezTo>
                  <a:cubicBezTo>
                    <a:pt x="2787" y="72"/>
                    <a:pt x="2716" y="1"/>
                    <a:pt x="2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45"/>
            <p:cNvSpPr/>
            <p:nvPr/>
          </p:nvSpPr>
          <p:spPr>
            <a:xfrm>
              <a:off x="3896780" y="1528353"/>
              <a:ext cx="100584" cy="13180"/>
            </a:xfrm>
            <a:custGeom>
              <a:avLst/>
              <a:gdLst/>
              <a:ahLst/>
              <a:cxnLst/>
              <a:rect l="l" t="t" r="r" b="b"/>
              <a:pathLst>
                <a:path w="2549" h="334" extrusionOk="0">
                  <a:moveTo>
                    <a:pt x="144" y="0"/>
                  </a:moveTo>
                  <a:cubicBezTo>
                    <a:pt x="72" y="0"/>
                    <a:pt x="1" y="72"/>
                    <a:pt x="1" y="167"/>
                  </a:cubicBezTo>
                  <a:cubicBezTo>
                    <a:pt x="1" y="262"/>
                    <a:pt x="72" y="334"/>
                    <a:pt x="144" y="334"/>
                  </a:cubicBezTo>
                  <a:lnTo>
                    <a:pt x="2382" y="334"/>
                  </a:lnTo>
                  <a:cubicBezTo>
                    <a:pt x="2477" y="334"/>
                    <a:pt x="2549" y="262"/>
                    <a:pt x="2549" y="167"/>
                  </a:cubicBezTo>
                  <a:cubicBezTo>
                    <a:pt x="2549" y="72"/>
                    <a:pt x="2477" y="0"/>
                    <a:pt x="23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45"/>
            <p:cNvSpPr/>
            <p:nvPr/>
          </p:nvSpPr>
          <p:spPr>
            <a:xfrm>
              <a:off x="3896780" y="1559368"/>
              <a:ext cx="435125" cy="26320"/>
            </a:xfrm>
            <a:custGeom>
              <a:avLst/>
              <a:gdLst/>
              <a:ahLst/>
              <a:cxnLst/>
              <a:rect l="l" t="t" r="r" b="b"/>
              <a:pathLst>
                <a:path w="11027" h="667" extrusionOk="0">
                  <a:moveTo>
                    <a:pt x="334" y="0"/>
                  </a:moveTo>
                  <a:cubicBezTo>
                    <a:pt x="144" y="0"/>
                    <a:pt x="1" y="143"/>
                    <a:pt x="1" y="333"/>
                  </a:cubicBezTo>
                  <a:cubicBezTo>
                    <a:pt x="1" y="500"/>
                    <a:pt x="144" y="667"/>
                    <a:pt x="334" y="667"/>
                  </a:cubicBezTo>
                  <a:lnTo>
                    <a:pt x="10693" y="667"/>
                  </a:lnTo>
                  <a:cubicBezTo>
                    <a:pt x="10884" y="667"/>
                    <a:pt x="11027" y="500"/>
                    <a:pt x="11027" y="333"/>
                  </a:cubicBezTo>
                  <a:cubicBezTo>
                    <a:pt x="11027" y="143"/>
                    <a:pt x="10884" y="0"/>
                    <a:pt x="106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45"/>
            <p:cNvSpPr/>
            <p:nvPr/>
          </p:nvSpPr>
          <p:spPr>
            <a:xfrm>
              <a:off x="4292406" y="1559368"/>
              <a:ext cx="42341" cy="26320"/>
            </a:xfrm>
            <a:custGeom>
              <a:avLst/>
              <a:gdLst/>
              <a:ahLst/>
              <a:cxnLst/>
              <a:rect l="l" t="t" r="r" b="b"/>
              <a:pathLst>
                <a:path w="1073" h="667" extrusionOk="0">
                  <a:moveTo>
                    <a:pt x="1" y="0"/>
                  </a:moveTo>
                  <a:cubicBezTo>
                    <a:pt x="405" y="24"/>
                    <a:pt x="405" y="619"/>
                    <a:pt x="1" y="667"/>
                  </a:cubicBezTo>
                  <a:lnTo>
                    <a:pt x="667" y="667"/>
                  </a:lnTo>
                  <a:cubicBezTo>
                    <a:pt x="1072" y="619"/>
                    <a:pt x="1072" y="24"/>
                    <a:pt x="667"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0" name="Google Shape;1640;p45"/>
          <p:cNvGrpSpPr/>
          <p:nvPr/>
        </p:nvGrpSpPr>
        <p:grpSpPr>
          <a:xfrm>
            <a:off x="3467374" y="1864000"/>
            <a:ext cx="408670" cy="409108"/>
            <a:chOff x="2980558" y="1942249"/>
            <a:chExt cx="435125" cy="435638"/>
          </a:xfrm>
        </p:grpSpPr>
        <p:sp>
          <p:nvSpPr>
            <p:cNvPr id="1641" name="Google Shape;1641;p45"/>
            <p:cNvSpPr/>
            <p:nvPr/>
          </p:nvSpPr>
          <p:spPr>
            <a:xfrm>
              <a:off x="3161917" y="2040504"/>
              <a:ext cx="194577" cy="166995"/>
            </a:xfrm>
            <a:custGeom>
              <a:avLst/>
              <a:gdLst/>
              <a:ahLst/>
              <a:cxnLst/>
              <a:rect l="l" t="t" r="r" b="b"/>
              <a:pathLst>
                <a:path w="4931" h="4232" extrusionOk="0">
                  <a:moveTo>
                    <a:pt x="2822" y="1673"/>
                  </a:moveTo>
                  <a:cubicBezTo>
                    <a:pt x="3049" y="1673"/>
                    <a:pt x="3263" y="1848"/>
                    <a:pt x="3263" y="2120"/>
                  </a:cubicBezTo>
                  <a:cubicBezTo>
                    <a:pt x="3263" y="2358"/>
                    <a:pt x="3073" y="2572"/>
                    <a:pt x="2835" y="2572"/>
                  </a:cubicBezTo>
                  <a:cubicBezTo>
                    <a:pt x="2430" y="2572"/>
                    <a:pt x="2239" y="2096"/>
                    <a:pt x="2501" y="1810"/>
                  </a:cubicBezTo>
                  <a:cubicBezTo>
                    <a:pt x="2596" y="1716"/>
                    <a:pt x="2711" y="1673"/>
                    <a:pt x="2822" y="1673"/>
                  </a:cubicBezTo>
                  <a:close/>
                  <a:moveTo>
                    <a:pt x="2835" y="0"/>
                  </a:moveTo>
                  <a:cubicBezTo>
                    <a:pt x="953" y="0"/>
                    <a:pt x="1" y="2286"/>
                    <a:pt x="1334" y="3620"/>
                  </a:cubicBezTo>
                  <a:cubicBezTo>
                    <a:pt x="1764" y="4042"/>
                    <a:pt x="2291" y="4232"/>
                    <a:pt x="2807" y="4232"/>
                  </a:cubicBezTo>
                  <a:cubicBezTo>
                    <a:pt x="3892" y="4232"/>
                    <a:pt x="4930" y="3394"/>
                    <a:pt x="4930" y="2120"/>
                  </a:cubicBezTo>
                  <a:cubicBezTo>
                    <a:pt x="4930" y="953"/>
                    <a:pt x="4002" y="0"/>
                    <a:pt x="28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45"/>
            <p:cNvSpPr/>
            <p:nvPr/>
          </p:nvSpPr>
          <p:spPr>
            <a:xfrm>
              <a:off x="3260606" y="2040504"/>
              <a:ext cx="95888" cy="167271"/>
            </a:xfrm>
            <a:custGeom>
              <a:avLst/>
              <a:gdLst/>
              <a:ahLst/>
              <a:cxnLst/>
              <a:rect l="l" t="t" r="r" b="b"/>
              <a:pathLst>
                <a:path w="2430" h="4239" extrusionOk="0">
                  <a:moveTo>
                    <a:pt x="334" y="0"/>
                  </a:moveTo>
                  <a:cubicBezTo>
                    <a:pt x="215" y="0"/>
                    <a:pt x="96" y="24"/>
                    <a:pt x="0" y="48"/>
                  </a:cubicBezTo>
                  <a:cubicBezTo>
                    <a:pt x="2358" y="405"/>
                    <a:pt x="2358" y="3834"/>
                    <a:pt x="0" y="4215"/>
                  </a:cubicBezTo>
                  <a:cubicBezTo>
                    <a:pt x="96" y="4215"/>
                    <a:pt x="215" y="4239"/>
                    <a:pt x="334" y="4239"/>
                  </a:cubicBezTo>
                  <a:cubicBezTo>
                    <a:pt x="1501" y="4239"/>
                    <a:pt x="2429" y="3286"/>
                    <a:pt x="2429" y="2120"/>
                  </a:cubicBezTo>
                  <a:cubicBezTo>
                    <a:pt x="2429" y="953"/>
                    <a:pt x="1501" y="0"/>
                    <a:pt x="334"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45"/>
            <p:cNvSpPr/>
            <p:nvPr/>
          </p:nvSpPr>
          <p:spPr>
            <a:xfrm>
              <a:off x="3225842" y="2117530"/>
              <a:ext cx="53587" cy="53626"/>
            </a:xfrm>
            <a:custGeom>
              <a:avLst/>
              <a:gdLst/>
              <a:ahLst/>
              <a:cxnLst/>
              <a:rect l="l" t="t" r="r" b="b"/>
              <a:pathLst>
                <a:path w="1358" h="1359" extrusionOk="0">
                  <a:moveTo>
                    <a:pt x="167" y="1"/>
                  </a:moveTo>
                  <a:cubicBezTo>
                    <a:pt x="95" y="1"/>
                    <a:pt x="24" y="72"/>
                    <a:pt x="0" y="168"/>
                  </a:cubicBezTo>
                  <a:cubicBezTo>
                    <a:pt x="0" y="834"/>
                    <a:pt x="548" y="1358"/>
                    <a:pt x="1191" y="1358"/>
                  </a:cubicBezTo>
                  <a:cubicBezTo>
                    <a:pt x="1286" y="1358"/>
                    <a:pt x="1358" y="1287"/>
                    <a:pt x="1358" y="1192"/>
                  </a:cubicBezTo>
                  <a:cubicBezTo>
                    <a:pt x="1358" y="1096"/>
                    <a:pt x="1286" y="1049"/>
                    <a:pt x="1215" y="1049"/>
                  </a:cubicBezTo>
                  <a:cubicBezTo>
                    <a:pt x="715" y="1049"/>
                    <a:pt x="334" y="644"/>
                    <a:pt x="334" y="168"/>
                  </a:cubicBezTo>
                  <a:cubicBezTo>
                    <a:pt x="334" y="72"/>
                    <a:pt x="262" y="1"/>
                    <a:pt x="1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45"/>
            <p:cNvSpPr/>
            <p:nvPr/>
          </p:nvSpPr>
          <p:spPr>
            <a:xfrm>
              <a:off x="3267156" y="2077123"/>
              <a:ext cx="53626" cy="53626"/>
            </a:xfrm>
            <a:custGeom>
              <a:avLst/>
              <a:gdLst/>
              <a:ahLst/>
              <a:cxnLst/>
              <a:rect l="l" t="t" r="r" b="b"/>
              <a:pathLst>
                <a:path w="1359" h="1359" extrusionOk="0">
                  <a:moveTo>
                    <a:pt x="168" y="1"/>
                  </a:moveTo>
                  <a:cubicBezTo>
                    <a:pt x="72" y="1"/>
                    <a:pt x="1" y="72"/>
                    <a:pt x="1" y="167"/>
                  </a:cubicBezTo>
                  <a:cubicBezTo>
                    <a:pt x="1" y="239"/>
                    <a:pt x="72" y="334"/>
                    <a:pt x="168" y="334"/>
                  </a:cubicBezTo>
                  <a:cubicBezTo>
                    <a:pt x="644" y="334"/>
                    <a:pt x="1025" y="715"/>
                    <a:pt x="1025" y="1192"/>
                  </a:cubicBezTo>
                  <a:cubicBezTo>
                    <a:pt x="1025" y="1287"/>
                    <a:pt x="1096" y="1358"/>
                    <a:pt x="1192" y="1358"/>
                  </a:cubicBezTo>
                  <a:cubicBezTo>
                    <a:pt x="1287" y="1358"/>
                    <a:pt x="1358" y="1287"/>
                    <a:pt x="1358" y="1192"/>
                  </a:cubicBezTo>
                  <a:cubicBezTo>
                    <a:pt x="1358" y="525"/>
                    <a:pt x="811" y="1"/>
                    <a:pt x="1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45"/>
            <p:cNvSpPr/>
            <p:nvPr/>
          </p:nvSpPr>
          <p:spPr>
            <a:xfrm>
              <a:off x="3265302" y="2055538"/>
              <a:ext cx="77105" cy="75211"/>
            </a:xfrm>
            <a:custGeom>
              <a:avLst/>
              <a:gdLst/>
              <a:ahLst/>
              <a:cxnLst/>
              <a:rect l="l" t="t" r="r" b="b"/>
              <a:pathLst>
                <a:path w="1954" h="1906" extrusionOk="0">
                  <a:moveTo>
                    <a:pt x="215" y="0"/>
                  </a:moveTo>
                  <a:cubicBezTo>
                    <a:pt x="0" y="0"/>
                    <a:pt x="0" y="333"/>
                    <a:pt x="215" y="333"/>
                  </a:cubicBezTo>
                  <a:cubicBezTo>
                    <a:pt x="977" y="333"/>
                    <a:pt x="1620" y="953"/>
                    <a:pt x="1620" y="1739"/>
                  </a:cubicBezTo>
                  <a:cubicBezTo>
                    <a:pt x="1620" y="1834"/>
                    <a:pt x="1691" y="1905"/>
                    <a:pt x="1786" y="1905"/>
                  </a:cubicBezTo>
                  <a:cubicBezTo>
                    <a:pt x="1858" y="1905"/>
                    <a:pt x="1953" y="1834"/>
                    <a:pt x="1953" y="1739"/>
                  </a:cubicBezTo>
                  <a:cubicBezTo>
                    <a:pt x="1953" y="786"/>
                    <a:pt x="1167" y="0"/>
                    <a:pt x="2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45"/>
            <p:cNvSpPr/>
            <p:nvPr/>
          </p:nvSpPr>
          <p:spPr>
            <a:xfrm>
              <a:off x="3205165" y="2117767"/>
              <a:ext cx="77065" cy="74974"/>
            </a:xfrm>
            <a:custGeom>
              <a:avLst/>
              <a:gdLst/>
              <a:ahLst/>
              <a:cxnLst/>
              <a:rect l="l" t="t" r="r" b="b"/>
              <a:pathLst>
                <a:path w="1953" h="1900" extrusionOk="0">
                  <a:moveTo>
                    <a:pt x="155" y="1"/>
                  </a:moveTo>
                  <a:cubicBezTo>
                    <a:pt x="78" y="1"/>
                    <a:pt x="0" y="54"/>
                    <a:pt x="0" y="162"/>
                  </a:cubicBezTo>
                  <a:cubicBezTo>
                    <a:pt x="0" y="1114"/>
                    <a:pt x="762" y="1900"/>
                    <a:pt x="1739" y="1900"/>
                  </a:cubicBezTo>
                  <a:cubicBezTo>
                    <a:pt x="1953" y="1900"/>
                    <a:pt x="1953" y="1567"/>
                    <a:pt x="1739" y="1567"/>
                  </a:cubicBezTo>
                  <a:cubicBezTo>
                    <a:pt x="953" y="1567"/>
                    <a:pt x="310" y="947"/>
                    <a:pt x="310" y="162"/>
                  </a:cubicBezTo>
                  <a:cubicBezTo>
                    <a:pt x="310" y="54"/>
                    <a:pt x="232" y="1"/>
                    <a:pt x="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45"/>
            <p:cNvSpPr/>
            <p:nvPr/>
          </p:nvSpPr>
          <p:spPr>
            <a:xfrm>
              <a:off x="2980558" y="2043858"/>
              <a:ext cx="435125" cy="334029"/>
            </a:xfrm>
            <a:custGeom>
              <a:avLst/>
              <a:gdLst/>
              <a:ahLst/>
              <a:cxnLst/>
              <a:rect l="l" t="t" r="r" b="b"/>
              <a:pathLst>
                <a:path w="11027" h="8465" extrusionOk="0">
                  <a:moveTo>
                    <a:pt x="58" y="1"/>
                  </a:moveTo>
                  <a:cubicBezTo>
                    <a:pt x="26" y="1"/>
                    <a:pt x="1" y="23"/>
                    <a:pt x="1" y="58"/>
                  </a:cubicBezTo>
                  <a:lnTo>
                    <a:pt x="1" y="8369"/>
                  </a:lnTo>
                  <a:cubicBezTo>
                    <a:pt x="1" y="8417"/>
                    <a:pt x="24" y="8464"/>
                    <a:pt x="72" y="8464"/>
                  </a:cubicBezTo>
                  <a:lnTo>
                    <a:pt x="10908" y="8464"/>
                  </a:lnTo>
                  <a:cubicBezTo>
                    <a:pt x="10979" y="8441"/>
                    <a:pt x="11027" y="8393"/>
                    <a:pt x="11027" y="8321"/>
                  </a:cubicBezTo>
                  <a:lnTo>
                    <a:pt x="11027" y="6774"/>
                  </a:lnTo>
                  <a:cubicBezTo>
                    <a:pt x="11027" y="6750"/>
                    <a:pt x="11003" y="6702"/>
                    <a:pt x="10979" y="6678"/>
                  </a:cubicBezTo>
                  <a:lnTo>
                    <a:pt x="96" y="10"/>
                  </a:lnTo>
                  <a:cubicBezTo>
                    <a:pt x="83" y="4"/>
                    <a:pt x="70" y="1"/>
                    <a:pt x="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45"/>
            <p:cNvSpPr/>
            <p:nvPr/>
          </p:nvSpPr>
          <p:spPr>
            <a:xfrm>
              <a:off x="3110027" y="1942249"/>
              <a:ext cx="133690" cy="85115"/>
            </a:xfrm>
            <a:custGeom>
              <a:avLst/>
              <a:gdLst/>
              <a:ahLst/>
              <a:cxnLst/>
              <a:rect l="l" t="t" r="r" b="b"/>
              <a:pathLst>
                <a:path w="3388" h="2157" extrusionOk="0">
                  <a:moveTo>
                    <a:pt x="230" y="0"/>
                  </a:moveTo>
                  <a:cubicBezTo>
                    <a:pt x="93" y="0"/>
                    <a:pt x="0" y="195"/>
                    <a:pt x="125" y="299"/>
                  </a:cubicBezTo>
                  <a:lnTo>
                    <a:pt x="3126" y="2133"/>
                  </a:lnTo>
                  <a:cubicBezTo>
                    <a:pt x="3149" y="2157"/>
                    <a:pt x="3173" y="2157"/>
                    <a:pt x="3197" y="2157"/>
                  </a:cubicBezTo>
                  <a:cubicBezTo>
                    <a:pt x="3269" y="2157"/>
                    <a:pt x="3316" y="2133"/>
                    <a:pt x="3340" y="2085"/>
                  </a:cubicBezTo>
                  <a:cubicBezTo>
                    <a:pt x="3388" y="2014"/>
                    <a:pt x="3364" y="1895"/>
                    <a:pt x="3292" y="1871"/>
                  </a:cubicBezTo>
                  <a:lnTo>
                    <a:pt x="292" y="13"/>
                  </a:lnTo>
                  <a:cubicBezTo>
                    <a:pt x="271" y="4"/>
                    <a:pt x="250" y="0"/>
                    <a:pt x="2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45"/>
            <p:cNvSpPr/>
            <p:nvPr/>
          </p:nvSpPr>
          <p:spPr>
            <a:xfrm>
              <a:off x="3043537" y="1994415"/>
              <a:ext cx="132507" cy="85589"/>
            </a:xfrm>
            <a:custGeom>
              <a:avLst/>
              <a:gdLst/>
              <a:ahLst/>
              <a:cxnLst/>
              <a:rect l="l" t="t" r="r" b="b"/>
              <a:pathLst>
                <a:path w="3358" h="2169" extrusionOk="0">
                  <a:moveTo>
                    <a:pt x="180" y="0"/>
                  </a:moveTo>
                  <a:cubicBezTo>
                    <a:pt x="129" y="0"/>
                    <a:pt x="78" y="26"/>
                    <a:pt x="48" y="73"/>
                  </a:cubicBezTo>
                  <a:cubicBezTo>
                    <a:pt x="0" y="168"/>
                    <a:pt x="24" y="263"/>
                    <a:pt x="95" y="311"/>
                  </a:cubicBezTo>
                  <a:lnTo>
                    <a:pt x="3072" y="2144"/>
                  </a:lnTo>
                  <a:cubicBezTo>
                    <a:pt x="3096" y="2168"/>
                    <a:pt x="3144" y="2168"/>
                    <a:pt x="3167" y="2168"/>
                  </a:cubicBezTo>
                  <a:cubicBezTo>
                    <a:pt x="3215" y="2168"/>
                    <a:pt x="3263" y="2144"/>
                    <a:pt x="3310" y="2097"/>
                  </a:cubicBezTo>
                  <a:cubicBezTo>
                    <a:pt x="3358" y="2002"/>
                    <a:pt x="3334" y="1906"/>
                    <a:pt x="3239" y="1859"/>
                  </a:cubicBezTo>
                  <a:lnTo>
                    <a:pt x="3263" y="1859"/>
                  </a:lnTo>
                  <a:lnTo>
                    <a:pt x="262" y="25"/>
                  </a:lnTo>
                  <a:cubicBezTo>
                    <a:pt x="237" y="8"/>
                    <a:pt x="208" y="0"/>
                    <a:pt x="1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45"/>
            <p:cNvSpPr/>
            <p:nvPr/>
          </p:nvSpPr>
          <p:spPr>
            <a:xfrm>
              <a:off x="3036118" y="1947536"/>
              <a:ext cx="110804" cy="69489"/>
            </a:xfrm>
            <a:custGeom>
              <a:avLst/>
              <a:gdLst/>
              <a:ahLst/>
              <a:cxnLst/>
              <a:rect l="l" t="t" r="r" b="b"/>
              <a:pathLst>
                <a:path w="2808" h="1761" extrusionOk="0">
                  <a:moveTo>
                    <a:pt x="220" y="0"/>
                  </a:moveTo>
                  <a:cubicBezTo>
                    <a:pt x="79" y="0"/>
                    <a:pt x="0" y="184"/>
                    <a:pt x="140" y="284"/>
                  </a:cubicBezTo>
                  <a:lnTo>
                    <a:pt x="2498" y="1737"/>
                  </a:lnTo>
                  <a:cubicBezTo>
                    <a:pt x="2522" y="1761"/>
                    <a:pt x="2546" y="1761"/>
                    <a:pt x="2570" y="1761"/>
                  </a:cubicBezTo>
                  <a:cubicBezTo>
                    <a:pt x="2736" y="1761"/>
                    <a:pt x="2808" y="1546"/>
                    <a:pt x="2665" y="1475"/>
                  </a:cubicBezTo>
                  <a:lnTo>
                    <a:pt x="307" y="22"/>
                  </a:lnTo>
                  <a:cubicBezTo>
                    <a:pt x="277" y="7"/>
                    <a:pt x="247" y="0"/>
                    <a:pt x="2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45"/>
            <p:cNvSpPr/>
            <p:nvPr/>
          </p:nvSpPr>
          <p:spPr>
            <a:xfrm>
              <a:off x="3156274" y="2019788"/>
              <a:ext cx="55481" cy="37645"/>
            </a:xfrm>
            <a:custGeom>
              <a:avLst/>
              <a:gdLst/>
              <a:ahLst/>
              <a:cxnLst/>
              <a:rect l="l" t="t" r="r" b="b"/>
              <a:pathLst>
                <a:path w="1406" h="954" extrusionOk="0">
                  <a:moveTo>
                    <a:pt x="181" y="0"/>
                  </a:moveTo>
                  <a:cubicBezTo>
                    <a:pt x="130" y="0"/>
                    <a:pt x="79" y="26"/>
                    <a:pt x="48" y="73"/>
                  </a:cubicBezTo>
                  <a:cubicBezTo>
                    <a:pt x="1" y="144"/>
                    <a:pt x="25" y="239"/>
                    <a:pt x="96" y="287"/>
                  </a:cubicBezTo>
                  <a:lnTo>
                    <a:pt x="1144" y="930"/>
                  </a:lnTo>
                  <a:cubicBezTo>
                    <a:pt x="1168" y="954"/>
                    <a:pt x="1192" y="954"/>
                    <a:pt x="1215" y="954"/>
                  </a:cubicBezTo>
                  <a:cubicBezTo>
                    <a:pt x="1287" y="954"/>
                    <a:pt x="1334" y="930"/>
                    <a:pt x="1358" y="882"/>
                  </a:cubicBezTo>
                  <a:cubicBezTo>
                    <a:pt x="1406" y="811"/>
                    <a:pt x="1382" y="716"/>
                    <a:pt x="1311" y="668"/>
                  </a:cubicBezTo>
                  <a:lnTo>
                    <a:pt x="263" y="25"/>
                  </a:lnTo>
                  <a:cubicBezTo>
                    <a:pt x="237" y="8"/>
                    <a:pt x="209" y="0"/>
                    <a:pt x="1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45"/>
            <p:cNvSpPr/>
            <p:nvPr/>
          </p:nvSpPr>
          <p:spPr>
            <a:xfrm>
              <a:off x="2998434" y="2017933"/>
              <a:ext cx="107134" cy="70515"/>
            </a:xfrm>
            <a:custGeom>
              <a:avLst/>
              <a:gdLst/>
              <a:ahLst/>
              <a:cxnLst/>
              <a:rect l="l" t="t" r="r" b="b"/>
              <a:pathLst>
                <a:path w="2715" h="1787" extrusionOk="0">
                  <a:moveTo>
                    <a:pt x="180" y="0"/>
                  </a:moveTo>
                  <a:cubicBezTo>
                    <a:pt x="122" y="0"/>
                    <a:pt x="64" y="32"/>
                    <a:pt x="48" y="96"/>
                  </a:cubicBezTo>
                  <a:cubicBezTo>
                    <a:pt x="0" y="167"/>
                    <a:pt x="24" y="262"/>
                    <a:pt x="95" y="310"/>
                  </a:cubicBezTo>
                  <a:lnTo>
                    <a:pt x="2453" y="1763"/>
                  </a:lnTo>
                  <a:cubicBezTo>
                    <a:pt x="2477" y="1763"/>
                    <a:pt x="2501" y="1787"/>
                    <a:pt x="2548" y="1787"/>
                  </a:cubicBezTo>
                  <a:cubicBezTo>
                    <a:pt x="2596" y="1787"/>
                    <a:pt x="2643" y="1763"/>
                    <a:pt x="2667" y="1715"/>
                  </a:cubicBezTo>
                  <a:cubicBezTo>
                    <a:pt x="2715" y="1620"/>
                    <a:pt x="2691" y="1525"/>
                    <a:pt x="2620" y="1477"/>
                  </a:cubicBezTo>
                  <a:lnTo>
                    <a:pt x="262" y="24"/>
                  </a:lnTo>
                  <a:cubicBezTo>
                    <a:pt x="238" y="8"/>
                    <a:pt x="209" y="0"/>
                    <a:pt x="1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45"/>
            <p:cNvSpPr/>
            <p:nvPr/>
          </p:nvSpPr>
          <p:spPr>
            <a:xfrm>
              <a:off x="3115117" y="2090421"/>
              <a:ext cx="60019" cy="38434"/>
            </a:xfrm>
            <a:custGeom>
              <a:avLst/>
              <a:gdLst/>
              <a:ahLst/>
              <a:cxnLst/>
              <a:rect l="l" t="t" r="r" b="b"/>
              <a:pathLst>
                <a:path w="1521" h="974" extrusionOk="0">
                  <a:moveTo>
                    <a:pt x="247" y="1"/>
                  </a:moveTo>
                  <a:cubicBezTo>
                    <a:pt x="97" y="1"/>
                    <a:pt x="1" y="205"/>
                    <a:pt x="163" y="307"/>
                  </a:cubicBezTo>
                  <a:lnTo>
                    <a:pt x="1211" y="950"/>
                  </a:lnTo>
                  <a:cubicBezTo>
                    <a:pt x="1234" y="950"/>
                    <a:pt x="1258" y="974"/>
                    <a:pt x="1282" y="974"/>
                  </a:cubicBezTo>
                  <a:cubicBezTo>
                    <a:pt x="1449" y="974"/>
                    <a:pt x="1520" y="759"/>
                    <a:pt x="1377" y="664"/>
                  </a:cubicBezTo>
                  <a:lnTo>
                    <a:pt x="329" y="21"/>
                  </a:lnTo>
                  <a:cubicBezTo>
                    <a:pt x="301" y="7"/>
                    <a:pt x="273" y="1"/>
                    <a:pt x="2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45"/>
            <p:cNvSpPr/>
            <p:nvPr/>
          </p:nvSpPr>
          <p:spPr>
            <a:xfrm>
              <a:off x="2980558" y="2096853"/>
              <a:ext cx="401308" cy="281034"/>
            </a:xfrm>
            <a:custGeom>
              <a:avLst/>
              <a:gdLst/>
              <a:ahLst/>
              <a:cxnLst/>
              <a:rect l="l" t="t" r="r" b="b"/>
              <a:pathLst>
                <a:path w="10170" h="7122" extrusionOk="0">
                  <a:moveTo>
                    <a:pt x="1" y="1"/>
                  </a:moveTo>
                  <a:lnTo>
                    <a:pt x="1" y="7026"/>
                  </a:lnTo>
                  <a:cubicBezTo>
                    <a:pt x="1" y="7074"/>
                    <a:pt x="24" y="7121"/>
                    <a:pt x="72" y="7121"/>
                  </a:cubicBezTo>
                  <a:lnTo>
                    <a:pt x="10169" y="7121"/>
                  </a:lnTo>
                  <a:cubicBezTo>
                    <a:pt x="9931" y="6931"/>
                    <a:pt x="9693" y="6740"/>
                    <a:pt x="9479" y="6526"/>
                  </a:cubicBezTo>
                  <a:cubicBezTo>
                    <a:pt x="8598" y="5716"/>
                    <a:pt x="7740" y="4788"/>
                    <a:pt x="6573" y="4478"/>
                  </a:cubicBezTo>
                  <a:cubicBezTo>
                    <a:pt x="5430" y="4145"/>
                    <a:pt x="4120" y="4407"/>
                    <a:pt x="3215" y="3692"/>
                  </a:cubicBezTo>
                  <a:cubicBezTo>
                    <a:pt x="2668" y="3240"/>
                    <a:pt x="2406" y="2549"/>
                    <a:pt x="2144" y="1906"/>
                  </a:cubicBezTo>
                  <a:cubicBezTo>
                    <a:pt x="1882" y="1239"/>
                    <a:pt x="1548" y="549"/>
                    <a:pt x="905" y="215"/>
                  </a:cubicBezTo>
                  <a:cubicBezTo>
                    <a:pt x="620" y="72"/>
                    <a:pt x="310" y="1"/>
                    <a:pt x="1"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45"/>
            <p:cNvSpPr/>
            <p:nvPr/>
          </p:nvSpPr>
          <p:spPr>
            <a:xfrm>
              <a:off x="2980558" y="2176760"/>
              <a:ext cx="188934" cy="200181"/>
            </a:xfrm>
            <a:custGeom>
              <a:avLst/>
              <a:gdLst/>
              <a:ahLst/>
              <a:cxnLst/>
              <a:rect l="l" t="t" r="r" b="b"/>
              <a:pathLst>
                <a:path w="4788" h="5073" extrusionOk="0">
                  <a:moveTo>
                    <a:pt x="1" y="0"/>
                  </a:moveTo>
                  <a:lnTo>
                    <a:pt x="1" y="5001"/>
                  </a:lnTo>
                  <a:cubicBezTo>
                    <a:pt x="1" y="5049"/>
                    <a:pt x="48" y="5073"/>
                    <a:pt x="96" y="5073"/>
                  </a:cubicBezTo>
                  <a:lnTo>
                    <a:pt x="4787" y="5073"/>
                  </a:lnTo>
                  <a:lnTo>
                    <a:pt x="4668" y="4977"/>
                  </a:lnTo>
                  <a:cubicBezTo>
                    <a:pt x="4263" y="4525"/>
                    <a:pt x="4073" y="3906"/>
                    <a:pt x="3644" y="3501"/>
                  </a:cubicBezTo>
                  <a:cubicBezTo>
                    <a:pt x="3215" y="3096"/>
                    <a:pt x="2573" y="2953"/>
                    <a:pt x="2001" y="2810"/>
                  </a:cubicBezTo>
                  <a:cubicBezTo>
                    <a:pt x="1406" y="2644"/>
                    <a:pt x="810" y="2429"/>
                    <a:pt x="453" y="1905"/>
                  </a:cubicBezTo>
                  <a:cubicBezTo>
                    <a:pt x="286" y="1596"/>
                    <a:pt x="167" y="1238"/>
                    <a:pt x="143" y="857"/>
                  </a:cubicBezTo>
                  <a:cubicBezTo>
                    <a:pt x="120" y="572"/>
                    <a:pt x="72" y="286"/>
                    <a:pt x="1"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59"/>
        <p:cNvGrpSpPr/>
        <p:nvPr/>
      </p:nvGrpSpPr>
      <p:grpSpPr>
        <a:xfrm>
          <a:off x="0" y="0"/>
          <a:ext cx="0" cy="0"/>
          <a:chOff x="0" y="0"/>
          <a:chExt cx="0" cy="0"/>
        </a:xfrm>
      </p:grpSpPr>
      <p:sp>
        <p:nvSpPr>
          <p:cNvPr id="1660" name="Google Shape;1660;p46"/>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Important related notions</a:t>
            </a:r>
            <a:endParaRPr/>
          </a:p>
        </p:txBody>
      </p:sp>
      <p:sp>
        <p:nvSpPr>
          <p:cNvPr id="1661" name="Google Shape;1661;p46"/>
          <p:cNvSpPr txBox="1">
            <a:spLocks noGrp="1"/>
          </p:cNvSpPr>
          <p:nvPr>
            <p:ph type="subTitle" idx="1"/>
          </p:nvPr>
        </p:nvSpPr>
        <p:spPr>
          <a:xfrm>
            <a:off x="880062" y="1375275"/>
            <a:ext cx="3605400" cy="433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Energy</a:t>
            </a:r>
            <a:endParaRPr/>
          </a:p>
        </p:txBody>
      </p:sp>
      <p:sp>
        <p:nvSpPr>
          <p:cNvPr id="1662" name="Google Shape;1662;p46"/>
          <p:cNvSpPr txBox="1">
            <a:spLocks noGrp="1"/>
          </p:cNvSpPr>
          <p:nvPr>
            <p:ph type="subTitle" idx="2"/>
          </p:nvPr>
        </p:nvSpPr>
        <p:spPr>
          <a:xfrm>
            <a:off x="880073" y="1732525"/>
            <a:ext cx="3605400" cy="43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Mars is actually a very cold place</a:t>
            </a:r>
            <a:endParaRPr/>
          </a:p>
        </p:txBody>
      </p:sp>
      <p:sp>
        <p:nvSpPr>
          <p:cNvPr id="1663" name="Google Shape;1663;p46"/>
          <p:cNvSpPr txBox="1">
            <a:spLocks noGrp="1"/>
          </p:cNvSpPr>
          <p:nvPr>
            <p:ph type="subTitle" idx="3"/>
          </p:nvPr>
        </p:nvSpPr>
        <p:spPr>
          <a:xfrm>
            <a:off x="4658538" y="1375275"/>
            <a:ext cx="3605400" cy="433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Matter</a:t>
            </a:r>
            <a:endParaRPr/>
          </a:p>
        </p:txBody>
      </p:sp>
      <p:sp>
        <p:nvSpPr>
          <p:cNvPr id="1664" name="Google Shape;1664;p46"/>
          <p:cNvSpPr txBox="1">
            <a:spLocks noGrp="1"/>
          </p:cNvSpPr>
          <p:nvPr>
            <p:ph type="subTitle" idx="4"/>
          </p:nvPr>
        </p:nvSpPr>
        <p:spPr>
          <a:xfrm>
            <a:off x="4658549" y="1732525"/>
            <a:ext cx="3605400" cy="43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a:t>
            </a:r>
            <a:endParaRPr/>
          </a:p>
        </p:txBody>
      </p:sp>
      <p:sp>
        <p:nvSpPr>
          <p:cNvPr id="1665" name="Google Shape;1665;p46"/>
          <p:cNvSpPr txBox="1">
            <a:spLocks noGrp="1"/>
          </p:cNvSpPr>
          <p:nvPr>
            <p:ph type="subTitle" idx="5"/>
          </p:nvPr>
        </p:nvSpPr>
        <p:spPr>
          <a:xfrm>
            <a:off x="880075" y="2516874"/>
            <a:ext cx="3605400" cy="433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Force</a:t>
            </a:r>
            <a:endParaRPr/>
          </a:p>
        </p:txBody>
      </p:sp>
      <p:sp>
        <p:nvSpPr>
          <p:cNvPr id="1666" name="Google Shape;1666;p46"/>
          <p:cNvSpPr txBox="1">
            <a:spLocks noGrp="1"/>
          </p:cNvSpPr>
          <p:nvPr>
            <p:ph type="subTitle" idx="6"/>
          </p:nvPr>
        </p:nvSpPr>
        <p:spPr>
          <a:xfrm>
            <a:off x="880073" y="2874125"/>
            <a:ext cx="3605400" cy="43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 is far away from us</a:t>
            </a:r>
            <a:endParaRPr/>
          </a:p>
        </p:txBody>
      </p:sp>
      <p:sp>
        <p:nvSpPr>
          <p:cNvPr id="1667" name="Google Shape;1667;p46"/>
          <p:cNvSpPr txBox="1">
            <a:spLocks noGrp="1"/>
          </p:cNvSpPr>
          <p:nvPr>
            <p:ph type="subTitle" idx="7"/>
          </p:nvPr>
        </p:nvSpPr>
        <p:spPr>
          <a:xfrm>
            <a:off x="4658552" y="2516874"/>
            <a:ext cx="3605400" cy="433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Kinematics</a:t>
            </a:r>
            <a:endParaRPr/>
          </a:p>
        </p:txBody>
      </p:sp>
      <p:sp>
        <p:nvSpPr>
          <p:cNvPr id="1668" name="Google Shape;1668;p46"/>
          <p:cNvSpPr txBox="1">
            <a:spLocks noGrp="1"/>
          </p:cNvSpPr>
          <p:nvPr>
            <p:ph type="subTitle" idx="8"/>
          </p:nvPr>
        </p:nvSpPr>
        <p:spPr>
          <a:xfrm>
            <a:off x="4658548" y="2874125"/>
            <a:ext cx="3605400" cy="43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a very small planet</a:t>
            </a:r>
            <a:endParaRPr/>
          </a:p>
        </p:txBody>
      </p:sp>
      <p:sp>
        <p:nvSpPr>
          <p:cNvPr id="1669" name="Google Shape;1669;p46"/>
          <p:cNvSpPr txBox="1">
            <a:spLocks noGrp="1"/>
          </p:cNvSpPr>
          <p:nvPr>
            <p:ph type="subTitle" idx="9"/>
          </p:nvPr>
        </p:nvSpPr>
        <p:spPr>
          <a:xfrm>
            <a:off x="880048" y="3658474"/>
            <a:ext cx="3605400" cy="433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Reactions</a:t>
            </a:r>
            <a:endParaRPr/>
          </a:p>
        </p:txBody>
      </p:sp>
      <p:sp>
        <p:nvSpPr>
          <p:cNvPr id="1670" name="Google Shape;1670;p46"/>
          <p:cNvSpPr txBox="1">
            <a:spLocks noGrp="1"/>
          </p:cNvSpPr>
          <p:nvPr>
            <p:ph type="subTitle" idx="13"/>
          </p:nvPr>
        </p:nvSpPr>
        <p:spPr>
          <a:xfrm>
            <a:off x="880048" y="4015725"/>
            <a:ext cx="3605400" cy="43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a gas giant with several rings</a:t>
            </a:r>
            <a:endParaRPr/>
          </a:p>
        </p:txBody>
      </p:sp>
      <p:sp>
        <p:nvSpPr>
          <p:cNvPr id="1671" name="Google Shape;1671;p46"/>
          <p:cNvSpPr txBox="1">
            <a:spLocks noGrp="1"/>
          </p:cNvSpPr>
          <p:nvPr>
            <p:ph type="subTitle" idx="14"/>
          </p:nvPr>
        </p:nvSpPr>
        <p:spPr>
          <a:xfrm>
            <a:off x="4658525" y="3658474"/>
            <a:ext cx="3605400" cy="433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Astrophysics</a:t>
            </a:r>
            <a:endParaRPr/>
          </a:p>
        </p:txBody>
      </p:sp>
      <p:sp>
        <p:nvSpPr>
          <p:cNvPr id="1672" name="Google Shape;1672;p46"/>
          <p:cNvSpPr txBox="1">
            <a:spLocks noGrp="1"/>
          </p:cNvSpPr>
          <p:nvPr>
            <p:ph type="subTitle" idx="15"/>
          </p:nvPr>
        </p:nvSpPr>
        <p:spPr>
          <a:xfrm>
            <a:off x="4658523" y="4015725"/>
            <a:ext cx="3605400" cy="43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Earth is the place where we live 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76"/>
        <p:cNvGrpSpPr/>
        <p:nvPr/>
      </p:nvGrpSpPr>
      <p:grpSpPr>
        <a:xfrm>
          <a:off x="0" y="0"/>
          <a:ext cx="0" cy="0"/>
          <a:chOff x="0" y="0"/>
          <a:chExt cx="0" cy="0"/>
        </a:xfrm>
      </p:grpSpPr>
      <p:sp>
        <p:nvSpPr>
          <p:cNvPr id="1677" name="Google Shape;1677;p47"/>
          <p:cNvSpPr/>
          <p:nvPr/>
        </p:nvSpPr>
        <p:spPr>
          <a:xfrm rot="10800000" flipH="1">
            <a:off x="281369" y="373350"/>
            <a:ext cx="8114679" cy="4498593"/>
          </a:xfrm>
          <a:custGeom>
            <a:avLst/>
            <a:gdLst/>
            <a:ahLst/>
            <a:cxnLst/>
            <a:rect l="l" t="t" r="r" b="b"/>
            <a:pathLst>
              <a:path w="117779" h="65294" extrusionOk="0">
                <a:moveTo>
                  <a:pt x="25550" y="1"/>
                </a:moveTo>
                <a:cubicBezTo>
                  <a:pt x="21830" y="1"/>
                  <a:pt x="18308" y="1075"/>
                  <a:pt x="15128" y="3864"/>
                </a:cubicBezTo>
                <a:cubicBezTo>
                  <a:pt x="1" y="17128"/>
                  <a:pt x="9786" y="63793"/>
                  <a:pt x="36063" y="63793"/>
                </a:cubicBezTo>
                <a:cubicBezTo>
                  <a:pt x="38280" y="63793"/>
                  <a:pt x="40614" y="63461"/>
                  <a:pt x="43061" y="62749"/>
                </a:cubicBezTo>
                <a:cubicBezTo>
                  <a:pt x="50374" y="60619"/>
                  <a:pt x="54875" y="58884"/>
                  <a:pt x="62265" y="58598"/>
                </a:cubicBezTo>
                <a:cubicBezTo>
                  <a:pt x="63435" y="58552"/>
                  <a:pt x="64444" y="58525"/>
                  <a:pt x="65363" y="58525"/>
                </a:cubicBezTo>
                <a:cubicBezTo>
                  <a:pt x="69616" y="58525"/>
                  <a:pt x="71941" y="59090"/>
                  <a:pt x="79426" y="60805"/>
                </a:cubicBezTo>
                <a:cubicBezTo>
                  <a:pt x="86136" y="62352"/>
                  <a:pt x="91996" y="65293"/>
                  <a:pt x="98563" y="65293"/>
                </a:cubicBezTo>
                <a:cubicBezTo>
                  <a:pt x="100109" y="65293"/>
                  <a:pt x="101695" y="65130"/>
                  <a:pt x="103340" y="64747"/>
                </a:cubicBezTo>
                <a:cubicBezTo>
                  <a:pt x="112750" y="62562"/>
                  <a:pt x="117779" y="53086"/>
                  <a:pt x="116285" y="44017"/>
                </a:cubicBezTo>
                <a:cubicBezTo>
                  <a:pt x="116022" y="42392"/>
                  <a:pt x="115627" y="40778"/>
                  <a:pt x="115132" y="39197"/>
                </a:cubicBezTo>
                <a:cubicBezTo>
                  <a:pt x="113431" y="33718"/>
                  <a:pt x="110784" y="27844"/>
                  <a:pt x="111981" y="22453"/>
                </a:cubicBezTo>
                <a:cubicBezTo>
                  <a:pt x="112882" y="18390"/>
                  <a:pt x="114375" y="15294"/>
                  <a:pt x="111981" y="10803"/>
                </a:cubicBezTo>
                <a:cubicBezTo>
                  <a:pt x="108711" y="4710"/>
                  <a:pt x="101472" y="1725"/>
                  <a:pt x="94903" y="1725"/>
                </a:cubicBezTo>
                <a:cubicBezTo>
                  <a:pt x="93245" y="1725"/>
                  <a:pt x="91630" y="1915"/>
                  <a:pt x="90131" y="2294"/>
                </a:cubicBezTo>
                <a:cubicBezTo>
                  <a:pt x="81136" y="4553"/>
                  <a:pt x="73435" y="9315"/>
                  <a:pt x="63556" y="9315"/>
                </a:cubicBezTo>
                <a:cubicBezTo>
                  <a:pt x="62823" y="9315"/>
                  <a:pt x="62078" y="9288"/>
                  <a:pt x="61320" y="9233"/>
                </a:cubicBezTo>
                <a:cubicBezTo>
                  <a:pt x="55732" y="8827"/>
                  <a:pt x="50417" y="8366"/>
                  <a:pt x="45191" y="6016"/>
                </a:cubicBezTo>
                <a:cubicBezTo>
                  <a:pt x="38546" y="3006"/>
                  <a:pt x="31772" y="1"/>
                  <a:pt x="255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47"/>
          <p:cNvSpPr txBox="1">
            <a:spLocks noGrp="1"/>
          </p:cNvSpPr>
          <p:nvPr>
            <p:ph type="title"/>
          </p:nvPr>
        </p:nvSpPr>
        <p:spPr>
          <a:xfrm>
            <a:off x="1388100" y="2117400"/>
            <a:ext cx="6367800" cy="9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1"/>
                </a:solidFill>
                <a:latin typeface="Montserrat SemiBold"/>
                <a:ea typeface="Montserrat SemiBold"/>
                <a:cs typeface="Montserrat SemiBold"/>
                <a:sym typeface="Montserrat SemiBold"/>
              </a:rPr>
              <a:t>Awesome</a:t>
            </a:r>
            <a:r>
              <a:rPr lang="en">
                <a:solidFill>
                  <a:schemeClr val="lt1"/>
                </a:solidFill>
              </a:rPr>
              <a:t> words</a:t>
            </a:r>
            <a:endParaRPr>
              <a:solidFill>
                <a:schemeClr val="lt1"/>
              </a:solidFill>
            </a:endParaRPr>
          </a:p>
        </p:txBody>
      </p:sp>
      <p:grpSp>
        <p:nvGrpSpPr>
          <p:cNvPr id="1679" name="Google Shape;1679;p47"/>
          <p:cNvGrpSpPr/>
          <p:nvPr/>
        </p:nvGrpSpPr>
        <p:grpSpPr>
          <a:xfrm rot="2385980">
            <a:off x="1949442" y="658339"/>
            <a:ext cx="958313" cy="1063886"/>
            <a:chOff x="7346251" y="563301"/>
            <a:chExt cx="1165163" cy="1293524"/>
          </a:xfrm>
        </p:grpSpPr>
        <p:sp>
          <p:nvSpPr>
            <p:cNvPr id="1680" name="Google Shape;1680;p47"/>
            <p:cNvSpPr/>
            <p:nvPr/>
          </p:nvSpPr>
          <p:spPr>
            <a:xfrm rot="1693449">
              <a:off x="7551679" y="1144858"/>
              <a:ext cx="928371" cy="366040"/>
            </a:xfrm>
            <a:custGeom>
              <a:avLst/>
              <a:gdLst/>
              <a:ahLst/>
              <a:cxnLst/>
              <a:rect l="l" t="t" r="r" b="b"/>
              <a:pathLst>
                <a:path w="22281" h="8785" extrusionOk="0">
                  <a:moveTo>
                    <a:pt x="11156" y="1"/>
                  </a:moveTo>
                  <a:lnTo>
                    <a:pt x="0" y="8147"/>
                  </a:lnTo>
                  <a:lnTo>
                    <a:pt x="456" y="8785"/>
                  </a:lnTo>
                  <a:lnTo>
                    <a:pt x="11156" y="943"/>
                  </a:lnTo>
                  <a:lnTo>
                    <a:pt x="21824" y="8785"/>
                  </a:lnTo>
                  <a:lnTo>
                    <a:pt x="22280" y="8147"/>
                  </a:lnTo>
                  <a:lnTo>
                    <a:pt x="111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47"/>
            <p:cNvSpPr/>
            <p:nvPr/>
          </p:nvSpPr>
          <p:spPr>
            <a:xfrm rot="1693449">
              <a:off x="8193466" y="722377"/>
              <a:ext cx="31708" cy="490164"/>
            </a:xfrm>
            <a:custGeom>
              <a:avLst/>
              <a:gdLst/>
              <a:ahLst/>
              <a:cxnLst/>
              <a:rect l="l" t="t" r="r" b="b"/>
              <a:pathLst>
                <a:path w="761" h="11764" extrusionOk="0">
                  <a:moveTo>
                    <a:pt x="0" y="1"/>
                  </a:moveTo>
                  <a:lnTo>
                    <a:pt x="0" y="11764"/>
                  </a:lnTo>
                  <a:lnTo>
                    <a:pt x="760" y="11764"/>
                  </a:lnTo>
                  <a:lnTo>
                    <a:pt x="7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47"/>
            <p:cNvSpPr/>
            <p:nvPr/>
          </p:nvSpPr>
          <p:spPr>
            <a:xfrm rot="1693449">
              <a:off x="7387886" y="1133150"/>
              <a:ext cx="271332" cy="244291"/>
            </a:xfrm>
            <a:custGeom>
              <a:avLst/>
              <a:gdLst/>
              <a:ahLst/>
              <a:cxnLst/>
              <a:rect l="l" t="t" r="r" b="b"/>
              <a:pathLst>
                <a:path w="6512" h="5863" extrusionOk="0">
                  <a:moveTo>
                    <a:pt x="3613" y="0"/>
                  </a:moveTo>
                  <a:cubicBezTo>
                    <a:pt x="1736" y="0"/>
                    <a:pt x="1" y="1909"/>
                    <a:pt x="888" y="4061"/>
                  </a:cubicBezTo>
                  <a:cubicBezTo>
                    <a:pt x="1399" y="5299"/>
                    <a:pt x="2472" y="5862"/>
                    <a:pt x="3545" y="5862"/>
                  </a:cubicBezTo>
                  <a:cubicBezTo>
                    <a:pt x="5028" y="5862"/>
                    <a:pt x="6511" y="4788"/>
                    <a:pt x="6511" y="2937"/>
                  </a:cubicBezTo>
                  <a:cubicBezTo>
                    <a:pt x="6511" y="2177"/>
                    <a:pt x="6208" y="1417"/>
                    <a:pt x="5630" y="870"/>
                  </a:cubicBezTo>
                  <a:cubicBezTo>
                    <a:pt x="5022" y="262"/>
                    <a:pt x="4308" y="0"/>
                    <a:pt x="3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47"/>
            <p:cNvSpPr/>
            <p:nvPr/>
          </p:nvSpPr>
          <p:spPr>
            <a:xfrm rot="1693449">
              <a:off x="7389301" y="1127882"/>
              <a:ext cx="256582" cy="217124"/>
            </a:xfrm>
            <a:custGeom>
              <a:avLst/>
              <a:gdLst/>
              <a:ahLst/>
              <a:cxnLst/>
              <a:rect l="l" t="t" r="r" b="b"/>
              <a:pathLst>
                <a:path w="6158" h="5211" extrusionOk="0">
                  <a:moveTo>
                    <a:pt x="3793" y="0"/>
                  </a:moveTo>
                  <a:cubicBezTo>
                    <a:pt x="1804" y="0"/>
                    <a:pt x="1" y="2153"/>
                    <a:pt x="1173" y="4340"/>
                  </a:cubicBezTo>
                  <a:cubicBezTo>
                    <a:pt x="1775" y="4942"/>
                    <a:pt x="2512" y="5211"/>
                    <a:pt x="3232" y="5211"/>
                  </a:cubicBezTo>
                  <a:cubicBezTo>
                    <a:pt x="4730" y="5211"/>
                    <a:pt x="6158" y="4048"/>
                    <a:pt x="6158" y="2303"/>
                  </a:cubicBezTo>
                  <a:cubicBezTo>
                    <a:pt x="6158" y="1787"/>
                    <a:pt x="6036" y="1331"/>
                    <a:pt x="5823" y="875"/>
                  </a:cubicBezTo>
                  <a:cubicBezTo>
                    <a:pt x="5203" y="262"/>
                    <a:pt x="4487" y="0"/>
                    <a:pt x="37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47"/>
            <p:cNvSpPr/>
            <p:nvPr/>
          </p:nvSpPr>
          <p:spPr>
            <a:xfrm rot="1693449">
              <a:off x="8170413" y="620910"/>
              <a:ext cx="279374" cy="243749"/>
            </a:xfrm>
            <a:custGeom>
              <a:avLst/>
              <a:gdLst/>
              <a:ahLst/>
              <a:cxnLst/>
              <a:rect l="l" t="t" r="r" b="b"/>
              <a:pathLst>
                <a:path w="6705" h="5850" extrusionOk="0">
                  <a:moveTo>
                    <a:pt x="3764" y="1"/>
                  </a:moveTo>
                  <a:cubicBezTo>
                    <a:pt x="1641" y="1"/>
                    <a:pt x="0" y="2426"/>
                    <a:pt x="1325" y="4489"/>
                  </a:cubicBezTo>
                  <a:cubicBezTo>
                    <a:pt x="1916" y="5428"/>
                    <a:pt x="2835" y="5850"/>
                    <a:pt x="3748" y="5850"/>
                  </a:cubicBezTo>
                  <a:cubicBezTo>
                    <a:pt x="5226" y="5850"/>
                    <a:pt x="6686" y="4743"/>
                    <a:pt x="6705" y="2939"/>
                  </a:cubicBezTo>
                  <a:cubicBezTo>
                    <a:pt x="6705" y="1814"/>
                    <a:pt x="6036" y="780"/>
                    <a:pt x="5033" y="294"/>
                  </a:cubicBezTo>
                  <a:cubicBezTo>
                    <a:pt x="4604" y="92"/>
                    <a:pt x="4175" y="1"/>
                    <a:pt x="37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47"/>
            <p:cNvSpPr/>
            <p:nvPr/>
          </p:nvSpPr>
          <p:spPr>
            <a:xfrm rot="1693449">
              <a:off x="8165574" y="611565"/>
              <a:ext cx="260165" cy="222957"/>
            </a:xfrm>
            <a:custGeom>
              <a:avLst/>
              <a:gdLst/>
              <a:ahLst/>
              <a:cxnLst/>
              <a:rect l="l" t="t" r="r" b="b"/>
              <a:pathLst>
                <a:path w="6244" h="5351" extrusionOk="0">
                  <a:moveTo>
                    <a:pt x="4023" y="1"/>
                  </a:moveTo>
                  <a:cubicBezTo>
                    <a:pt x="1646" y="1"/>
                    <a:pt x="1" y="3100"/>
                    <a:pt x="2049" y="5070"/>
                  </a:cubicBezTo>
                  <a:cubicBezTo>
                    <a:pt x="2458" y="5262"/>
                    <a:pt x="2881" y="5350"/>
                    <a:pt x="3293" y="5350"/>
                  </a:cubicBezTo>
                  <a:cubicBezTo>
                    <a:pt x="4841" y="5350"/>
                    <a:pt x="6244" y="4106"/>
                    <a:pt x="6244" y="2426"/>
                  </a:cubicBezTo>
                  <a:cubicBezTo>
                    <a:pt x="6244" y="1605"/>
                    <a:pt x="5909" y="845"/>
                    <a:pt x="5301" y="298"/>
                  </a:cubicBezTo>
                  <a:cubicBezTo>
                    <a:pt x="4864" y="93"/>
                    <a:pt x="4433" y="1"/>
                    <a:pt x="40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47"/>
            <p:cNvSpPr/>
            <p:nvPr/>
          </p:nvSpPr>
          <p:spPr>
            <a:xfrm rot="1693449">
              <a:off x="7894832" y="992986"/>
              <a:ext cx="393915" cy="386790"/>
            </a:xfrm>
            <a:custGeom>
              <a:avLst/>
              <a:gdLst/>
              <a:ahLst/>
              <a:cxnLst/>
              <a:rect l="l" t="t" r="r" b="b"/>
              <a:pathLst>
                <a:path w="9454" h="9283" extrusionOk="0">
                  <a:moveTo>
                    <a:pt x="4743" y="0"/>
                  </a:moveTo>
                  <a:cubicBezTo>
                    <a:pt x="2189" y="0"/>
                    <a:pt x="92" y="2006"/>
                    <a:pt x="31" y="4560"/>
                  </a:cubicBezTo>
                  <a:cubicBezTo>
                    <a:pt x="1" y="5228"/>
                    <a:pt x="153" y="5897"/>
                    <a:pt x="426" y="6505"/>
                  </a:cubicBezTo>
                  <a:cubicBezTo>
                    <a:pt x="1200" y="8233"/>
                    <a:pt x="2915" y="9282"/>
                    <a:pt x="4735" y="9282"/>
                  </a:cubicBezTo>
                  <a:cubicBezTo>
                    <a:pt x="5060" y="9282"/>
                    <a:pt x="5388" y="9249"/>
                    <a:pt x="5715" y="9180"/>
                  </a:cubicBezTo>
                  <a:cubicBezTo>
                    <a:pt x="7904" y="8724"/>
                    <a:pt x="9454" y="6778"/>
                    <a:pt x="9454" y="4560"/>
                  </a:cubicBezTo>
                  <a:cubicBezTo>
                    <a:pt x="9363" y="2006"/>
                    <a:pt x="7296" y="0"/>
                    <a:pt x="47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47"/>
            <p:cNvSpPr/>
            <p:nvPr/>
          </p:nvSpPr>
          <p:spPr>
            <a:xfrm rot="1693449">
              <a:off x="7909513" y="982757"/>
              <a:ext cx="362248" cy="344582"/>
            </a:xfrm>
            <a:custGeom>
              <a:avLst/>
              <a:gdLst/>
              <a:ahLst/>
              <a:cxnLst/>
              <a:rect l="l" t="t" r="r" b="b"/>
              <a:pathLst>
                <a:path w="8694" h="8270" extrusionOk="0">
                  <a:moveTo>
                    <a:pt x="4764" y="1"/>
                  </a:moveTo>
                  <a:cubicBezTo>
                    <a:pt x="2345" y="1"/>
                    <a:pt x="11" y="1856"/>
                    <a:pt x="31" y="4703"/>
                  </a:cubicBezTo>
                  <a:cubicBezTo>
                    <a:pt x="1" y="5371"/>
                    <a:pt x="153" y="6040"/>
                    <a:pt x="426" y="6648"/>
                  </a:cubicBezTo>
                  <a:cubicBezTo>
                    <a:pt x="1413" y="7769"/>
                    <a:pt x="2690" y="8270"/>
                    <a:pt x="3944" y="8270"/>
                  </a:cubicBezTo>
                  <a:cubicBezTo>
                    <a:pt x="6362" y="8270"/>
                    <a:pt x="8694" y="6409"/>
                    <a:pt x="8694" y="3548"/>
                  </a:cubicBezTo>
                  <a:cubicBezTo>
                    <a:pt x="8694" y="2879"/>
                    <a:pt x="8542" y="2210"/>
                    <a:pt x="8268" y="1602"/>
                  </a:cubicBezTo>
                  <a:cubicBezTo>
                    <a:pt x="7285" y="495"/>
                    <a:pt x="6013" y="1"/>
                    <a:pt x="47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47"/>
            <p:cNvSpPr/>
            <p:nvPr/>
          </p:nvSpPr>
          <p:spPr>
            <a:xfrm rot="1693449">
              <a:off x="8173447" y="1561299"/>
              <a:ext cx="287540" cy="241916"/>
            </a:xfrm>
            <a:custGeom>
              <a:avLst/>
              <a:gdLst/>
              <a:ahLst/>
              <a:cxnLst/>
              <a:rect l="l" t="t" r="r" b="b"/>
              <a:pathLst>
                <a:path w="6901" h="5806" extrusionOk="0">
                  <a:moveTo>
                    <a:pt x="3983" y="0"/>
                  </a:moveTo>
                  <a:cubicBezTo>
                    <a:pt x="1186" y="0"/>
                    <a:pt x="1" y="3526"/>
                    <a:pt x="2220" y="5228"/>
                  </a:cubicBezTo>
                  <a:cubicBezTo>
                    <a:pt x="2706" y="5623"/>
                    <a:pt x="3344" y="5806"/>
                    <a:pt x="3983" y="5806"/>
                  </a:cubicBezTo>
                  <a:cubicBezTo>
                    <a:pt x="5594" y="5806"/>
                    <a:pt x="6901" y="4499"/>
                    <a:pt x="6901" y="2888"/>
                  </a:cubicBezTo>
                  <a:cubicBezTo>
                    <a:pt x="6870" y="1733"/>
                    <a:pt x="6202" y="669"/>
                    <a:pt x="5107" y="213"/>
                  </a:cubicBezTo>
                  <a:cubicBezTo>
                    <a:pt x="4743" y="61"/>
                    <a:pt x="4378" y="0"/>
                    <a:pt x="39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47"/>
            <p:cNvSpPr/>
            <p:nvPr/>
          </p:nvSpPr>
          <p:spPr>
            <a:xfrm rot="1693449">
              <a:off x="8178624" y="1555917"/>
              <a:ext cx="260957" cy="226707"/>
            </a:xfrm>
            <a:custGeom>
              <a:avLst/>
              <a:gdLst/>
              <a:ahLst/>
              <a:cxnLst/>
              <a:rect l="l" t="t" r="r" b="b"/>
              <a:pathLst>
                <a:path w="6263" h="5441" extrusionOk="0">
                  <a:moveTo>
                    <a:pt x="3983" y="0"/>
                  </a:moveTo>
                  <a:cubicBezTo>
                    <a:pt x="1186" y="0"/>
                    <a:pt x="1" y="3526"/>
                    <a:pt x="2220" y="5228"/>
                  </a:cubicBezTo>
                  <a:cubicBezTo>
                    <a:pt x="2584" y="5380"/>
                    <a:pt x="2949" y="5441"/>
                    <a:pt x="3344" y="5441"/>
                  </a:cubicBezTo>
                  <a:cubicBezTo>
                    <a:pt x="4955" y="5441"/>
                    <a:pt x="6262" y="4134"/>
                    <a:pt x="6262" y="2553"/>
                  </a:cubicBezTo>
                  <a:cubicBezTo>
                    <a:pt x="6262" y="1611"/>
                    <a:pt x="5837" y="760"/>
                    <a:pt x="5107" y="213"/>
                  </a:cubicBezTo>
                  <a:cubicBezTo>
                    <a:pt x="4743" y="61"/>
                    <a:pt x="4378" y="0"/>
                    <a:pt x="39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0" name="Google Shape;1690;p47"/>
          <p:cNvGrpSpPr/>
          <p:nvPr/>
        </p:nvGrpSpPr>
        <p:grpSpPr>
          <a:xfrm rot="-2058591">
            <a:off x="5840416" y="3574666"/>
            <a:ext cx="1395935" cy="1044472"/>
            <a:chOff x="2923063" y="846627"/>
            <a:chExt cx="1475425" cy="1103947"/>
          </a:xfrm>
        </p:grpSpPr>
        <p:sp>
          <p:nvSpPr>
            <p:cNvPr id="1691" name="Google Shape;1691;p47"/>
            <p:cNvSpPr/>
            <p:nvPr/>
          </p:nvSpPr>
          <p:spPr>
            <a:xfrm>
              <a:off x="3485903" y="1027540"/>
              <a:ext cx="428518" cy="763230"/>
            </a:xfrm>
            <a:custGeom>
              <a:avLst/>
              <a:gdLst/>
              <a:ahLst/>
              <a:cxnLst/>
              <a:rect l="l" t="t" r="r" b="b"/>
              <a:pathLst>
                <a:path w="12343" h="21984" extrusionOk="0">
                  <a:moveTo>
                    <a:pt x="934" y="1"/>
                  </a:moveTo>
                  <a:lnTo>
                    <a:pt x="0" y="401"/>
                  </a:lnTo>
                  <a:lnTo>
                    <a:pt x="4570" y="11475"/>
                  </a:lnTo>
                  <a:lnTo>
                    <a:pt x="11508" y="21983"/>
                  </a:lnTo>
                  <a:lnTo>
                    <a:pt x="12342" y="21449"/>
                  </a:lnTo>
                  <a:lnTo>
                    <a:pt x="5437" y="11008"/>
                  </a:lnTo>
                  <a:lnTo>
                    <a:pt x="9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47"/>
            <p:cNvSpPr/>
            <p:nvPr/>
          </p:nvSpPr>
          <p:spPr>
            <a:xfrm>
              <a:off x="3172057" y="1137560"/>
              <a:ext cx="973965" cy="560549"/>
            </a:xfrm>
            <a:custGeom>
              <a:avLst/>
              <a:gdLst/>
              <a:ahLst/>
              <a:cxnLst/>
              <a:rect l="l" t="t" r="r" b="b"/>
              <a:pathLst>
                <a:path w="28054" h="16146" extrusionOk="0">
                  <a:moveTo>
                    <a:pt x="27587" y="1"/>
                  </a:moveTo>
                  <a:lnTo>
                    <a:pt x="0" y="15245"/>
                  </a:lnTo>
                  <a:lnTo>
                    <a:pt x="501" y="16145"/>
                  </a:lnTo>
                  <a:lnTo>
                    <a:pt x="28054" y="868"/>
                  </a:lnTo>
                  <a:lnTo>
                    <a:pt x="27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47"/>
            <p:cNvSpPr/>
            <p:nvPr/>
          </p:nvSpPr>
          <p:spPr>
            <a:xfrm>
              <a:off x="3328389" y="846627"/>
              <a:ext cx="297807" cy="236704"/>
            </a:xfrm>
            <a:custGeom>
              <a:avLst/>
              <a:gdLst/>
              <a:ahLst/>
              <a:cxnLst/>
              <a:rect l="l" t="t" r="r" b="b"/>
              <a:pathLst>
                <a:path w="8578" h="6818" extrusionOk="0">
                  <a:moveTo>
                    <a:pt x="4320" y="1"/>
                  </a:moveTo>
                  <a:cubicBezTo>
                    <a:pt x="3759" y="1"/>
                    <a:pt x="3192" y="143"/>
                    <a:pt x="2669" y="442"/>
                  </a:cubicBezTo>
                  <a:cubicBezTo>
                    <a:pt x="1" y="1909"/>
                    <a:pt x="468" y="5845"/>
                    <a:pt x="3370" y="6679"/>
                  </a:cubicBezTo>
                  <a:cubicBezTo>
                    <a:pt x="3698" y="6774"/>
                    <a:pt x="4020" y="6818"/>
                    <a:pt x="4333" y="6818"/>
                  </a:cubicBezTo>
                  <a:cubicBezTo>
                    <a:pt x="6780" y="6818"/>
                    <a:pt x="8578" y="4113"/>
                    <a:pt x="7306" y="1776"/>
                  </a:cubicBezTo>
                  <a:cubicBezTo>
                    <a:pt x="6671" y="642"/>
                    <a:pt x="5511" y="1"/>
                    <a:pt x="43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47"/>
            <p:cNvSpPr/>
            <p:nvPr/>
          </p:nvSpPr>
          <p:spPr>
            <a:xfrm>
              <a:off x="3786591" y="1714045"/>
              <a:ext cx="287634" cy="236530"/>
            </a:xfrm>
            <a:custGeom>
              <a:avLst/>
              <a:gdLst/>
              <a:ahLst/>
              <a:cxnLst/>
              <a:rect l="l" t="t" r="r" b="b"/>
              <a:pathLst>
                <a:path w="8285" h="6813" extrusionOk="0">
                  <a:moveTo>
                    <a:pt x="4429" y="1"/>
                  </a:moveTo>
                  <a:cubicBezTo>
                    <a:pt x="2127" y="1"/>
                    <a:pt x="0" y="2487"/>
                    <a:pt x="1413" y="5044"/>
                  </a:cubicBezTo>
                  <a:cubicBezTo>
                    <a:pt x="1713" y="5578"/>
                    <a:pt x="2147" y="6045"/>
                    <a:pt x="2681" y="6345"/>
                  </a:cubicBezTo>
                  <a:cubicBezTo>
                    <a:pt x="3212" y="6654"/>
                    <a:pt x="3805" y="6813"/>
                    <a:pt x="4401" y="6813"/>
                  </a:cubicBezTo>
                  <a:cubicBezTo>
                    <a:pt x="4965" y="6813"/>
                    <a:pt x="5531" y="6671"/>
                    <a:pt x="6050" y="6379"/>
                  </a:cubicBezTo>
                  <a:cubicBezTo>
                    <a:pt x="7684" y="5478"/>
                    <a:pt x="8285" y="3410"/>
                    <a:pt x="7351" y="1775"/>
                  </a:cubicBezTo>
                  <a:cubicBezTo>
                    <a:pt x="7251" y="1542"/>
                    <a:pt x="7084" y="1308"/>
                    <a:pt x="6884" y="1142"/>
                  </a:cubicBezTo>
                  <a:cubicBezTo>
                    <a:pt x="6154" y="340"/>
                    <a:pt x="5280" y="1"/>
                    <a:pt x="44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47"/>
            <p:cNvSpPr/>
            <p:nvPr/>
          </p:nvSpPr>
          <p:spPr>
            <a:xfrm>
              <a:off x="3386298" y="1178388"/>
              <a:ext cx="550134" cy="484899"/>
            </a:xfrm>
            <a:custGeom>
              <a:avLst/>
              <a:gdLst/>
              <a:ahLst/>
              <a:cxnLst/>
              <a:rect l="l" t="t" r="r" b="b"/>
              <a:pathLst>
                <a:path w="15846" h="13967" extrusionOk="0">
                  <a:moveTo>
                    <a:pt x="7938" y="1"/>
                  </a:moveTo>
                  <a:cubicBezTo>
                    <a:pt x="5703" y="1"/>
                    <a:pt x="3517" y="1068"/>
                    <a:pt x="2169" y="3028"/>
                  </a:cubicBezTo>
                  <a:cubicBezTo>
                    <a:pt x="0" y="6163"/>
                    <a:pt x="734" y="10400"/>
                    <a:pt x="3803" y="12668"/>
                  </a:cubicBezTo>
                  <a:cubicBezTo>
                    <a:pt x="4993" y="13528"/>
                    <a:pt x="6414" y="13967"/>
                    <a:pt x="7840" y="13967"/>
                  </a:cubicBezTo>
                  <a:cubicBezTo>
                    <a:pt x="9012" y="13967"/>
                    <a:pt x="10188" y="13670"/>
                    <a:pt x="11242" y="13068"/>
                  </a:cubicBezTo>
                  <a:cubicBezTo>
                    <a:pt x="14611" y="11200"/>
                    <a:pt x="15845" y="6964"/>
                    <a:pt x="13977" y="3595"/>
                  </a:cubicBezTo>
                  <a:cubicBezTo>
                    <a:pt x="13443" y="2594"/>
                    <a:pt x="12676" y="1760"/>
                    <a:pt x="11742" y="1126"/>
                  </a:cubicBezTo>
                  <a:cubicBezTo>
                    <a:pt x="10562" y="364"/>
                    <a:pt x="9242" y="1"/>
                    <a:pt x="79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47"/>
            <p:cNvSpPr/>
            <p:nvPr/>
          </p:nvSpPr>
          <p:spPr>
            <a:xfrm>
              <a:off x="4049403" y="939219"/>
              <a:ext cx="349084" cy="320581"/>
            </a:xfrm>
            <a:custGeom>
              <a:avLst/>
              <a:gdLst/>
              <a:ahLst/>
              <a:cxnLst/>
              <a:rect l="l" t="t" r="r" b="b"/>
              <a:pathLst>
                <a:path w="10055" h="9234" extrusionOk="0">
                  <a:moveTo>
                    <a:pt x="4779" y="0"/>
                  </a:moveTo>
                  <a:cubicBezTo>
                    <a:pt x="2488" y="0"/>
                    <a:pt x="347" y="1726"/>
                    <a:pt x="181" y="4313"/>
                  </a:cubicBezTo>
                  <a:cubicBezTo>
                    <a:pt x="0" y="7122"/>
                    <a:pt x="2269" y="9234"/>
                    <a:pt x="4787" y="9234"/>
                  </a:cubicBezTo>
                  <a:cubicBezTo>
                    <a:pt x="5528" y="9234"/>
                    <a:pt x="6291" y="9051"/>
                    <a:pt x="7019" y="8649"/>
                  </a:cubicBezTo>
                  <a:cubicBezTo>
                    <a:pt x="9221" y="7415"/>
                    <a:pt x="10055" y="4613"/>
                    <a:pt x="8820" y="2378"/>
                  </a:cubicBezTo>
                  <a:cubicBezTo>
                    <a:pt x="8487" y="1811"/>
                    <a:pt x="8053" y="1310"/>
                    <a:pt x="7519" y="910"/>
                  </a:cubicBezTo>
                  <a:cubicBezTo>
                    <a:pt x="6663" y="284"/>
                    <a:pt x="5709" y="0"/>
                    <a:pt x="4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47"/>
            <p:cNvSpPr/>
            <p:nvPr/>
          </p:nvSpPr>
          <p:spPr>
            <a:xfrm>
              <a:off x="2923063" y="1574168"/>
              <a:ext cx="319679" cy="319644"/>
            </a:xfrm>
            <a:custGeom>
              <a:avLst/>
              <a:gdLst/>
              <a:ahLst/>
              <a:cxnLst/>
              <a:rect l="l" t="t" r="r" b="b"/>
              <a:pathLst>
                <a:path w="9208" h="9207" extrusionOk="0">
                  <a:moveTo>
                    <a:pt x="4604" y="0"/>
                  </a:moveTo>
                  <a:cubicBezTo>
                    <a:pt x="2069" y="0"/>
                    <a:pt x="1" y="2068"/>
                    <a:pt x="1" y="4604"/>
                  </a:cubicBezTo>
                  <a:cubicBezTo>
                    <a:pt x="1" y="7139"/>
                    <a:pt x="2069" y="9207"/>
                    <a:pt x="4604" y="9207"/>
                  </a:cubicBezTo>
                  <a:cubicBezTo>
                    <a:pt x="7139" y="9207"/>
                    <a:pt x="9207" y="7139"/>
                    <a:pt x="9207" y="4604"/>
                  </a:cubicBezTo>
                  <a:cubicBezTo>
                    <a:pt x="9207" y="2068"/>
                    <a:pt x="7139" y="0"/>
                    <a:pt x="46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47"/>
            <p:cNvSpPr/>
            <p:nvPr/>
          </p:nvSpPr>
          <p:spPr>
            <a:xfrm>
              <a:off x="3518329" y="1217480"/>
              <a:ext cx="416922" cy="445807"/>
            </a:xfrm>
            <a:custGeom>
              <a:avLst/>
              <a:gdLst/>
              <a:ahLst/>
              <a:cxnLst/>
              <a:rect l="l" t="t" r="r" b="b"/>
              <a:pathLst>
                <a:path w="12009" h="12841" extrusionOk="0">
                  <a:moveTo>
                    <a:pt x="7906" y="0"/>
                  </a:moveTo>
                  <a:cubicBezTo>
                    <a:pt x="7906" y="1"/>
                    <a:pt x="10374" y="11275"/>
                    <a:pt x="0" y="11542"/>
                  </a:cubicBezTo>
                  <a:cubicBezTo>
                    <a:pt x="1190" y="12402"/>
                    <a:pt x="2611" y="12841"/>
                    <a:pt x="4037" y="12841"/>
                  </a:cubicBezTo>
                  <a:cubicBezTo>
                    <a:pt x="5209" y="12841"/>
                    <a:pt x="6385" y="12544"/>
                    <a:pt x="7439" y="11942"/>
                  </a:cubicBezTo>
                  <a:cubicBezTo>
                    <a:pt x="10808" y="10074"/>
                    <a:pt x="12009" y="5838"/>
                    <a:pt x="10174" y="2469"/>
                  </a:cubicBezTo>
                  <a:cubicBezTo>
                    <a:pt x="9607" y="1468"/>
                    <a:pt x="8840" y="634"/>
                    <a:pt x="7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47"/>
            <p:cNvSpPr/>
            <p:nvPr/>
          </p:nvSpPr>
          <p:spPr>
            <a:xfrm>
              <a:off x="4145987" y="970812"/>
              <a:ext cx="251355" cy="288884"/>
            </a:xfrm>
            <a:custGeom>
              <a:avLst/>
              <a:gdLst/>
              <a:ahLst/>
              <a:cxnLst/>
              <a:rect l="l" t="t" r="r" b="b"/>
              <a:pathLst>
                <a:path w="7240" h="8321" extrusionOk="0">
                  <a:moveTo>
                    <a:pt x="4704" y="0"/>
                  </a:moveTo>
                  <a:lnTo>
                    <a:pt x="4704" y="0"/>
                  </a:lnTo>
                  <a:cubicBezTo>
                    <a:pt x="4771" y="267"/>
                    <a:pt x="6138" y="6738"/>
                    <a:pt x="1" y="7872"/>
                  </a:cubicBezTo>
                  <a:cubicBezTo>
                    <a:pt x="627" y="8170"/>
                    <a:pt x="1305" y="8320"/>
                    <a:pt x="1986" y="8320"/>
                  </a:cubicBezTo>
                  <a:cubicBezTo>
                    <a:pt x="2756" y="8320"/>
                    <a:pt x="3529" y="8128"/>
                    <a:pt x="4237" y="7739"/>
                  </a:cubicBezTo>
                  <a:cubicBezTo>
                    <a:pt x="6439" y="6505"/>
                    <a:pt x="7239" y="3703"/>
                    <a:pt x="6005" y="1468"/>
                  </a:cubicBezTo>
                  <a:cubicBezTo>
                    <a:pt x="5705" y="901"/>
                    <a:pt x="5271" y="400"/>
                    <a:pt x="47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47"/>
            <p:cNvSpPr/>
            <p:nvPr/>
          </p:nvSpPr>
          <p:spPr>
            <a:xfrm>
              <a:off x="3013397" y="1605413"/>
              <a:ext cx="251320" cy="288502"/>
            </a:xfrm>
            <a:custGeom>
              <a:avLst/>
              <a:gdLst/>
              <a:ahLst/>
              <a:cxnLst/>
              <a:rect l="l" t="t" r="r" b="b"/>
              <a:pathLst>
                <a:path w="7239" h="8310" extrusionOk="0">
                  <a:moveTo>
                    <a:pt x="4704" y="1"/>
                  </a:moveTo>
                  <a:cubicBezTo>
                    <a:pt x="4771" y="268"/>
                    <a:pt x="6138" y="6739"/>
                    <a:pt x="0" y="7873"/>
                  </a:cubicBezTo>
                  <a:cubicBezTo>
                    <a:pt x="618" y="8166"/>
                    <a:pt x="1292" y="8310"/>
                    <a:pt x="1967" y="8310"/>
                  </a:cubicBezTo>
                  <a:cubicBezTo>
                    <a:pt x="2752" y="8310"/>
                    <a:pt x="3538" y="8116"/>
                    <a:pt x="4237" y="7740"/>
                  </a:cubicBezTo>
                  <a:cubicBezTo>
                    <a:pt x="6438" y="6506"/>
                    <a:pt x="7239" y="3704"/>
                    <a:pt x="6005" y="1469"/>
                  </a:cubicBezTo>
                  <a:cubicBezTo>
                    <a:pt x="5705" y="868"/>
                    <a:pt x="5238" y="368"/>
                    <a:pt x="4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47"/>
            <p:cNvSpPr/>
            <p:nvPr/>
          </p:nvSpPr>
          <p:spPr>
            <a:xfrm>
              <a:off x="3879634" y="1753657"/>
              <a:ext cx="194592" cy="196918"/>
            </a:xfrm>
            <a:custGeom>
              <a:avLst/>
              <a:gdLst/>
              <a:ahLst/>
              <a:cxnLst/>
              <a:rect l="l" t="t" r="r" b="b"/>
              <a:pathLst>
                <a:path w="5605" h="5672" extrusionOk="0">
                  <a:moveTo>
                    <a:pt x="4204" y="1"/>
                  </a:moveTo>
                  <a:cubicBezTo>
                    <a:pt x="4204" y="1"/>
                    <a:pt x="4470" y="4804"/>
                    <a:pt x="1" y="5204"/>
                  </a:cubicBezTo>
                  <a:cubicBezTo>
                    <a:pt x="532" y="5513"/>
                    <a:pt x="1125" y="5672"/>
                    <a:pt x="1721" y="5672"/>
                  </a:cubicBezTo>
                  <a:cubicBezTo>
                    <a:pt x="2285" y="5672"/>
                    <a:pt x="2851" y="5530"/>
                    <a:pt x="3370" y="5238"/>
                  </a:cubicBezTo>
                  <a:cubicBezTo>
                    <a:pt x="5004" y="4337"/>
                    <a:pt x="5605" y="2269"/>
                    <a:pt x="4671" y="634"/>
                  </a:cubicBezTo>
                  <a:cubicBezTo>
                    <a:pt x="4571" y="401"/>
                    <a:pt x="4404" y="167"/>
                    <a:pt x="42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47"/>
            <p:cNvSpPr/>
            <p:nvPr/>
          </p:nvSpPr>
          <p:spPr>
            <a:xfrm>
              <a:off x="3418724" y="885094"/>
              <a:ext cx="194592" cy="197647"/>
            </a:xfrm>
            <a:custGeom>
              <a:avLst/>
              <a:gdLst/>
              <a:ahLst/>
              <a:cxnLst/>
              <a:rect l="l" t="t" r="r" b="b"/>
              <a:pathLst>
                <a:path w="5605" h="5693" extrusionOk="0">
                  <a:moveTo>
                    <a:pt x="4237" y="1"/>
                  </a:moveTo>
                  <a:cubicBezTo>
                    <a:pt x="4237" y="1"/>
                    <a:pt x="4504" y="4837"/>
                    <a:pt x="0" y="5238"/>
                  </a:cubicBezTo>
                  <a:cubicBezTo>
                    <a:pt x="525" y="5542"/>
                    <a:pt x="1118" y="5692"/>
                    <a:pt x="1714" y="5692"/>
                  </a:cubicBezTo>
                  <a:cubicBezTo>
                    <a:pt x="2294" y="5692"/>
                    <a:pt x="2877" y="5551"/>
                    <a:pt x="3403" y="5271"/>
                  </a:cubicBezTo>
                  <a:cubicBezTo>
                    <a:pt x="5004" y="4337"/>
                    <a:pt x="5604" y="2269"/>
                    <a:pt x="4670" y="634"/>
                  </a:cubicBezTo>
                  <a:cubicBezTo>
                    <a:pt x="4570" y="401"/>
                    <a:pt x="4404" y="201"/>
                    <a:pt x="42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3" name="Google Shape;1703;p47"/>
          <p:cNvGrpSpPr/>
          <p:nvPr/>
        </p:nvGrpSpPr>
        <p:grpSpPr>
          <a:xfrm>
            <a:off x="6232627" y="877354"/>
            <a:ext cx="1523086" cy="906558"/>
            <a:chOff x="6232775" y="807364"/>
            <a:chExt cx="1640726" cy="976578"/>
          </a:xfrm>
        </p:grpSpPr>
        <p:sp>
          <p:nvSpPr>
            <p:cNvPr id="1704" name="Google Shape;1704;p47"/>
            <p:cNvSpPr/>
            <p:nvPr/>
          </p:nvSpPr>
          <p:spPr>
            <a:xfrm>
              <a:off x="6517543" y="807364"/>
              <a:ext cx="1135083" cy="976578"/>
            </a:xfrm>
            <a:custGeom>
              <a:avLst/>
              <a:gdLst/>
              <a:ahLst/>
              <a:cxnLst/>
              <a:rect l="l" t="t" r="r" b="b"/>
              <a:pathLst>
                <a:path w="18347" h="15785" extrusionOk="0">
                  <a:moveTo>
                    <a:pt x="8648" y="1"/>
                  </a:moveTo>
                  <a:cubicBezTo>
                    <a:pt x="7016" y="1"/>
                    <a:pt x="5382" y="502"/>
                    <a:pt x="4003" y="1513"/>
                  </a:cubicBezTo>
                  <a:cubicBezTo>
                    <a:pt x="1101" y="3647"/>
                    <a:pt x="0" y="7450"/>
                    <a:pt x="1301" y="10786"/>
                  </a:cubicBezTo>
                  <a:cubicBezTo>
                    <a:pt x="1568" y="11420"/>
                    <a:pt x="1902" y="12020"/>
                    <a:pt x="2302" y="12554"/>
                  </a:cubicBezTo>
                  <a:cubicBezTo>
                    <a:pt x="3806" y="14630"/>
                    <a:pt x="6180" y="15784"/>
                    <a:pt x="8631" y="15784"/>
                  </a:cubicBezTo>
                  <a:cubicBezTo>
                    <a:pt x="9606" y="15784"/>
                    <a:pt x="10593" y="15602"/>
                    <a:pt x="11542" y="15222"/>
                  </a:cubicBezTo>
                  <a:cubicBezTo>
                    <a:pt x="17179" y="13021"/>
                    <a:pt x="18347" y="5549"/>
                    <a:pt x="13610" y="1746"/>
                  </a:cubicBezTo>
                  <a:cubicBezTo>
                    <a:pt x="12173" y="586"/>
                    <a:pt x="10411" y="1"/>
                    <a:pt x="86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47"/>
            <p:cNvSpPr/>
            <p:nvPr/>
          </p:nvSpPr>
          <p:spPr>
            <a:xfrm>
              <a:off x="6659958" y="915382"/>
              <a:ext cx="992664" cy="868558"/>
            </a:xfrm>
            <a:custGeom>
              <a:avLst/>
              <a:gdLst/>
              <a:ahLst/>
              <a:cxnLst/>
              <a:rect l="l" t="t" r="r" b="b"/>
              <a:pathLst>
                <a:path w="16045" h="14039" extrusionOk="0">
                  <a:moveTo>
                    <a:pt x="11341" y="0"/>
                  </a:moveTo>
                  <a:cubicBezTo>
                    <a:pt x="11341" y="33"/>
                    <a:pt x="11375" y="133"/>
                    <a:pt x="11408" y="300"/>
                  </a:cubicBezTo>
                  <a:cubicBezTo>
                    <a:pt x="11775" y="1868"/>
                    <a:pt x="12776" y="8873"/>
                    <a:pt x="267" y="10774"/>
                  </a:cubicBezTo>
                  <a:cubicBezTo>
                    <a:pt x="167" y="10774"/>
                    <a:pt x="67" y="10808"/>
                    <a:pt x="0" y="10808"/>
                  </a:cubicBezTo>
                  <a:cubicBezTo>
                    <a:pt x="1504" y="12884"/>
                    <a:pt x="3878" y="14038"/>
                    <a:pt x="6329" y="14038"/>
                  </a:cubicBezTo>
                  <a:cubicBezTo>
                    <a:pt x="7304" y="14038"/>
                    <a:pt x="8291" y="13856"/>
                    <a:pt x="9240" y="13476"/>
                  </a:cubicBezTo>
                  <a:cubicBezTo>
                    <a:pt x="14877" y="11275"/>
                    <a:pt x="16045" y="3803"/>
                    <a:pt x="11341" y="0"/>
                  </a:cubicBezTo>
                  <a:close/>
                </a:path>
              </a:pathLst>
            </a:custGeom>
            <a:solidFill>
              <a:srgbClr val="321814">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47"/>
            <p:cNvSpPr/>
            <p:nvPr/>
          </p:nvSpPr>
          <p:spPr>
            <a:xfrm>
              <a:off x="6232775" y="933942"/>
              <a:ext cx="1640726" cy="731150"/>
            </a:xfrm>
            <a:custGeom>
              <a:avLst/>
              <a:gdLst/>
              <a:ahLst/>
              <a:cxnLst/>
              <a:rect l="l" t="t" r="r" b="b"/>
              <a:pathLst>
                <a:path w="26520" h="11818" extrusionOk="0">
                  <a:moveTo>
                    <a:pt x="25218" y="0"/>
                  </a:moveTo>
                  <a:cubicBezTo>
                    <a:pt x="24317" y="0"/>
                    <a:pt x="23450" y="100"/>
                    <a:pt x="22583" y="300"/>
                  </a:cubicBezTo>
                  <a:cubicBezTo>
                    <a:pt x="21716" y="501"/>
                    <a:pt x="20882" y="734"/>
                    <a:pt x="20081" y="1001"/>
                  </a:cubicBezTo>
                  <a:cubicBezTo>
                    <a:pt x="20948" y="868"/>
                    <a:pt x="21782" y="767"/>
                    <a:pt x="22650" y="667"/>
                  </a:cubicBezTo>
                  <a:cubicBezTo>
                    <a:pt x="23134" y="609"/>
                    <a:pt x="23619" y="574"/>
                    <a:pt x="24104" y="574"/>
                  </a:cubicBezTo>
                  <a:cubicBezTo>
                    <a:pt x="24453" y="574"/>
                    <a:pt x="24802" y="592"/>
                    <a:pt x="25151" y="634"/>
                  </a:cubicBezTo>
                  <a:cubicBezTo>
                    <a:pt x="25352" y="667"/>
                    <a:pt x="25518" y="701"/>
                    <a:pt x="25685" y="801"/>
                  </a:cubicBezTo>
                  <a:lnTo>
                    <a:pt x="25785" y="834"/>
                  </a:lnTo>
                  <a:cubicBezTo>
                    <a:pt x="25785" y="868"/>
                    <a:pt x="25785" y="868"/>
                    <a:pt x="25819" y="901"/>
                  </a:cubicBezTo>
                  <a:cubicBezTo>
                    <a:pt x="25819" y="901"/>
                    <a:pt x="25819" y="901"/>
                    <a:pt x="25819" y="934"/>
                  </a:cubicBezTo>
                  <a:lnTo>
                    <a:pt x="25819" y="968"/>
                  </a:lnTo>
                  <a:cubicBezTo>
                    <a:pt x="25785" y="1101"/>
                    <a:pt x="25718" y="1234"/>
                    <a:pt x="25652" y="1335"/>
                  </a:cubicBezTo>
                  <a:cubicBezTo>
                    <a:pt x="25518" y="1501"/>
                    <a:pt x="25385" y="1635"/>
                    <a:pt x="25251" y="1768"/>
                  </a:cubicBezTo>
                  <a:cubicBezTo>
                    <a:pt x="24618" y="2302"/>
                    <a:pt x="23951" y="2802"/>
                    <a:pt x="23217" y="3203"/>
                  </a:cubicBezTo>
                  <a:cubicBezTo>
                    <a:pt x="21749" y="4070"/>
                    <a:pt x="20248" y="4870"/>
                    <a:pt x="18680" y="5571"/>
                  </a:cubicBezTo>
                  <a:cubicBezTo>
                    <a:pt x="17146" y="6271"/>
                    <a:pt x="15578" y="6972"/>
                    <a:pt x="13977" y="7572"/>
                  </a:cubicBezTo>
                  <a:cubicBezTo>
                    <a:pt x="12376" y="8206"/>
                    <a:pt x="10774" y="8773"/>
                    <a:pt x="9140" y="9307"/>
                  </a:cubicBezTo>
                  <a:cubicBezTo>
                    <a:pt x="7539" y="9841"/>
                    <a:pt x="5871" y="10308"/>
                    <a:pt x="4236" y="10675"/>
                  </a:cubicBezTo>
                  <a:cubicBezTo>
                    <a:pt x="3403" y="10841"/>
                    <a:pt x="2569" y="10975"/>
                    <a:pt x="1768" y="11008"/>
                  </a:cubicBezTo>
                  <a:cubicBezTo>
                    <a:pt x="1568" y="11008"/>
                    <a:pt x="1368" y="11008"/>
                    <a:pt x="1168" y="10975"/>
                  </a:cubicBezTo>
                  <a:cubicBezTo>
                    <a:pt x="1034" y="10941"/>
                    <a:pt x="901" y="10908"/>
                    <a:pt x="767" y="10841"/>
                  </a:cubicBezTo>
                  <a:cubicBezTo>
                    <a:pt x="734" y="10808"/>
                    <a:pt x="701" y="10775"/>
                    <a:pt x="701" y="10775"/>
                  </a:cubicBezTo>
                  <a:cubicBezTo>
                    <a:pt x="701" y="10708"/>
                    <a:pt x="701" y="10641"/>
                    <a:pt x="701" y="10608"/>
                  </a:cubicBezTo>
                  <a:cubicBezTo>
                    <a:pt x="767" y="10441"/>
                    <a:pt x="867" y="10274"/>
                    <a:pt x="967" y="10141"/>
                  </a:cubicBezTo>
                  <a:cubicBezTo>
                    <a:pt x="1501" y="9507"/>
                    <a:pt x="2135" y="8940"/>
                    <a:pt x="2802" y="8440"/>
                  </a:cubicBezTo>
                  <a:cubicBezTo>
                    <a:pt x="3503" y="7939"/>
                    <a:pt x="4203" y="7439"/>
                    <a:pt x="4937" y="6972"/>
                  </a:cubicBezTo>
                  <a:lnTo>
                    <a:pt x="4937" y="6972"/>
                  </a:lnTo>
                  <a:cubicBezTo>
                    <a:pt x="4136" y="7339"/>
                    <a:pt x="3369" y="7739"/>
                    <a:pt x="2635" y="8173"/>
                  </a:cubicBezTo>
                  <a:cubicBezTo>
                    <a:pt x="1835" y="8606"/>
                    <a:pt x="1134" y="9140"/>
                    <a:pt x="500" y="9741"/>
                  </a:cubicBezTo>
                  <a:cubicBezTo>
                    <a:pt x="334" y="9941"/>
                    <a:pt x="167" y="10141"/>
                    <a:pt x="67" y="10374"/>
                  </a:cubicBezTo>
                  <a:cubicBezTo>
                    <a:pt x="0" y="10541"/>
                    <a:pt x="0" y="10708"/>
                    <a:pt x="0" y="10875"/>
                  </a:cubicBezTo>
                  <a:cubicBezTo>
                    <a:pt x="33" y="11041"/>
                    <a:pt x="134" y="11208"/>
                    <a:pt x="267" y="11342"/>
                  </a:cubicBezTo>
                  <a:cubicBezTo>
                    <a:pt x="467" y="11542"/>
                    <a:pt x="734" y="11675"/>
                    <a:pt x="1001" y="11709"/>
                  </a:cubicBezTo>
                  <a:cubicBezTo>
                    <a:pt x="1234" y="11775"/>
                    <a:pt x="1468" y="11809"/>
                    <a:pt x="1701" y="11809"/>
                  </a:cubicBezTo>
                  <a:cubicBezTo>
                    <a:pt x="1856" y="11814"/>
                    <a:pt x="2010" y="11817"/>
                    <a:pt x="2165" y="11817"/>
                  </a:cubicBezTo>
                  <a:cubicBezTo>
                    <a:pt x="2910" y="11817"/>
                    <a:pt x="3651" y="11752"/>
                    <a:pt x="4370" y="11642"/>
                  </a:cubicBezTo>
                  <a:cubicBezTo>
                    <a:pt x="11241" y="10308"/>
                    <a:pt x="17813" y="7739"/>
                    <a:pt x="23750" y="4036"/>
                  </a:cubicBezTo>
                  <a:cubicBezTo>
                    <a:pt x="24484" y="3536"/>
                    <a:pt x="25185" y="2969"/>
                    <a:pt x="25819" y="2335"/>
                  </a:cubicBezTo>
                  <a:cubicBezTo>
                    <a:pt x="25985" y="2168"/>
                    <a:pt x="26119" y="1968"/>
                    <a:pt x="26252" y="1768"/>
                  </a:cubicBezTo>
                  <a:cubicBezTo>
                    <a:pt x="26452" y="1535"/>
                    <a:pt x="26519" y="1234"/>
                    <a:pt x="26519" y="934"/>
                  </a:cubicBezTo>
                  <a:cubicBezTo>
                    <a:pt x="26519" y="834"/>
                    <a:pt x="26519" y="767"/>
                    <a:pt x="26486" y="667"/>
                  </a:cubicBezTo>
                  <a:cubicBezTo>
                    <a:pt x="26419" y="567"/>
                    <a:pt x="26386" y="501"/>
                    <a:pt x="26319" y="434"/>
                  </a:cubicBezTo>
                  <a:cubicBezTo>
                    <a:pt x="26252" y="367"/>
                    <a:pt x="26219" y="334"/>
                    <a:pt x="26152" y="267"/>
                  </a:cubicBezTo>
                  <a:lnTo>
                    <a:pt x="25952" y="167"/>
                  </a:lnTo>
                  <a:cubicBezTo>
                    <a:pt x="25718" y="67"/>
                    <a:pt x="25452" y="34"/>
                    <a:pt x="252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7" name="Google Shape;1707;p47"/>
          <p:cNvGrpSpPr/>
          <p:nvPr/>
        </p:nvGrpSpPr>
        <p:grpSpPr>
          <a:xfrm>
            <a:off x="1676425" y="3328899"/>
            <a:ext cx="995265" cy="1213514"/>
            <a:chOff x="1790150" y="3257799"/>
            <a:chExt cx="995265" cy="1213514"/>
          </a:xfrm>
        </p:grpSpPr>
        <p:sp>
          <p:nvSpPr>
            <p:cNvPr id="1708" name="Google Shape;1708;p47"/>
            <p:cNvSpPr/>
            <p:nvPr/>
          </p:nvSpPr>
          <p:spPr>
            <a:xfrm>
              <a:off x="1790150" y="3288758"/>
              <a:ext cx="995265" cy="1182555"/>
            </a:xfrm>
            <a:custGeom>
              <a:avLst/>
              <a:gdLst/>
              <a:ahLst/>
              <a:cxnLst/>
              <a:rect l="l" t="t" r="r" b="b"/>
              <a:pathLst>
                <a:path w="22117" h="26279" extrusionOk="0">
                  <a:moveTo>
                    <a:pt x="8140" y="0"/>
                  </a:moveTo>
                  <a:lnTo>
                    <a:pt x="2269" y="1501"/>
                  </a:lnTo>
                  <a:cubicBezTo>
                    <a:pt x="2269" y="1501"/>
                    <a:pt x="3303" y="5637"/>
                    <a:pt x="3770" y="7539"/>
                  </a:cubicBezTo>
                  <a:cubicBezTo>
                    <a:pt x="4270" y="9440"/>
                    <a:pt x="1135" y="20114"/>
                    <a:pt x="367" y="23083"/>
                  </a:cubicBezTo>
                  <a:cubicBezTo>
                    <a:pt x="1" y="24418"/>
                    <a:pt x="201" y="25251"/>
                    <a:pt x="668" y="25752"/>
                  </a:cubicBezTo>
                  <a:cubicBezTo>
                    <a:pt x="1060" y="26124"/>
                    <a:pt x="1620" y="26278"/>
                    <a:pt x="2243" y="26278"/>
                  </a:cubicBezTo>
                  <a:cubicBezTo>
                    <a:pt x="2625" y="26278"/>
                    <a:pt x="3030" y="26220"/>
                    <a:pt x="3436" y="26119"/>
                  </a:cubicBezTo>
                  <a:lnTo>
                    <a:pt x="10808" y="24251"/>
                  </a:lnTo>
                  <a:lnTo>
                    <a:pt x="11342" y="24117"/>
                  </a:lnTo>
                  <a:lnTo>
                    <a:pt x="18714" y="22249"/>
                  </a:lnTo>
                  <a:cubicBezTo>
                    <a:pt x="20682" y="21782"/>
                    <a:pt x="22116" y="20381"/>
                    <a:pt x="20015" y="18146"/>
                  </a:cubicBezTo>
                  <a:cubicBezTo>
                    <a:pt x="17947" y="15911"/>
                    <a:pt x="10108" y="7939"/>
                    <a:pt x="9641" y="6038"/>
                  </a:cubicBezTo>
                  <a:lnTo>
                    <a:pt x="814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47"/>
            <p:cNvSpPr/>
            <p:nvPr/>
          </p:nvSpPr>
          <p:spPr>
            <a:xfrm>
              <a:off x="1828309" y="4102294"/>
              <a:ext cx="888030" cy="318780"/>
            </a:xfrm>
            <a:custGeom>
              <a:avLst/>
              <a:gdLst/>
              <a:ahLst/>
              <a:cxnLst/>
              <a:rect l="l" t="t" r="r" b="b"/>
              <a:pathLst>
                <a:path w="19734" h="7084" extrusionOk="0">
                  <a:moveTo>
                    <a:pt x="18066" y="1"/>
                  </a:moveTo>
                  <a:lnTo>
                    <a:pt x="1488" y="601"/>
                  </a:lnTo>
                  <a:lnTo>
                    <a:pt x="420" y="4471"/>
                  </a:lnTo>
                  <a:cubicBezTo>
                    <a:pt x="0" y="6385"/>
                    <a:pt x="942" y="7083"/>
                    <a:pt x="2174" y="7083"/>
                  </a:cubicBezTo>
                  <a:cubicBezTo>
                    <a:pt x="2509" y="7083"/>
                    <a:pt x="2866" y="7032"/>
                    <a:pt x="3222" y="6939"/>
                  </a:cubicBezTo>
                  <a:lnTo>
                    <a:pt x="9793" y="5271"/>
                  </a:lnTo>
                  <a:lnTo>
                    <a:pt x="10260" y="5171"/>
                  </a:lnTo>
                  <a:lnTo>
                    <a:pt x="16798" y="3503"/>
                  </a:lnTo>
                  <a:cubicBezTo>
                    <a:pt x="18466" y="3103"/>
                    <a:pt x="19734" y="1902"/>
                    <a:pt x="180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47"/>
            <p:cNvSpPr/>
            <p:nvPr/>
          </p:nvSpPr>
          <p:spPr>
            <a:xfrm>
              <a:off x="1938738" y="3381501"/>
              <a:ext cx="88605" cy="246735"/>
            </a:xfrm>
            <a:custGeom>
              <a:avLst/>
              <a:gdLst/>
              <a:ahLst/>
              <a:cxnLst/>
              <a:rect l="l" t="t" r="r" b="b"/>
              <a:pathLst>
                <a:path w="1969" h="5483" extrusionOk="0">
                  <a:moveTo>
                    <a:pt x="377" y="1"/>
                  </a:moveTo>
                  <a:cubicBezTo>
                    <a:pt x="352" y="1"/>
                    <a:pt x="327" y="3"/>
                    <a:pt x="301" y="7"/>
                  </a:cubicBezTo>
                  <a:cubicBezTo>
                    <a:pt x="101" y="41"/>
                    <a:pt x="1" y="241"/>
                    <a:pt x="34" y="407"/>
                  </a:cubicBezTo>
                  <a:lnTo>
                    <a:pt x="1235" y="5211"/>
                  </a:lnTo>
                  <a:cubicBezTo>
                    <a:pt x="1295" y="5360"/>
                    <a:pt x="1435" y="5483"/>
                    <a:pt x="1607" y="5483"/>
                  </a:cubicBezTo>
                  <a:cubicBezTo>
                    <a:pt x="1627" y="5483"/>
                    <a:pt x="1648" y="5481"/>
                    <a:pt x="1669" y="5478"/>
                  </a:cubicBezTo>
                  <a:cubicBezTo>
                    <a:pt x="1836" y="5411"/>
                    <a:pt x="1969" y="5244"/>
                    <a:pt x="1936" y="5044"/>
                  </a:cubicBezTo>
                  <a:lnTo>
                    <a:pt x="735" y="241"/>
                  </a:lnTo>
                  <a:cubicBezTo>
                    <a:pt x="677" y="95"/>
                    <a:pt x="543" y="1"/>
                    <a:pt x="3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7"/>
            <p:cNvSpPr/>
            <p:nvPr/>
          </p:nvSpPr>
          <p:spPr>
            <a:xfrm>
              <a:off x="1919253" y="3780777"/>
              <a:ext cx="144135" cy="404415"/>
            </a:xfrm>
            <a:custGeom>
              <a:avLst/>
              <a:gdLst/>
              <a:ahLst/>
              <a:cxnLst/>
              <a:rect l="l" t="t" r="r" b="b"/>
              <a:pathLst>
                <a:path w="3203" h="8987" extrusionOk="0">
                  <a:moveTo>
                    <a:pt x="2475" y="1"/>
                  </a:moveTo>
                  <a:cubicBezTo>
                    <a:pt x="1873" y="1"/>
                    <a:pt x="984" y="1857"/>
                    <a:pt x="501" y="4244"/>
                  </a:cubicBezTo>
                  <a:cubicBezTo>
                    <a:pt x="0" y="6745"/>
                    <a:pt x="67" y="8847"/>
                    <a:pt x="667" y="8980"/>
                  </a:cubicBezTo>
                  <a:cubicBezTo>
                    <a:pt x="687" y="8985"/>
                    <a:pt x="707" y="8987"/>
                    <a:pt x="727" y="8987"/>
                  </a:cubicBezTo>
                  <a:cubicBezTo>
                    <a:pt x="1326" y="8987"/>
                    <a:pt x="2185" y="7098"/>
                    <a:pt x="2669" y="4711"/>
                  </a:cubicBezTo>
                  <a:cubicBezTo>
                    <a:pt x="3203" y="2275"/>
                    <a:pt x="3136" y="141"/>
                    <a:pt x="2535" y="7"/>
                  </a:cubicBezTo>
                  <a:cubicBezTo>
                    <a:pt x="2515" y="3"/>
                    <a:pt x="2495" y="1"/>
                    <a:pt x="24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47"/>
            <p:cNvSpPr/>
            <p:nvPr/>
          </p:nvSpPr>
          <p:spPr>
            <a:xfrm>
              <a:off x="1820165" y="3288758"/>
              <a:ext cx="963720" cy="1182555"/>
            </a:xfrm>
            <a:custGeom>
              <a:avLst/>
              <a:gdLst/>
              <a:ahLst/>
              <a:cxnLst/>
              <a:rect l="l" t="t" r="r" b="b"/>
              <a:pathLst>
                <a:path w="21416" h="26279" extrusionOk="0">
                  <a:moveTo>
                    <a:pt x="7439" y="0"/>
                  </a:moveTo>
                  <a:lnTo>
                    <a:pt x="2236" y="1301"/>
                  </a:lnTo>
                  <a:lnTo>
                    <a:pt x="2202" y="1635"/>
                  </a:lnTo>
                  <a:lnTo>
                    <a:pt x="6405" y="1201"/>
                  </a:lnTo>
                  <a:cubicBezTo>
                    <a:pt x="6405" y="1201"/>
                    <a:pt x="7940" y="7305"/>
                    <a:pt x="8373" y="9107"/>
                  </a:cubicBezTo>
                  <a:cubicBezTo>
                    <a:pt x="8840" y="10874"/>
                    <a:pt x="13110" y="22650"/>
                    <a:pt x="1" y="25752"/>
                  </a:cubicBezTo>
                  <a:cubicBezTo>
                    <a:pt x="393" y="26124"/>
                    <a:pt x="953" y="26278"/>
                    <a:pt x="1576" y="26278"/>
                  </a:cubicBezTo>
                  <a:cubicBezTo>
                    <a:pt x="1958" y="26278"/>
                    <a:pt x="2363" y="26220"/>
                    <a:pt x="2769" y="26119"/>
                  </a:cubicBezTo>
                  <a:lnTo>
                    <a:pt x="10141" y="24251"/>
                  </a:lnTo>
                  <a:lnTo>
                    <a:pt x="10675" y="24117"/>
                  </a:lnTo>
                  <a:lnTo>
                    <a:pt x="18047" y="22249"/>
                  </a:lnTo>
                  <a:cubicBezTo>
                    <a:pt x="20015" y="21782"/>
                    <a:pt x="21416" y="20381"/>
                    <a:pt x="19348" y="18146"/>
                  </a:cubicBezTo>
                  <a:cubicBezTo>
                    <a:pt x="17246" y="15878"/>
                    <a:pt x="9441" y="7939"/>
                    <a:pt x="8974" y="6038"/>
                  </a:cubicBezTo>
                  <a:lnTo>
                    <a:pt x="7439" y="0"/>
                  </a:lnTo>
                  <a:close/>
                </a:path>
              </a:pathLst>
            </a:custGeom>
            <a:solidFill>
              <a:srgbClr val="321814">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47"/>
            <p:cNvSpPr/>
            <p:nvPr/>
          </p:nvSpPr>
          <p:spPr>
            <a:xfrm>
              <a:off x="1856974" y="3257799"/>
              <a:ext cx="343755" cy="112950"/>
            </a:xfrm>
            <a:custGeom>
              <a:avLst/>
              <a:gdLst/>
              <a:ahLst/>
              <a:cxnLst/>
              <a:rect l="l" t="t" r="r" b="b"/>
              <a:pathLst>
                <a:path w="7639" h="2510" extrusionOk="0">
                  <a:moveTo>
                    <a:pt x="6998" y="0"/>
                  </a:moveTo>
                  <a:cubicBezTo>
                    <a:pt x="6953" y="0"/>
                    <a:pt x="6905" y="7"/>
                    <a:pt x="6855" y="21"/>
                  </a:cubicBezTo>
                  <a:lnTo>
                    <a:pt x="550" y="1589"/>
                  </a:lnTo>
                  <a:cubicBezTo>
                    <a:pt x="0" y="1741"/>
                    <a:pt x="122" y="2510"/>
                    <a:pt x="608" y="2510"/>
                  </a:cubicBezTo>
                  <a:cubicBezTo>
                    <a:pt x="652" y="2510"/>
                    <a:pt x="700" y="2503"/>
                    <a:pt x="750" y="2489"/>
                  </a:cubicBezTo>
                  <a:lnTo>
                    <a:pt x="7088" y="922"/>
                  </a:lnTo>
                  <a:cubicBezTo>
                    <a:pt x="7638" y="769"/>
                    <a:pt x="7489" y="0"/>
                    <a:pt x="69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7"/>
        <p:cNvGrpSpPr/>
        <p:nvPr/>
      </p:nvGrpSpPr>
      <p:grpSpPr>
        <a:xfrm>
          <a:off x="0" y="0"/>
          <a:ext cx="0" cy="0"/>
          <a:chOff x="0" y="0"/>
          <a:chExt cx="0" cy="0"/>
        </a:xfrm>
      </p:grpSpPr>
      <p:sp>
        <p:nvSpPr>
          <p:cNvPr id="1718" name="Google Shape;1718;p48"/>
          <p:cNvSpPr/>
          <p:nvPr/>
        </p:nvSpPr>
        <p:spPr>
          <a:xfrm rot="10800000" flipH="1">
            <a:off x="713225" y="613825"/>
            <a:ext cx="7645468" cy="3989483"/>
          </a:xfrm>
          <a:custGeom>
            <a:avLst/>
            <a:gdLst/>
            <a:ahLst/>
            <a:cxnLst/>
            <a:rect l="l" t="t" r="r" b="b"/>
            <a:pathLst>
              <a:path w="115981" h="61431" extrusionOk="0">
                <a:moveTo>
                  <a:pt x="59757" y="1"/>
                </a:moveTo>
                <a:cubicBezTo>
                  <a:pt x="48902" y="1"/>
                  <a:pt x="39311" y="1293"/>
                  <a:pt x="31074" y="3750"/>
                </a:cubicBezTo>
                <a:cubicBezTo>
                  <a:pt x="17865" y="7681"/>
                  <a:pt x="1" y="20154"/>
                  <a:pt x="3393" y="38018"/>
                </a:cubicBezTo>
                <a:cubicBezTo>
                  <a:pt x="6074" y="52132"/>
                  <a:pt x="23915" y="61431"/>
                  <a:pt x="38298" y="61431"/>
                </a:cubicBezTo>
                <a:cubicBezTo>
                  <a:pt x="41057" y="61431"/>
                  <a:pt x="43688" y="61089"/>
                  <a:pt x="46061" y="60373"/>
                </a:cubicBezTo>
                <a:cubicBezTo>
                  <a:pt x="53222" y="58215"/>
                  <a:pt x="59960" y="53597"/>
                  <a:pt x="67319" y="53597"/>
                </a:cubicBezTo>
                <a:cubicBezTo>
                  <a:pt x="67824" y="53597"/>
                  <a:pt x="68332" y="53619"/>
                  <a:pt x="68844" y="53664"/>
                </a:cubicBezTo>
                <a:cubicBezTo>
                  <a:pt x="75498" y="54268"/>
                  <a:pt x="81141" y="58869"/>
                  <a:pt x="87663" y="60274"/>
                </a:cubicBezTo>
                <a:cubicBezTo>
                  <a:pt x="89006" y="60565"/>
                  <a:pt x="90371" y="60704"/>
                  <a:pt x="91738" y="60704"/>
                </a:cubicBezTo>
                <a:cubicBezTo>
                  <a:pt x="101890" y="60704"/>
                  <a:pt x="112151" y="53047"/>
                  <a:pt x="113960" y="43003"/>
                </a:cubicBezTo>
                <a:cubicBezTo>
                  <a:pt x="115980" y="31749"/>
                  <a:pt x="112994" y="19803"/>
                  <a:pt x="103485" y="11721"/>
                </a:cubicBezTo>
                <a:cubicBezTo>
                  <a:pt x="94043" y="3706"/>
                  <a:pt x="84951" y="1521"/>
                  <a:pt x="71435" y="467"/>
                </a:cubicBezTo>
                <a:cubicBezTo>
                  <a:pt x="67395" y="155"/>
                  <a:pt x="63500" y="1"/>
                  <a:pt x="59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48"/>
          <p:cNvSpPr txBox="1">
            <a:spLocks noGrp="1"/>
          </p:cNvSpPr>
          <p:nvPr>
            <p:ph type="subTitle" idx="1"/>
          </p:nvPr>
        </p:nvSpPr>
        <p:spPr>
          <a:xfrm>
            <a:off x="1441301" y="3170616"/>
            <a:ext cx="6023700" cy="5106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solidFill>
                  <a:schemeClr val="lt1"/>
                </a:solidFill>
              </a:rPr>
              <a:t>—Someone Famous</a:t>
            </a:r>
            <a:endParaRPr>
              <a:solidFill>
                <a:schemeClr val="lt1"/>
              </a:solidFill>
            </a:endParaRPr>
          </a:p>
        </p:txBody>
      </p:sp>
      <p:sp>
        <p:nvSpPr>
          <p:cNvPr id="1720" name="Google Shape;1720;p48"/>
          <p:cNvSpPr txBox="1">
            <a:spLocks noGrp="1"/>
          </p:cNvSpPr>
          <p:nvPr>
            <p:ph type="subTitle" idx="2"/>
          </p:nvPr>
        </p:nvSpPr>
        <p:spPr>
          <a:xfrm>
            <a:off x="1441301" y="1649641"/>
            <a:ext cx="6023700" cy="1478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lt1"/>
                </a:solidFill>
              </a:rPr>
              <a:t>“This is a quote, words full of wisdom that someone important said and can make the reader get inspired”</a:t>
            </a:r>
            <a:endParaRPr>
              <a:solidFill>
                <a:schemeClr val="lt1"/>
              </a:solidFill>
            </a:endParaRPr>
          </a:p>
        </p:txBody>
      </p:sp>
      <p:grpSp>
        <p:nvGrpSpPr>
          <p:cNvPr id="1721" name="Google Shape;1721;p48"/>
          <p:cNvGrpSpPr/>
          <p:nvPr/>
        </p:nvGrpSpPr>
        <p:grpSpPr>
          <a:xfrm>
            <a:off x="6227820" y="353466"/>
            <a:ext cx="958347" cy="1063924"/>
            <a:chOff x="7346251" y="563301"/>
            <a:chExt cx="1165163" cy="1293524"/>
          </a:xfrm>
        </p:grpSpPr>
        <p:sp>
          <p:nvSpPr>
            <p:cNvPr id="1722" name="Google Shape;1722;p48"/>
            <p:cNvSpPr/>
            <p:nvPr/>
          </p:nvSpPr>
          <p:spPr>
            <a:xfrm rot="1693449">
              <a:off x="7551679" y="1144858"/>
              <a:ext cx="928371" cy="366040"/>
            </a:xfrm>
            <a:custGeom>
              <a:avLst/>
              <a:gdLst/>
              <a:ahLst/>
              <a:cxnLst/>
              <a:rect l="l" t="t" r="r" b="b"/>
              <a:pathLst>
                <a:path w="22281" h="8785" extrusionOk="0">
                  <a:moveTo>
                    <a:pt x="11156" y="1"/>
                  </a:moveTo>
                  <a:lnTo>
                    <a:pt x="0" y="8147"/>
                  </a:lnTo>
                  <a:lnTo>
                    <a:pt x="456" y="8785"/>
                  </a:lnTo>
                  <a:lnTo>
                    <a:pt x="11156" y="943"/>
                  </a:lnTo>
                  <a:lnTo>
                    <a:pt x="21824" y="8785"/>
                  </a:lnTo>
                  <a:lnTo>
                    <a:pt x="22280" y="8147"/>
                  </a:lnTo>
                  <a:lnTo>
                    <a:pt x="111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48"/>
            <p:cNvSpPr/>
            <p:nvPr/>
          </p:nvSpPr>
          <p:spPr>
            <a:xfrm rot="1693449">
              <a:off x="8193466" y="722377"/>
              <a:ext cx="31708" cy="490164"/>
            </a:xfrm>
            <a:custGeom>
              <a:avLst/>
              <a:gdLst/>
              <a:ahLst/>
              <a:cxnLst/>
              <a:rect l="l" t="t" r="r" b="b"/>
              <a:pathLst>
                <a:path w="761" h="11764" extrusionOk="0">
                  <a:moveTo>
                    <a:pt x="0" y="1"/>
                  </a:moveTo>
                  <a:lnTo>
                    <a:pt x="0" y="11764"/>
                  </a:lnTo>
                  <a:lnTo>
                    <a:pt x="760" y="11764"/>
                  </a:lnTo>
                  <a:lnTo>
                    <a:pt x="7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48"/>
            <p:cNvSpPr/>
            <p:nvPr/>
          </p:nvSpPr>
          <p:spPr>
            <a:xfrm rot="1693449">
              <a:off x="7387886" y="1133150"/>
              <a:ext cx="271332" cy="244291"/>
            </a:xfrm>
            <a:custGeom>
              <a:avLst/>
              <a:gdLst/>
              <a:ahLst/>
              <a:cxnLst/>
              <a:rect l="l" t="t" r="r" b="b"/>
              <a:pathLst>
                <a:path w="6512" h="5863" extrusionOk="0">
                  <a:moveTo>
                    <a:pt x="3613" y="0"/>
                  </a:moveTo>
                  <a:cubicBezTo>
                    <a:pt x="1736" y="0"/>
                    <a:pt x="1" y="1909"/>
                    <a:pt x="888" y="4061"/>
                  </a:cubicBezTo>
                  <a:cubicBezTo>
                    <a:pt x="1399" y="5299"/>
                    <a:pt x="2472" y="5862"/>
                    <a:pt x="3545" y="5862"/>
                  </a:cubicBezTo>
                  <a:cubicBezTo>
                    <a:pt x="5028" y="5862"/>
                    <a:pt x="6511" y="4788"/>
                    <a:pt x="6511" y="2937"/>
                  </a:cubicBezTo>
                  <a:cubicBezTo>
                    <a:pt x="6511" y="2177"/>
                    <a:pt x="6208" y="1417"/>
                    <a:pt x="5630" y="870"/>
                  </a:cubicBezTo>
                  <a:cubicBezTo>
                    <a:pt x="5022" y="262"/>
                    <a:pt x="4308" y="0"/>
                    <a:pt x="3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8"/>
            <p:cNvSpPr/>
            <p:nvPr/>
          </p:nvSpPr>
          <p:spPr>
            <a:xfrm rot="1693449">
              <a:off x="7389301" y="1127882"/>
              <a:ext cx="256582" cy="217124"/>
            </a:xfrm>
            <a:custGeom>
              <a:avLst/>
              <a:gdLst/>
              <a:ahLst/>
              <a:cxnLst/>
              <a:rect l="l" t="t" r="r" b="b"/>
              <a:pathLst>
                <a:path w="6158" h="5211" extrusionOk="0">
                  <a:moveTo>
                    <a:pt x="3793" y="0"/>
                  </a:moveTo>
                  <a:cubicBezTo>
                    <a:pt x="1804" y="0"/>
                    <a:pt x="1" y="2153"/>
                    <a:pt x="1173" y="4340"/>
                  </a:cubicBezTo>
                  <a:cubicBezTo>
                    <a:pt x="1775" y="4942"/>
                    <a:pt x="2512" y="5211"/>
                    <a:pt x="3232" y="5211"/>
                  </a:cubicBezTo>
                  <a:cubicBezTo>
                    <a:pt x="4730" y="5211"/>
                    <a:pt x="6158" y="4048"/>
                    <a:pt x="6158" y="2303"/>
                  </a:cubicBezTo>
                  <a:cubicBezTo>
                    <a:pt x="6158" y="1787"/>
                    <a:pt x="6036" y="1331"/>
                    <a:pt x="5823" y="875"/>
                  </a:cubicBezTo>
                  <a:cubicBezTo>
                    <a:pt x="5203" y="262"/>
                    <a:pt x="4487" y="0"/>
                    <a:pt x="37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8"/>
            <p:cNvSpPr/>
            <p:nvPr/>
          </p:nvSpPr>
          <p:spPr>
            <a:xfrm rot="1693449">
              <a:off x="8170413" y="620910"/>
              <a:ext cx="279374" cy="243749"/>
            </a:xfrm>
            <a:custGeom>
              <a:avLst/>
              <a:gdLst/>
              <a:ahLst/>
              <a:cxnLst/>
              <a:rect l="l" t="t" r="r" b="b"/>
              <a:pathLst>
                <a:path w="6705" h="5850" extrusionOk="0">
                  <a:moveTo>
                    <a:pt x="3764" y="1"/>
                  </a:moveTo>
                  <a:cubicBezTo>
                    <a:pt x="1641" y="1"/>
                    <a:pt x="0" y="2426"/>
                    <a:pt x="1325" y="4489"/>
                  </a:cubicBezTo>
                  <a:cubicBezTo>
                    <a:pt x="1916" y="5428"/>
                    <a:pt x="2835" y="5850"/>
                    <a:pt x="3748" y="5850"/>
                  </a:cubicBezTo>
                  <a:cubicBezTo>
                    <a:pt x="5226" y="5850"/>
                    <a:pt x="6686" y="4743"/>
                    <a:pt x="6705" y="2939"/>
                  </a:cubicBezTo>
                  <a:cubicBezTo>
                    <a:pt x="6705" y="1814"/>
                    <a:pt x="6036" y="780"/>
                    <a:pt x="5033" y="294"/>
                  </a:cubicBezTo>
                  <a:cubicBezTo>
                    <a:pt x="4604" y="92"/>
                    <a:pt x="4175" y="1"/>
                    <a:pt x="37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8"/>
            <p:cNvSpPr/>
            <p:nvPr/>
          </p:nvSpPr>
          <p:spPr>
            <a:xfrm rot="1693449">
              <a:off x="8165574" y="611565"/>
              <a:ext cx="260165" cy="222957"/>
            </a:xfrm>
            <a:custGeom>
              <a:avLst/>
              <a:gdLst/>
              <a:ahLst/>
              <a:cxnLst/>
              <a:rect l="l" t="t" r="r" b="b"/>
              <a:pathLst>
                <a:path w="6244" h="5351" extrusionOk="0">
                  <a:moveTo>
                    <a:pt x="4023" y="1"/>
                  </a:moveTo>
                  <a:cubicBezTo>
                    <a:pt x="1646" y="1"/>
                    <a:pt x="1" y="3100"/>
                    <a:pt x="2049" y="5070"/>
                  </a:cubicBezTo>
                  <a:cubicBezTo>
                    <a:pt x="2458" y="5262"/>
                    <a:pt x="2881" y="5350"/>
                    <a:pt x="3293" y="5350"/>
                  </a:cubicBezTo>
                  <a:cubicBezTo>
                    <a:pt x="4841" y="5350"/>
                    <a:pt x="6244" y="4106"/>
                    <a:pt x="6244" y="2426"/>
                  </a:cubicBezTo>
                  <a:cubicBezTo>
                    <a:pt x="6244" y="1605"/>
                    <a:pt x="5909" y="845"/>
                    <a:pt x="5301" y="298"/>
                  </a:cubicBezTo>
                  <a:cubicBezTo>
                    <a:pt x="4864" y="93"/>
                    <a:pt x="4433" y="1"/>
                    <a:pt x="40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8"/>
            <p:cNvSpPr/>
            <p:nvPr/>
          </p:nvSpPr>
          <p:spPr>
            <a:xfrm rot="1693449">
              <a:off x="7894832" y="992986"/>
              <a:ext cx="393915" cy="386790"/>
            </a:xfrm>
            <a:custGeom>
              <a:avLst/>
              <a:gdLst/>
              <a:ahLst/>
              <a:cxnLst/>
              <a:rect l="l" t="t" r="r" b="b"/>
              <a:pathLst>
                <a:path w="9454" h="9283" extrusionOk="0">
                  <a:moveTo>
                    <a:pt x="4743" y="0"/>
                  </a:moveTo>
                  <a:cubicBezTo>
                    <a:pt x="2189" y="0"/>
                    <a:pt x="92" y="2006"/>
                    <a:pt x="31" y="4560"/>
                  </a:cubicBezTo>
                  <a:cubicBezTo>
                    <a:pt x="1" y="5228"/>
                    <a:pt x="153" y="5897"/>
                    <a:pt x="426" y="6505"/>
                  </a:cubicBezTo>
                  <a:cubicBezTo>
                    <a:pt x="1200" y="8233"/>
                    <a:pt x="2915" y="9282"/>
                    <a:pt x="4735" y="9282"/>
                  </a:cubicBezTo>
                  <a:cubicBezTo>
                    <a:pt x="5060" y="9282"/>
                    <a:pt x="5388" y="9249"/>
                    <a:pt x="5715" y="9180"/>
                  </a:cubicBezTo>
                  <a:cubicBezTo>
                    <a:pt x="7904" y="8724"/>
                    <a:pt x="9454" y="6778"/>
                    <a:pt x="9454" y="4560"/>
                  </a:cubicBezTo>
                  <a:cubicBezTo>
                    <a:pt x="9363" y="2006"/>
                    <a:pt x="7296" y="0"/>
                    <a:pt x="47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48"/>
            <p:cNvSpPr/>
            <p:nvPr/>
          </p:nvSpPr>
          <p:spPr>
            <a:xfrm rot="1693449">
              <a:off x="7909513" y="982757"/>
              <a:ext cx="362248" cy="344582"/>
            </a:xfrm>
            <a:custGeom>
              <a:avLst/>
              <a:gdLst/>
              <a:ahLst/>
              <a:cxnLst/>
              <a:rect l="l" t="t" r="r" b="b"/>
              <a:pathLst>
                <a:path w="8694" h="8270" extrusionOk="0">
                  <a:moveTo>
                    <a:pt x="4764" y="1"/>
                  </a:moveTo>
                  <a:cubicBezTo>
                    <a:pt x="2345" y="1"/>
                    <a:pt x="11" y="1856"/>
                    <a:pt x="31" y="4703"/>
                  </a:cubicBezTo>
                  <a:cubicBezTo>
                    <a:pt x="1" y="5371"/>
                    <a:pt x="153" y="6040"/>
                    <a:pt x="426" y="6648"/>
                  </a:cubicBezTo>
                  <a:cubicBezTo>
                    <a:pt x="1413" y="7769"/>
                    <a:pt x="2690" y="8270"/>
                    <a:pt x="3944" y="8270"/>
                  </a:cubicBezTo>
                  <a:cubicBezTo>
                    <a:pt x="6362" y="8270"/>
                    <a:pt x="8694" y="6409"/>
                    <a:pt x="8694" y="3548"/>
                  </a:cubicBezTo>
                  <a:cubicBezTo>
                    <a:pt x="8694" y="2879"/>
                    <a:pt x="8542" y="2210"/>
                    <a:pt x="8268" y="1602"/>
                  </a:cubicBezTo>
                  <a:cubicBezTo>
                    <a:pt x="7285" y="495"/>
                    <a:pt x="6013" y="1"/>
                    <a:pt x="47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8"/>
            <p:cNvSpPr/>
            <p:nvPr/>
          </p:nvSpPr>
          <p:spPr>
            <a:xfrm rot="1693449">
              <a:off x="8173447" y="1561299"/>
              <a:ext cx="287540" cy="241916"/>
            </a:xfrm>
            <a:custGeom>
              <a:avLst/>
              <a:gdLst/>
              <a:ahLst/>
              <a:cxnLst/>
              <a:rect l="l" t="t" r="r" b="b"/>
              <a:pathLst>
                <a:path w="6901" h="5806" extrusionOk="0">
                  <a:moveTo>
                    <a:pt x="3983" y="0"/>
                  </a:moveTo>
                  <a:cubicBezTo>
                    <a:pt x="1186" y="0"/>
                    <a:pt x="1" y="3526"/>
                    <a:pt x="2220" y="5228"/>
                  </a:cubicBezTo>
                  <a:cubicBezTo>
                    <a:pt x="2706" y="5623"/>
                    <a:pt x="3344" y="5806"/>
                    <a:pt x="3983" y="5806"/>
                  </a:cubicBezTo>
                  <a:cubicBezTo>
                    <a:pt x="5594" y="5806"/>
                    <a:pt x="6901" y="4499"/>
                    <a:pt x="6901" y="2888"/>
                  </a:cubicBezTo>
                  <a:cubicBezTo>
                    <a:pt x="6870" y="1733"/>
                    <a:pt x="6202" y="669"/>
                    <a:pt x="5107" y="213"/>
                  </a:cubicBezTo>
                  <a:cubicBezTo>
                    <a:pt x="4743" y="61"/>
                    <a:pt x="4378" y="0"/>
                    <a:pt x="39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8"/>
            <p:cNvSpPr/>
            <p:nvPr/>
          </p:nvSpPr>
          <p:spPr>
            <a:xfrm rot="1693449">
              <a:off x="8178624" y="1555917"/>
              <a:ext cx="260957" cy="226707"/>
            </a:xfrm>
            <a:custGeom>
              <a:avLst/>
              <a:gdLst/>
              <a:ahLst/>
              <a:cxnLst/>
              <a:rect l="l" t="t" r="r" b="b"/>
              <a:pathLst>
                <a:path w="6263" h="5441" extrusionOk="0">
                  <a:moveTo>
                    <a:pt x="3983" y="0"/>
                  </a:moveTo>
                  <a:cubicBezTo>
                    <a:pt x="1186" y="0"/>
                    <a:pt x="1" y="3526"/>
                    <a:pt x="2220" y="5228"/>
                  </a:cubicBezTo>
                  <a:cubicBezTo>
                    <a:pt x="2584" y="5380"/>
                    <a:pt x="2949" y="5441"/>
                    <a:pt x="3344" y="5441"/>
                  </a:cubicBezTo>
                  <a:cubicBezTo>
                    <a:pt x="4955" y="5441"/>
                    <a:pt x="6262" y="4134"/>
                    <a:pt x="6262" y="2553"/>
                  </a:cubicBezTo>
                  <a:cubicBezTo>
                    <a:pt x="6262" y="1611"/>
                    <a:pt x="5837" y="760"/>
                    <a:pt x="5107" y="213"/>
                  </a:cubicBezTo>
                  <a:cubicBezTo>
                    <a:pt x="4743" y="61"/>
                    <a:pt x="4378" y="0"/>
                    <a:pt x="39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32" name="Google Shape;1732;p48"/>
          <p:cNvGrpSpPr/>
          <p:nvPr/>
        </p:nvGrpSpPr>
        <p:grpSpPr>
          <a:xfrm>
            <a:off x="2030798" y="3380487"/>
            <a:ext cx="1480708" cy="1380504"/>
            <a:chOff x="2350623" y="3273862"/>
            <a:chExt cx="1480708" cy="1380504"/>
          </a:xfrm>
        </p:grpSpPr>
        <p:sp>
          <p:nvSpPr>
            <p:cNvPr id="1733" name="Google Shape;1733;p48"/>
            <p:cNvSpPr/>
            <p:nvPr/>
          </p:nvSpPr>
          <p:spPr>
            <a:xfrm rot="-546920">
              <a:off x="3293462" y="3304275"/>
              <a:ext cx="193572" cy="1030552"/>
            </a:xfrm>
            <a:custGeom>
              <a:avLst/>
              <a:gdLst/>
              <a:ahLst/>
              <a:cxnLst/>
              <a:rect l="l" t="t" r="r" b="b"/>
              <a:pathLst>
                <a:path w="3470" h="18473" extrusionOk="0">
                  <a:moveTo>
                    <a:pt x="0" y="1"/>
                  </a:moveTo>
                  <a:lnTo>
                    <a:pt x="0" y="16746"/>
                  </a:lnTo>
                  <a:cubicBezTo>
                    <a:pt x="0" y="17897"/>
                    <a:pt x="868" y="18472"/>
                    <a:pt x="1735" y="18472"/>
                  </a:cubicBezTo>
                  <a:cubicBezTo>
                    <a:pt x="2602" y="18472"/>
                    <a:pt x="3469" y="17897"/>
                    <a:pt x="3469" y="16746"/>
                  </a:cubicBezTo>
                  <a:lnTo>
                    <a:pt x="346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8"/>
            <p:cNvSpPr/>
            <p:nvPr/>
          </p:nvSpPr>
          <p:spPr>
            <a:xfrm rot="-546920">
              <a:off x="3353399" y="3931652"/>
              <a:ext cx="171258" cy="381973"/>
            </a:xfrm>
            <a:custGeom>
              <a:avLst/>
              <a:gdLst/>
              <a:ahLst/>
              <a:cxnLst/>
              <a:rect l="l" t="t" r="r" b="b"/>
              <a:pathLst>
                <a:path w="3070" h="6847" extrusionOk="0">
                  <a:moveTo>
                    <a:pt x="84" y="0"/>
                  </a:moveTo>
                  <a:lnTo>
                    <a:pt x="84" y="5271"/>
                  </a:lnTo>
                  <a:cubicBezTo>
                    <a:pt x="1" y="6321"/>
                    <a:pt x="768" y="6847"/>
                    <a:pt x="1535" y="6847"/>
                  </a:cubicBezTo>
                  <a:cubicBezTo>
                    <a:pt x="2302" y="6847"/>
                    <a:pt x="3070" y="6321"/>
                    <a:pt x="2986" y="5271"/>
                  </a:cubicBezTo>
                  <a:lnTo>
                    <a:pt x="29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8"/>
            <p:cNvSpPr/>
            <p:nvPr/>
          </p:nvSpPr>
          <p:spPr>
            <a:xfrm rot="-546920">
              <a:off x="3281495" y="3371752"/>
              <a:ext cx="35423" cy="454106"/>
            </a:xfrm>
            <a:custGeom>
              <a:avLst/>
              <a:gdLst/>
              <a:ahLst/>
              <a:cxnLst/>
              <a:rect l="l" t="t" r="r" b="b"/>
              <a:pathLst>
                <a:path w="635" h="8140" extrusionOk="0">
                  <a:moveTo>
                    <a:pt x="301" y="0"/>
                  </a:moveTo>
                  <a:cubicBezTo>
                    <a:pt x="134" y="0"/>
                    <a:pt x="1" y="134"/>
                    <a:pt x="1" y="301"/>
                  </a:cubicBezTo>
                  <a:lnTo>
                    <a:pt x="1" y="7839"/>
                  </a:lnTo>
                  <a:cubicBezTo>
                    <a:pt x="1" y="8006"/>
                    <a:pt x="134" y="8140"/>
                    <a:pt x="301" y="8140"/>
                  </a:cubicBezTo>
                  <a:cubicBezTo>
                    <a:pt x="468" y="8140"/>
                    <a:pt x="635" y="8006"/>
                    <a:pt x="635" y="7839"/>
                  </a:cubicBezTo>
                  <a:lnTo>
                    <a:pt x="635" y="301"/>
                  </a:lnTo>
                  <a:cubicBezTo>
                    <a:pt x="635" y="134"/>
                    <a:pt x="468" y="0"/>
                    <a:pt x="3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8"/>
            <p:cNvSpPr/>
            <p:nvPr/>
          </p:nvSpPr>
          <p:spPr>
            <a:xfrm rot="-546920">
              <a:off x="3293462" y="3304275"/>
              <a:ext cx="193572" cy="1030552"/>
            </a:xfrm>
            <a:custGeom>
              <a:avLst/>
              <a:gdLst/>
              <a:ahLst/>
              <a:cxnLst/>
              <a:rect l="l" t="t" r="r" b="b"/>
              <a:pathLst>
                <a:path w="3470" h="18473" extrusionOk="0">
                  <a:moveTo>
                    <a:pt x="801" y="1"/>
                  </a:moveTo>
                  <a:lnTo>
                    <a:pt x="0" y="167"/>
                  </a:lnTo>
                  <a:lnTo>
                    <a:pt x="2836" y="534"/>
                  </a:lnTo>
                  <a:cubicBezTo>
                    <a:pt x="2836" y="534"/>
                    <a:pt x="2635" y="7306"/>
                    <a:pt x="2635" y="10842"/>
                  </a:cubicBezTo>
                  <a:cubicBezTo>
                    <a:pt x="2635" y="14081"/>
                    <a:pt x="1673" y="15747"/>
                    <a:pt x="94" y="15747"/>
                  </a:cubicBezTo>
                  <a:cubicBezTo>
                    <a:pt x="63" y="15747"/>
                    <a:pt x="32" y="15747"/>
                    <a:pt x="0" y="15745"/>
                  </a:cubicBezTo>
                  <a:lnTo>
                    <a:pt x="0" y="16746"/>
                  </a:lnTo>
                  <a:cubicBezTo>
                    <a:pt x="0" y="17897"/>
                    <a:pt x="868" y="18472"/>
                    <a:pt x="1735" y="18472"/>
                  </a:cubicBezTo>
                  <a:cubicBezTo>
                    <a:pt x="2602" y="18472"/>
                    <a:pt x="3469" y="17897"/>
                    <a:pt x="3469" y="16746"/>
                  </a:cubicBezTo>
                  <a:lnTo>
                    <a:pt x="3469" y="1"/>
                  </a:lnTo>
                  <a:close/>
                </a:path>
              </a:pathLst>
            </a:custGeom>
            <a:solidFill>
              <a:srgbClr val="321814">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8"/>
            <p:cNvSpPr/>
            <p:nvPr/>
          </p:nvSpPr>
          <p:spPr>
            <a:xfrm rot="-546920">
              <a:off x="3188748" y="3292412"/>
              <a:ext cx="236415" cy="27949"/>
            </a:xfrm>
            <a:custGeom>
              <a:avLst/>
              <a:gdLst/>
              <a:ahLst/>
              <a:cxnLst/>
              <a:rect l="l" t="t" r="r" b="b"/>
              <a:pathLst>
                <a:path w="4238" h="501" extrusionOk="0">
                  <a:moveTo>
                    <a:pt x="234" y="0"/>
                  </a:moveTo>
                  <a:cubicBezTo>
                    <a:pt x="101" y="0"/>
                    <a:pt x="1" y="100"/>
                    <a:pt x="1" y="234"/>
                  </a:cubicBezTo>
                  <a:cubicBezTo>
                    <a:pt x="1" y="400"/>
                    <a:pt x="101" y="500"/>
                    <a:pt x="234" y="500"/>
                  </a:cubicBezTo>
                  <a:lnTo>
                    <a:pt x="4004" y="500"/>
                  </a:lnTo>
                  <a:cubicBezTo>
                    <a:pt x="4137" y="500"/>
                    <a:pt x="4237" y="400"/>
                    <a:pt x="4237" y="234"/>
                  </a:cubicBezTo>
                  <a:cubicBezTo>
                    <a:pt x="4237" y="100"/>
                    <a:pt x="4137" y="0"/>
                    <a:pt x="40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48"/>
            <p:cNvSpPr/>
            <p:nvPr/>
          </p:nvSpPr>
          <p:spPr>
            <a:xfrm rot="-546920">
              <a:off x="2932402" y="3362114"/>
              <a:ext cx="194520" cy="1030552"/>
            </a:xfrm>
            <a:custGeom>
              <a:avLst/>
              <a:gdLst/>
              <a:ahLst/>
              <a:cxnLst/>
              <a:rect l="l" t="t" r="r" b="b"/>
              <a:pathLst>
                <a:path w="3487" h="18473" extrusionOk="0">
                  <a:moveTo>
                    <a:pt x="17" y="1"/>
                  </a:moveTo>
                  <a:lnTo>
                    <a:pt x="17" y="16746"/>
                  </a:lnTo>
                  <a:cubicBezTo>
                    <a:pt x="1" y="17897"/>
                    <a:pt x="860" y="18472"/>
                    <a:pt x="1727" y="18472"/>
                  </a:cubicBezTo>
                  <a:cubicBezTo>
                    <a:pt x="2594" y="18472"/>
                    <a:pt x="3470" y="17897"/>
                    <a:pt x="3486" y="16746"/>
                  </a:cubicBezTo>
                  <a:lnTo>
                    <a:pt x="348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48"/>
            <p:cNvSpPr/>
            <p:nvPr/>
          </p:nvSpPr>
          <p:spPr>
            <a:xfrm rot="-546920">
              <a:off x="2998751" y="4001930"/>
              <a:ext cx="161942" cy="369421"/>
            </a:xfrm>
            <a:custGeom>
              <a:avLst/>
              <a:gdLst/>
              <a:ahLst/>
              <a:cxnLst/>
              <a:rect l="l" t="t" r="r" b="b"/>
              <a:pathLst>
                <a:path w="2903" h="6622" extrusionOk="0">
                  <a:moveTo>
                    <a:pt x="0" y="0"/>
                  </a:moveTo>
                  <a:lnTo>
                    <a:pt x="0" y="5271"/>
                  </a:lnTo>
                  <a:cubicBezTo>
                    <a:pt x="67" y="6171"/>
                    <a:pt x="759" y="6622"/>
                    <a:pt x="1451" y="6622"/>
                  </a:cubicBezTo>
                  <a:cubicBezTo>
                    <a:pt x="2143" y="6622"/>
                    <a:pt x="2835" y="6171"/>
                    <a:pt x="2902" y="5271"/>
                  </a:cubicBezTo>
                  <a:lnTo>
                    <a:pt x="29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48"/>
            <p:cNvSpPr/>
            <p:nvPr/>
          </p:nvSpPr>
          <p:spPr>
            <a:xfrm rot="-546920">
              <a:off x="2932402" y="3362114"/>
              <a:ext cx="194520" cy="1030552"/>
            </a:xfrm>
            <a:custGeom>
              <a:avLst/>
              <a:gdLst/>
              <a:ahLst/>
              <a:cxnLst/>
              <a:rect l="l" t="t" r="r" b="b"/>
              <a:pathLst>
                <a:path w="3487" h="18473" extrusionOk="0">
                  <a:moveTo>
                    <a:pt x="818" y="1"/>
                  </a:moveTo>
                  <a:lnTo>
                    <a:pt x="17" y="167"/>
                  </a:lnTo>
                  <a:lnTo>
                    <a:pt x="2853" y="534"/>
                  </a:lnTo>
                  <a:cubicBezTo>
                    <a:pt x="2853" y="534"/>
                    <a:pt x="2652" y="7306"/>
                    <a:pt x="2652" y="10842"/>
                  </a:cubicBezTo>
                  <a:cubicBezTo>
                    <a:pt x="2652" y="14081"/>
                    <a:pt x="1690" y="15747"/>
                    <a:pt x="111" y="15747"/>
                  </a:cubicBezTo>
                  <a:cubicBezTo>
                    <a:pt x="80" y="15747"/>
                    <a:pt x="49" y="15747"/>
                    <a:pt x="17" y="15745"/>
                  </a:cubicBezTo>
                  <a:lnTo>
                    <a:pt x="17" y="16746"/>
                  </a:lnTo>
                  <a:cubicBezTo>
                    <a:pt x="1" y="17897"/>
                    <a:pt x="860" y="18472"/>
                    <a:pt x="1727" y="18472"/>
                  </a:cubicBezTo>
                  <a:cubicBezTo>
                    <a:pt x="2594" y="18472"/>
                    <a:pt x="3470" y="17897"/>
                    <a:pt x="3486" y="16746"/>
                  </a:cubicBezTo>
                  <a:lnTo>
                    <a:pt x="3486" y="1"/>
                  </a:lnTo>
                  <a:close/>
                </a:path>
              </a:pathLst>
            </a:custGeom>
            <a:solidFill>
              <a:srgbClr val="321814">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48"/>
            <p:cNvSpPr/>
            <p:nvPr/>
          </p:nvSpPr>
          <p:spPr>
            <a:xfrm rot="-546920">
              <a:off x="2828631" y="3350177"/>
              <a:ext cx="236415" cy="27949"/>
            </a:xfrm>
            <a:custGeom>
              <a:avLst/>
              <a:gdLst/>
              <a:ahLst/>
              <a:cxnLst/>
              <a:rect l="l" t="t" r="r" b="b"/>
              <a:pathLst>
                <a:path w="4238" h="501" extrusionOk="0">
                  <a:moveTo>
                    <a:pt x="234" y="0"/>
                  </a:moveTo>
                  <a:cubicBezTo>
                    <a:pt x="101" y="0"/>
                    <a:pt x="1" y="100"/>
                    <a:pt x="1" y="234"/>
                  </a:cubicBezTo>
                  <a:cubicBezTo>
                    <a:pt x="1" y="400"/>
                    <a:pt x="101" y="500"/>
                    <a:pt x="234" y="500"/>
                  </a:cubicBezTo>
                  <a:lnTo>
                    <a:pt x="4004" y="500"/>
                  </a:lnTo>
                  <a:cubicBezTo>
                    <a:pt x="4137" y="500"/>
                    <a:pt x="4237" y="400"/>
                    <a:pt x="4237" y="234"/>
                  </a:cubicBezTo>
                  <a:cubicBezTo>
                    <a:pt x="4237" y="100"/>
                    <a:pt x="4137" y="0"/>
                    <a:pt x="40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48"/>
            <p:cNvSpPr/>
            <p:nvPr/>
          </p:nvSpPr>
          <p:spPr>
            <a:xfrm rot="-546920">
              <a:off x="2915776" y="3429220"/>
              <a:ext cx="50318" cy="454106"/>
            </a:xfrm>
            <a:custGeom>
              <a:avLst/>
              <a:gdLst/>
              <a:ahLst/>
              <a:cxnLst/>
              <a:rect l="l" t="t" r="r" b="b"/>
              <a:pathLst>
                <a:path w="902" h="8140" extrusionOk="0">
                  <a:moveTo>
                    <a:pt x="434" y="0"/>
                  </a:moveTo>
                  <a:cubicBezTo>
                    <a:pt x="201" y="0"/>
                    <a:pt x="1" y="201"/>
                    <a:pt x="1" y="434"/>
                  </a:cubicBezTo>
                  <a:lnTo>
                    <a:pt x="1" y="7706"/>
                  </a:lnTo>
                  <a:cubicBezTo>
                    <a:pt x="1" y="7939"/>
                    <a:pt x="201" y="8140"/>
                    <a:pt x="434" y="8140"/>
                  </a:cubicBezTo>
                  <a:cubicBezTo>
                    <a:pt x="701" y="8140"/>
                    <a:pt x="901" y="7939"/>
                    <a:pt x="901" y="7706"/>
                  </a:cubicBezTo>
                  <a:lnTo>
                    <a:pt x="901" y="434"/>
                  </a:lnTo>
                  <a:cubicBezTo>
                    <a:pt x="901" y="201"/>
                    <a:pt x="701" y="0"/>
                    <a:pt x="4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48"/>
            <p:cNvSpPr/>
            <p:nvPr/>
          </p:nvSpPr>
          <p:spPr>
            <a:xfrm rot="-546920">
              <a:off x="2571355" y="3420100"/>
              <a:ext cx="193628" cy="1030552"/>
            </a:xfrm>
            <a:custGeom>
              <a:avLst/>
              <a:gdLst/>
              <a:ahLst/>
              <a:cxnLst/>
              <a:rect l="l" t="t" r="r" b="b"/>
              <a:pathLst>
                <a:path w="3471" h="18473" extrusionOk="0">
                  <a:moveTo>
                    <a:pt x="1" y="1"/>
                  </a:moveTo>
                  <a:lnTo>
                    <a:pt x="1" y="16746"/>
                  </a:lnTo>
                  <a:cubicBezTo>
                    <a:pt x="1" y="17897"/>
                    <a:pt x="868" y="18472"/>
                    <a:pt x="1735" y="18472"/>
                  </a:cubicBezTo>
                  <a:cubicBezTo>
                    <a:pt x="2603" y="18472"/>
                    <a:pt x="3470" y="17897"/>
                    <a:pt x="3470" y="16746"/>
                  </a:cubicBezTo>
                  <a:lnTo>
                    <a:pt x="347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48"/>
            <p:cNvSpPr/>
            <p:nvPr/>
          </p:nvSpPr>
          <p:spPr>
            <a:xfrm rot="-546920">
              <a:off x="2632278" y="4050805"/>
              <a:ext cx="172151" cy="381973"/>
            </a:xfrm>
            <a:custGeom>
              <a:avLst/>
              <a:gdLst/>
              <a:ahLst/>
              <a:cxnLst/>
              <a:rect l="l" t="t" r="r" b="b"/>
              <a:pathLst>
                <a:path w="3086" h="6847" extrusionOk="0">
                  <a:moveTo>
                    <a:pt x="67" y="0"/>
                  </a:moveTo>
                  <a:lnTo>
                    <a:pt x="67" y="5271"/>
                  </a:lnTo>
                  <a:cubicBezTo>
                    <a:pt x="0" y="6321"/>
                    <a:pt x="776" y="6847"/>
                    <a:pt x="1547" y="6847"/>
                  </a:cubicBezTo>
                  <a:cubicBezTo>
                    <a:pt x="2318" y="6847"/>
                    <a:pt x="3086" y="6321"/>
                    <a:pt x="3002" y="5271"/>
                  </a:cubicBezTo>
                  <a:lnTo>
                    <a:pt x="30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48"/>
            <p:cNvSpPr/>
            <p:nvPr/>
          </p:nvSpPr>
          <p:spPr>
            <a:xfrm rot="-546920">
              <a:off x="2559443" y="3487572"/>
              <a:ext cx="35423" cy="454106"/>
            </a:xfrm>
            <a:custGeom>
              <a:avLst/>
              <a:gdLst/>
              <a:ahLst/>
              <a:cxnLst/>
              <a:rect l="l" t="t" r="r" b="b"/>
              <a:pathLst>
                <a:path w="635" h="8140" extrusionOk="0">
                  <a:moveTo>
                    <a:pt x="301" y="0"/>
                  </a:moveTo>
                  <a:cubicBezTo>
                    <a:pt x="134" y="0"/>
                    <a:pt x="1" y="134"/>
                    <a:pt x="1" y="301"/>
                  </a:cubicBezTo>
                  <a:lnTo>
                    <a:pt x="1" y="7839"/>
                  </a:lnTo>
                  <a:cubicBezTo>
                    <a:pt x="1" y="8006"/>
                    <a:pt x="134" y="8140"/>
                    <a:pt x="301" y="8140"/>
                  </a:cubicBezTo>
                  <a:lnTo>
                    <a:pt x="334" y="8140"/>
                  </a:lnTo>
                  <a:cubicBezTo>
                    <a:pt x="501" y="8140"/>
                    <a:pt x="634" y="8006"/>
                    <a:pt x="634" y="7839"/>
                  </a:cubicBezTo>
                  <a:lnTo>
                    <a:pt x="634" y="301"/>
                  </a:lnTo>
                  <a:cubicBezTo>
                    <a:pt x="634" y="134"/>
                    <a:pt x="501" y="0"/>
                    <a:pt x="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48"/>
            <p:cNvSpPr/>
            <p:nvPr/>
          </p:nvSpPr>
          <p:spPr>
            <a:xfrm rot="-546920">
              <a:off x="2571355" y="3420100"/>
              <a:ext cx="193628" cy="1030552"/>
            </a:xfrm>
            <a:custGeom>
              <a:avLst/>
              <a:gdLst/>
              <a:ahLst/>
              <a:cxnLst/>
              <a:rect l="l" t="t" r="r" b="b"/>
              <a:pathLst>
                <a:path w="3471" h="18473" extrusionOk="0">
                  <a:moveTo>
                    <a:pt x="801" y="1"/>
                  </a:moveTo>
                  <a:lnTo>
                    <a:pt x="1" y="167"/>
                  </a:lnTo>
                  <a:lnTo>
                    <a:pt x="2870" y="534"/>
                  </a:lnTo>
                  <a:cubicBezTo>
                    <a:pt x="2870" y="534"/>
                    <a:pt x="2669" y="7306"/>
                    <a:pt x="2669" y="10842"/>
                  </a:cubicBezTo>
                  <a:cubicBezTo>
                    <a:pt x="2669" y="14081"/>
                    <a:pt x="1675" y="15747"/>
                    <a:pt x="95" y="15747"/>
                  </a:cubicBezTo>
                  <a:cubicBezTo>
                    <a:pt x="64" y="15747"/>
                    <a:pt x="32" y="15747"/>
                    <a:pt x="1" y="15745"/>
                  </a:cubicBezTo>
                  <a:lnTo>
                    <a:pt x="1" y="16746"/>
                  </a:lnTo>
                  <a:cubicBezTo>
                    <a:pt x="1" y="17897"/>
                    <a:pt x="868" y="18472"/>
                    <a:pt x="1735" y="18472"/>
                  </a:cubicBezTo>
                  <a:cubicBezTo>
                    <a:pt x="2603" y="18472"/>
                    <a:pt x="3470" y="17897"/>
                    <a:pt x="3470" y="16746"/>
                  </a:cubicBezTo>
                  <a:lnTo>
                    <a:pt x="3470" y="1"/>
                  </a:lnTo>
                  <a:close/>
                </a:path>
              </a:pathLst>
            </a:custGeom>
            <a:solidFill>
              <a:srgbClr val="321814">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48"/>
            <p:cNvSpPr/>
            <p:nvPr/>
          </p:nvSpPr>
          <p:spPr>
            <a:xfrm rot="-546920">
              <a:off x="2466685" y="3408087"/>
              <a:ext cx="238255" cy="27949"/>
            </a:xfrm>
            <a:custGeom>
              <a:avLst/>
              <a:gdLst/>
              <a:ahLst/>
              <a:cxnLst/>
              <a:rect l="l" t="t" r="r" b="b"/>
              <a:pathLst>
                <a:path w="4271" h="501" extrusionOk="0">
                  <a:moveTo>
                    <a:pt x="267" y="0"/>
                  </a:moveTo>
                  <a:cubicBezTo>
                    <a:pt x="134" y="0"/>
                    <a:pt x="1" y="100"/>
                    <a:pt x="1" y="234"/>
                  </a:cubicBezTo>
                  <a:cubicBezTo>
                    <a:pt x="1" y="400"/>
                    <a:pt x="134" y="500"/>
                    <a:pt x="267" y="500"/>
                  </a:cubicBezTo>
                  <a:lnTo>
                    <a:pt x="4003" y="500"/>
                  </a:lnTo>
                  <a:cubicBezTo>
                    <a:pt x="4170" y="500"/>
                    <a:pt x="4270" y="400"/>
                    <a:pt x="4270" y="234"/>
                  </a:cubicBezTo>
                  <a:cubicBezTo>
                    <a:pt x="4270" y="100"/>
                    <a:pt x="4170" y="0"/>
                    <a:pt x="40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48"/>
            <p:cNvSpPr/>
            <p:nvPr/>
          </p:nvSpPr>
          <p:spPr>
            <a:xfrm rot="-546920">
              <a:off x="2421827" y="4420717"/>
              <a:ext cx="1408670" cy="122843"/>
            </a:xfrm>
            <a:custGeom>
              <a:avLst/>
              <a:gdLst/>
              <a:ahLst/>
              <a:cxnLst/>
              <a:rect l="l" t="t" r="r" b="b"/>
              <a:pathLst>
                <a:path w="25252" h="2202" extrusionOk="0">
                  <a:moveTo>
                    <a:pt x="0" y="0"/>
                  </a:moveTo>
                  <a:lnTo>
                    <a:pt x="0" y="2202"/>
                  </a:lnTo>
                  <a:lnTo>
                    <a:pt x="25252" y="2202"/>
                  </a:lnTo>
                  <a:lnTo>
                    <a:pt x="2525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48"/>
            <p:cNvSpPr/>
            <p:nvPr/>
          </p:nvSpPr>
          <p:spPr>
            <a:xfrm rot="-546920">
              <a:off x="2430742" y="3519454"/>
              <a:ext cx="57737" cy="1016103"/>
            </a:xfrm>
            <a:custGeom>
              <a:avLst/>
              <a:gdLst/>
              <a:ahLst/>
              <a:cxnLst/>
              <a:rect l="l" t="t" r="r" b="b"/>
              <a:pathLst>
                <a:path w="1035" h="18214" extrusionOk="0">
                  <a:moveTo>
                    <a:pt x="1" y="0"/>
                  </a:moveTo>
                  <a:lnTo>
                    <a:pt x="1" y="18213"/>
                  </a:lnTo>
                  <a:lnTo>
                    <a:pt x="1035" y="18213"/>
                  </a:lnTo>
                  <a:lnTo>
                    <a:pt x="103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48"/>
            <p:cNvSpPr/>
            <p:nvPr/>
          </p:nvSpPr>
          <p:spPr>
            <a:xfrm rot="-546920">
              <a:off x="3588261" y="3333783"/>
              <a:ext cx="57737" cy="1016103"/>
            </a:xfrm>
            <a:custGeom>
              <a:avLst/>
              <a:gdLst/>
              <a:ahLst/>
              <a:cxnLst/>
              <a:rect l="l" t="t" r="r" b="b"/>
              <a:pathLst>
                <a:path w="1035" h="18214" extrusionOk="0">
                  <a:moveTo>
                    <a:pt x="1" y="0"/>
                  </a:moveTo>
                  <a:lnTo>
                    <a:pt x="1" y="18213"/>
                  </a:lnTo>
                  <a:lnTo>
                    <a:pt x="1035" y="18213"/>
                  </a:lnTo>
                  <a:lnTo>
                    <a:pt x="103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48"/>
            <p:cNvSpPr/>
            <p:nvPr/>
          </p:nvSpPr>
          <p:spPr>
            <a:xfrm rot="-546920">
              <a:off x="2375184" y="3432808"/>
              <a:ext cx="1172367" cy="55843"/>
            </a:xfrm>
            <a:custGeom>
              <a:avLst/>
              <a:gdLst/>
              <a:ahLst/>
              <a:cxnLst/>
              <a:rect l="l" t="t" r="r" b="b"/>
              <a:pathLst>
                <a:path w="21016" h="1001" extrusionOk="0">
                  <a:moveTo>
                    <a:pt x="1" y="0"/>
                  </a:moveTo>
                  <a:lnTo>
                    <a:pt x="1" y="1001"/>
                  </a:lnTo>
                  <a:lnTo>
                    <a:pt x="21016" y="1001"/>
                  </a:lnTo>
                  <a:lnTo>
                    <a:pt x="2101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52" name="Google Shape;1752;p48"/>
          <p:cNvGrpSpPr/>
          <p:nvPr/>
        </p:nvGrpSpPr>
        <p:grpSpPr>
          <a:xfrm>
            <a:off x="6141482" y="3723801"/>
            <a:ext cx="1258950" cy="1408356"/>
            <a:chOff x="6160601" y="655271"/>
            <a:chExt cx="958397" cy="1072135"/>
          </a:xfrm>
        </p:grpSpPr>
        <p:sp>
          <p:nvSpPr>
            <p:cNvPr id="1753" name="Google Shape;1753;p48"/>
            <p:cNvSpPr/>
            <p:nvPr/>
          </p:nvSpPr>
          <p:spPr>
            <a:xfrm rot="-741002">
              <a:off x="6283252" y="930190"/>
              <a:ext cx="767247" cy="723536"/>
            </a:xfrm>
            <a:custGeom>
              <a:avLst/>
              <a:gdLst/>
              <a:ahLst/>
              <a:cxnLst/>
              <a:rect l="l" t="t" r="r" b="b"/>
              <a:pathLst>
                <a:path w="28664" h="27031" extrusionOk="0">
                  <a:moveTo>
                    <a:pt x="22189" y="1"/>
                  </a:moveTo>
                  <a:lnTo>
                    <a:pt x="15836" y="2402"/>
                  </a:lnTo>
                  <a:lnTo>
                    <a:pt x="20000" y="13375"/>
                  </a:lnTo>
                  <a:cubicBezTo>
                    <a:pt x="21125" y="16019"/>
                    <a:pt x="19818" y="19089"/>
                    <a:pt x="17143" y="20092"/>
                  </a:cubicBezTo>
                  <a:cubicBezTo>
                    <a:pt x="16544" y="20321"/>
                    <a:pt x="15931" y="20429"/>
                    <a:pt x="15328" y="20429"/>
                  </a:cubicBezTo>
                  <a:cubicBezTo>
                    <a:pt x="13209" y="20429"/>
                    <a:pt x="11227" y="19091"/>
                    <a:pt x="10517" y="16961"/>
                  </a:cubicBezTo>
                  <a:lnTo>
                    <a:pt x="6322" y="5989"/>
                  </a:lnTo>
                  <a:lnTo>
                    <a:pt x="0" y="8390"/>
                  </a:lnTo>
                  <a:lnTo>
                    <a:pt x="4164" y="19363"/>
                  </a:lnTo>
                  <a:cubicBezTo>
                    <a:pt x="5977" y="24117"/>
                    <a:pt x="10487" y="27031"/>
                    <a:pt x="15281" y="27031"/>
                  </a:cubicBezTo>
                  <a:cubicBezTo>
                    <a:pt x="16678" y="27031"/>
                    <a:pt x="18098" y="26784"/>
                    <a:pt x="19484" y="26262"/>
                  </a:cubicBezTo>
                  <a:cubicBezTo>
                    <a:pt x="25593" y="23922"/>
                    <a:pt x="28663" y="17083"/>
                    <a:pt x="26353" y="10973"/>
                  </a:cubicBezTo>
                  <a:lnTo>
                    <a:pt x="221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48"/>
            <p:cNvSpPr/>
            <p:nvPr/>
          </p:nvSpPr>
          <p:spPr>
            <a:xfrm rot="-741002">
              <a:off x="6700728" y="886705"/>
              <a:ext cx="344196" cy="702979"/>
            </a:xfrm>
            <a:custGeom>
              <a:avLst/>
              <a:gdLst/>
              <a:ahLst/>
              <a:cxnLst/>
              <a:rect l="l" t="t" r="r" b="b"/>
              <a:pathLst>
                <a:path w="12859" h="26263" extrusionOk="0">
                  <a:moveTo>
                    <a:pt x="6384" y="1"/>
                  </a:moveTo>
                  <a:lnTo>
                    <a:pt x="1" y="2402"/>
                  </a:lnTo>
                  <a:lnTo>
                    <a:pt x="4195" y="13375"/>
                  </a:lnTo>
                  <a:cubicBezTo>
                    <a:pt x="5168" y="15989"/>
                    <a:pt x="3861" y="18907"/>
                    <a:pt x="1277" y="19910"/>
                  </a:cubicBezTo>
                  <a:lnTo>
                    <a:pt x="3648" y="26262"/>
                  </a:lnTo>
                  <a:cubicBezTo>
                    <a:pt x="9788" y="23922"/>
                    <a:pt x="12858" y="17083"/>
                    <a:pt x="10548" y="10973"/>
                  </a:cubicBezTo>
                  <a:lnTo>
                    <a:pt x="638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48"/>
            <p:cNvSpPr/>
            <p:nvPr/>
          </p:nvSpPr>
          <p:spPr>
            <a:xfrm rot="-741002">
              <a:off x="6234282" y="1102235"/>
              <a:ext cx="217267" cy="189590"/>
            </a:xfrm>
            <a:custGeom>
              <a:avLst/>
              <a:gdLst/>
              <a:ahLst/>
              <a:cxnLst/>
              <a:rect l="l" t="t" r="r" b="b"/>
              <a:pathLst>
                <a:path w="8117" h="7083" extrusionOk="0">
                  <a:moveTo>
                    <a:pt x="6353" y="1"/>
                  </a:moveTo>
                  <a:lnTo>
                    <a:pt x="1" y="2402"/>
                  </a:lnTo>
                  <a:lnTo>
                    <a:pt x="1764" y="7083"/>
                  </a:lnTo>
                  <a:lnTo>
                    <a:pt x="8116" y="4682"/>
                  </a:lnTo>
                  <a:lnTo>
                    <a:pt x="63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48"/>
            <p:cNvSpPr/>
            <p:nvPr/>
          </p:nvSpPr>
          <p:spPr>
            <a:xfrm rot="-741002">
              <a:off x="6613975" y="855007"/>
              <a:ext cx="217267" cy="188787"/>
            </a:xfrm>
            <a:custGeom>
              <a:avLst/>
              <a:gdLst/>
              <a:ahLst/>
              <a:cxnLst/>
              <a:rect l="l" t="t" r="r" b="b"/>
              <a:pathLst>
                <a:path w="8117" h="7053" extrusionOk="0">
                  <a:moveTo>
                    <a:pt x="6354" y="1"/>
                  </a:moveTo>
                  <a:lnTo>
                    <a:pt x="1" y="2402"/>
                  </a:lnTo>
                  <a:lnTo>
                    <a:pt x="1794" y="7053"/>
                  </a:lnTo>
                  <a:lnTo>
                    <a:pt x="8117" y="4651"/>
                  </a:lnTo>
                  <a:lnTo>
                    <a:pt x="635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48"/>
            <p:cNvSpPr/>
            <p:nvPr/>
          </p:nvSpPr>
          <p:spPr>
            <a:xfrm rot="-741002">
              <a:off x="6183728" y="911728"/>
              <a:ext cx="69192" cy="223745"/>
            </a:xfrm>
            <a:custGeom>
              <a:avLst/>
              <a:gdLst/>
              <a:ahLst/>
              <a:cxnLst/>
              <a:rect l="l" t="t" r="r" b="b"/>
              <a:pathLst>
                <a:path w="2585" h="8359" extrusionOk="0">
                  <a:moveTo>
                    <a:pt x="1" y="0"/>
                  </a:moveTo>
                  <a:lnTo>
                    <a:pt x="183" y="5471"/>
                  </a:lnTo>
                  <a:lnTo>
                    <a:pt x="1460" y="4620"/>
                  </a:lnTo>
                  <a:lnTo>
                    <a:pt x="2463" y="8359"/>
                  </a:lnTo>
                  <a:lnTo>
                    <a:pt x="2584" y="2736"/>
                  </a:lnTo>
                  <a:lnTo>
                    <a:pt x="2584" y="2736"/>
                  </a:lnTo>
                  <a:lnTo>
                    <a:pt x="1308" y="3556"/>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48"/>
            <p:cNvSpPr/>
            <p:nvPr/>
          </p:nvSpPr>
          <p:spPr>
            <a:xfrm rot="-741002">
              <a:off x="6569260" y="659986"/>
              <a:ext cx="68389" cy="224574"/>
            </a:xfrm>
            <a:custGeom>
              <a:avLst/>
              <a:gdLst/>
              <a:ahLst/>
              <a:cxnLst/>
              <a:rect l="l" t="t" r="r" b="b"/>
              <a:pathLst>
                <a:path w="2555" h="8390" extrusionOk="0">
                  <a:moveTo>
                    <a:pt x="1" y="1"/>
                  </a:moveTo>
                  <a:lnTo>
                    <a:pt x="183" y="5472"/>
                  </a:lnTo>
                  <a:lnTo>
                    <a:pt x="1430" y="4651"/>
                  </a:lnTo>
                  <a:lnTo>
                    <a:pt x="2463" y="8390"/>
                  </a:lnTo>
                  <a:lnTo>
                    <a:pt x="2554" y="2736"/>
                  </a:lnTo>
                  <a:lnTo>
                    <a:pt x="1308" y="355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5"/>
        <p:cNvGrpSpPr/>
        <p:nvPr/>
      </p:nvGrpSpPr>
      <p:grpSpPr>
        <a:xfrm>
          <a:off x="0" y="0"/>
          <a:ext cx="0" cy="0"/>
          <a:chOff x="0" y="0"/>
          <a:chExt cx="0" cy="0"/>
        </a:xfrm>
      </p:grpSpPr>
      <p:sp>
        <p:nvSpPr>
          <p:cNvPr id="1817" name="Google Shape;1817;p50"/>
          <p:cNvSpPr txBox="1">
            <a:spLocks noGrp="1"/>
          </p:cNvSpPr>
          <p:nvPr>
            <p:ph type="title"/>
          </p:nvPr>
        </p:nvSpPr>
        <p:spPr>
          <a:xfrm>
            <a:off x="1164358" y="890075"/>
            <a:ext cx="3283500" cy="214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picture always reinforces </a:t>
            </a:r>
            <a:endParaRPr/>
          </a:p>
          <a:p>
            <a:pPr marL="0" lvl="0" indent="0" algn="l" rtl="0">
              <a:spcBef>
                <a:spcPts val="0"/>
              </a:spcBef>
              <a:spcAft>
                <a:spcPts val="0"/>
              </a:spcAft>
              <a:buNone/>
            </a:pPr>
            <a:r>
              <a:rPr lang="en"/>
              <a:t>the concept</a:t>
            </a:r>
            <a:endParaRPr/>
          </a:p>
        </p:txBody>
      </p:sp>
      <p:sp>
        <p:nvSpPr>
          <p:cNvPr id="1818" name="Google Shape;1818;p50"/>
          <p:cNvSpPr txBox="1">
            <a:spLocks noGrp="1"/>
          </p:cNvSpPr>
          <p:nvPr>
            <p:ph type="subTitle" idx="1"/>
          </p:nvPr>
        </p:nvSpPr>
        <p:spPr>
          <a:xfrm flipH="1">
            <a:off x="1164283" y="3030625"/>
            <a:ext cx="3283500" cy="122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Images reveal large amounts of data, so remember: use an image instead of a long text. Your audience will appreciate it</a:t>
            </a:r>
            <a:endParaRPr/>
          </a:p>
        </p:txBody>
      </p:sp>
      <p:sp>
        <p:nvSpPr>
          <p:cNvPr id="2" name="Рисунок 1"/>
          <p:cNvSpPr>
            <a:spLocks noGrp="1"/>
          </p:cNvSpPr>
          <p:nvPr>
            <p:ph type="pic" idx="2"/>
          </p:nvPr>
        </p:nvSpPr>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0"/>
        <p:cNvGrpSpPr/>
        <p:nvPr/>
      </p:nvGrpSpPr>
      <p:grpSpPr>
        <a:xfrm>
          <a:off x="0" y="0"/>
          <a:ext cx="0" cy="0"/>
          <a:chOff x="0" y="0"/>
          <a:chExt cx="0" cy="0"/>
        </a:xfrm>
      </p:grpSpPr>
      <p:sp>
        <p:nvSpPr>
          <p:cNvPr id="1941" name="Google Shape;1941;p53"/>
          <p:cNvSpPr txBox="1">
            <a:spLocks noGrp="1"/>
          </p:cNvSpPr>
          <p:nvPr>
            <p:ph type="title"/>
          </p:nvPr>
        </p:nvSpPr>
        <p:spPr>
          <a:xfrm>
            <a:off x="2663841" y="1626524"/>
            <a:ext cx="1016400" cy="577800"/>
          </a:xfrm>
          <a:prstGeom prst="rect">
            <a:avLst/>
          </a:prstGeom>
        </p:spPr>
        <p:txBody>
          <a:bodyPr spcFirstLastPara="1" wrap="square" lIns="91425" tIns="182875" rIns="91425" bIns="0" anchor="b" anchorCtr="0">
            <a:noAutofit/>
          </a:bodyPr>
          <a:lstStyle/>
          <a:p>
            <a:pPr marL="0" lvl="0" indent="0" algn="l" rtl="0">
              <a:spcBef>
                <a:spcPts val="0"/>
              </a:spcBef>
              <a:spcAft>
                <a:spcPts val="0"/>
              </a:spcAft>
              <a:buNone/>
            </a:pPr>
            <a:r>
              <a:rPr lang="en"/>
              <a:t>25%</a:t>
            </a:r>
            <a:endParaRPr/>
          </a:p>
        </p:txBody>
      </p:sp>
      <p:sp>
        <p:nvSpPr>
          <p:cNvPr id="1942" name="Google Shape;1942;p53"/>
          <p:cNvSpPr txBox="1">
            <a:spLocks noGrp="1"/>
          </p:cNvSpPr>
          <p:nvPr>
            <p:ph type="subTitle" idx="1"/>
          </p:nvPr>
        </p:nvSpPr>
        <p:spPr>
          <a:xfrm>
            <a:off x="3726891" y="1385481"/>
            <a:ext cx="3848400" cy="267000"/>
          </a:xfrm>
          <a:prstGeom prst="rect">
            <a:avLst/>
          </a:prstGeom>
        </p:spPr>
        <p:txBody>
          <a:bodyPr spcFirstLastPara="1" wrap="square" lIns="91425" tIns="91425" rIns="91425" bIns="0" anchor="b" anchorCtr="0">
            <a:noAutofit/>
          </a:bodyPr>
          <a:lstStyle/>
          <a:p>
            <a:pPr marL="0" lvl="0" indent="0" algn="l" rtl="0">
              <a:spcBef>
                <a:spcPts val="0"/>
              </a:spcBef>
              <a:spcAft>
                <a:spcPts val="0"/>
              </a:spcAft>
              <a:buNone/>
            </a:pPr>
            <a:r>
              <a:rPr lang="en"/>
              <a:t>Group A</a:t>
            </a:r>
            <a:endParaRPr/>
          </a:p>
        </p:txBody>
      </p:sp>
      <p:sp>
        <p:nvSpPr>
          <p:cNvPr id="1943" name="Google Shape;1943;p53"/>
          <p:cNvSpPr txBox="1">
            <a:spLocks noGrp="1"/>
          </p:cNvSpPr>
          <p:nvPr>
            <p:ph type="title" idx="4"/>
          </p:nvPr>
        </p:nvSpPr>
        <p:spPr>
          <a:xfrm>
            <a:off x="2663841" y="2721624"/>
            <a:ext cx="1016400" cy="577800"/>
          </a:xfrm>
          <a:prstGeom prst="rect">
            <a:avLst/>
          </a:prstGeom>
        </p:spPr>
        <p:txBody>
          <a:bodyPr spcFirstLastPara="1" wrap="square" lIns="91425" tIns="182875" rIns="91425" bIns="0" anchor="b" anchorCtr="0">
            <a:noAutofit/>
          </a:bodyPr>
          <a:lstStyle/>
          <a:p>
            <a:pPr marL="0" lvl="0" indent="0" algn="l" rtl="0">
              <a:spcBef>
                <a:spcPts val="0"/>
              </a:spcBef>
              <a:spcAft>
                <a:spcPts val="0"/>
              </a:spcAft>
              <a:buNone/>
            </a:pPr>
            <a:r>
              <a:rPr lang="en"/>
              <a:t>30%</a:t>
            </a:r>
            <a:endParaRPr/>
          </a:p>
        </p:txBody>
      </p:sp>
      <p:sp>
        <p:nvSpPr>
          <p:cNvPr id="1944" name="Google Shape;1944;p53"/>
          <p:cNvSpPr txBox="1">
            <a:spLocks noGrp="1"/>
          </p:cNvSpPr>
          <p:nvPr>
            <p:ph type="subTitle" idx="5"/>
          </p:nvPr>
        </p:nvSpPr>
        <p:spPr>
          <a:xfrm>
            <a:off x="3726909" y="2480606"/>
            <a:ext cx="3848400" cy="267000"/>
          </a:xfrm>
          <a:prstGeom prst="rect">
            <a:avLst/>
          </a:prstGeom>
        </p:spPr>
        <p:txBody>
          <a:bodyPr spcFirstLastPara="1" wrap="square" lIns="91425" tIns="91425" rIns="91425" bIns="0" anchor="b" anchorCtr="0">
            <a:noAutofit/>
          </a:bodyPr>
          <a:lstStyle/>
          <a:p>
            <a:pPr marL="0" lvl="0" indent="0" algn="l" rtl="0">
              <a:spcBef>
                <a:spcPts val="0"/>
              </a:spcBef>
              <a:spcAft>
                <a:spcPts val="0"/>
              </a:spcAft>
              <a:buNone/>
            </a:pPr>
            <a:r>
              <a:rPr lang="en"/>
              <a:t>Group B</a:t>
            </a:r>
            <a:endParaRPr/>
          </a:p>
        </p:txBody>
      </p:sp>
      <p:sp>
        <p:nvSpPr>
          <p:cNvPr id="1945" name="Google Shape;1945;p53"/>
          <p:cNvSpPr txBox="1">
            <a:spLocks noGrp="1"/>
          </p:cNvSpPr>
          <p:nvPr>
            <p:ph type="title" idx="7"/>
          </p:nvPr>
        </p:nvSpPr>
        <p:spPr>
          <a:xfrm>
            <a:off x="2663841" y="3834824"/>
            <a:ext cx="1016400" cy="577800"/>
          </a:xfrm>
          <a:prstGeom prst="rect">
            <a:avLst/>
          </a:prstGeom>
        </p:spPr>
        <p:txBody>
          <a:bodyPr spcFirstLastPara="1" wrap="square" lIns="91425" tIns="182875" rIns="91425" bIns="0" anchor="b" anchorCtr="0">
            <a:noAutofit/>
          </a:bodyPr>
          <a:lstStyle/>
          <a:p>
            <a:pPr marL="0" lvl="0" indent="0" algn="l" rtl="0">
              <a:spcBef>
                <a:spcPts val="0"/>
              </a:spcBef>
              <a:spcAft>
                <a:spcPts val="0"/>
              </a:spcAft>
              <a:buNone/>
            </a:pPr>
            <a:r>
              <a:rPr lang="en"/>
              <a:t>45%</a:t>
            </a:r>
            <a:endParaRPr/>
          </a:p>
        </p:txBody>
      </p:sp>
      <p:sp>
        <p:nvSpPr>
          <p:cNvPr id="1946" name="Google Shape;1946;p53"/>
          <p:cNvSpPr txBox="1">
            <a:spLocks noGrp="1"/>
          </p:cNvSpPr>
          <p:nvPr>
            <p:ph type="title" idx="2"/>
          </p:nvPr>
        </p:nvSpPr>
        <p:spPr>
          <a:xfrm>
            <a:off x="713225" y="445025"/>
            <a:ext cx="77175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Success level per course</a:t>
            </a:r>
            <a:endParaRPr/>
          </a:p>
        </p:txBody>
      </p:sp>
      <p:sp>
        <p:nvSpPr>
          <p:cNvPr id="1947" name="Google Shape;1947;p53"/>
          <p:cNvSpPr txBox="1">
            <a:spLocks noGrp="1"/>
          </p:cNvSpPr>
          <p:nvPr>
            <p:ph type="subTitle" idx="3"/>
          </p:nvPr>
        </p:nvSpPr>
        <p:spPr>
          <a:xfrm>
            <a:off x="3726891" y="1626524"/>
            <a:ext cx="38484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of them all</a:t>
            </a:r>
            <a:endParaRPr/>
          </a:p>
        </p:txBody>
      </p:sp>
      <p:sp>
        <p:nvSpPr>
          <p:cNvPr id="1948" name="Google Shape;1948;p53"/>
          <p:cNvSpPr txBox="1">
            <a:spLocks noGrp="1"/>
          </p:cNvSpPr>
          <p:nvPr>
            <p:ph type="subTitle" idx="6"/>
          </p:nvPr>
        </p:nvSpPr>
        <p:spPr>
          <a:xfrm>
            <a:off x="3726916" y="2721623"/>
            <a:ext cx="38484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a:t>
            </a:r>
            <a:endParaRPr/>
          </a:p>
        </p:txBody>
      </p:sp>
      <p:sp>
        <p:nvSpPr>
          <p:cNvPr id="1949" name="Google Shape;1949;p53"/>
          <p:cNvSpPr txBox="1">
            <a:spLocks noGrp="1"/>
          </p:cNvSpPr>
          <p:nvPr>
            <p:ph type="subTitle" idx="8"/>
          </p:nvPr>
        </p:nvSpPr>
        <p:spPr>
          <a:xfrm>
            <a:off x="3726909" y="3575731"/>
            <a:ext cx="3848400" cy="267000"/>
          </a:xfrm>
          <a:prstGeom prst="rect">
            <a:avLst/>
          </a:prstGeom>
        </p:spPr>
        <p:txBody>
          <a:bodyPr spcFirstLastPara="1" wrap="square" lIns="91425" tIns="91425" rIns="91425" bIns="0" anchor="b" anchorCtr="0">
            <a:noAutofit/>
          </a:bodyPr>
          <a:lstStyle/>
          <a:p>
            <a:pPr marL="0" lvl="0" indent="0" algn="l" rtl="0">
              <a:spcBef>
                <a:spcPts val="0"/>
              </a:spcBef>
              <a:spcAft>
                <a:spcPts val="0"/>
              </a:spcAft>
              <a:buNone/>
            </a:pPr>
            <a:r>
              <a:rPr lang="en"/>
              <a:t>Group C</a:t>
            </a:r>
            <a:endParaRPr/>
          </a:p>
        </p:txBody>
      </p:sp>
      <p:sp>
        <p:nvSpPr>
          <p:cNvPr id="1950" name="Google Shape;1950;p53"/>
          <p:cNvSpPr txBox="1">
            <a:spLocks noGrp="1"/>
          </p:cNvSpPr>
          <p:nvPr>
            <p:ph type="subTitle" idx="9"/>
          </p:nvPr>
        </p:nvSpPr>
        <p:spPr>
          <a:xfrm>
            <a:off x="3726891" y="3834824"/>
            <a:ext cx="38484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actually a cold place. It’s full of iron oxide dust</a:t>
            </a:r>
            <a:endParaRPr/>
          </a:p>
        </p:txBody>
      </p:sp>
      <p:sp>
        <p:nvSpPr>
          <p:cNvPr id="1951" name="Google Shape;1951;p53"/>
          <p:cNvSpPr/>
          <p:nvPr/>
        </p:nvSpPr>
        <p:spPr>
          <a:xfrm>
            <a:off x="1962141" y="1393640"/>
            <a:ext cx="1556700" cy="213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53"/>
          <p:cNvSpPr/>
          <p:nvPr/>
        </p:nvSpPr>
        <p:spPr>
          <a:xfrm>
            <a:off x="3135016" y="1393649"/>
            <a:ext cx="383700" cy="213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53"/>
          <p:cNvSpPr/>
          <p:nvPr/>
        </p:nvSpPr>
        <p:spPr>
          <a:xfrm>
            <a:off x="1962141" y="2507440"/>
            <a:ext cx="1556700" cy="213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53"/>
          <p:cNvSpPr/>
          <p:nvPr/>
        </p:nvSpPr>
        <p:spPr>
          <a:xfrm>
            <a:off x="3078141" y="2507449"/>
            <a:ext cx="440700" cy="213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53"/>
          <p:cNvSpPr/>
          <p:nvPr/>
        </p:nvSpPr>
        <p:spPr>
          <a:xfrm>
            <a:off x="1962141" y="3621240"/>
            <a:ext cx="1556700" cy="213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53"/>
          <p:cNvSpPr/>
          <p:nvPr/>
        </p:nvSpPr>
        <p:spPr>
          <a:xfrm>
            <a:off x="2850666" y="3621249"/>
            <a:ext cx="668100" cy="213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60"/>
        <p:cNvGrpSpPr/>
        <p:nvPr/>
      </p:nvGrpSpPr>
      <p:grpSpPr>
        <a:xfrm>
          <a:off x="0" y="0"/>
          <a:ext cx="0" cy="0"/>
          <a:chOff x="0" y="0"/>
          <a:chExt cx="0" cy="0"/>
        </a:xfrm>
      </p:grpSpPr>
      <p:sp>
        <p:nvSpPr>
          <p:cNvPr id="1961" name="Google Shape;1961;p54"/>
          <p:cNvSpPr txBox="1">
            <a:spLocks noGrp="1"/>
          </p:cNvSpPr>
          <p:nvPr>
            <p:ph type="title"/>
          </p:nvPr>
        </p:nvSpPr>
        <p:spPr>
          <a:xfrm>
            <a:off x="5588616" y="1502198"/>
            <a:ext cx="2475600" cy="1163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Computer mockup</a:t>
            </a:r>
            <a:endParaRPr/>
          </a:p>
        </p:txBody>
      </p:sp>
      <p:sp>
        <p:nvSpPr>
          <p:cNvPr id="1962" name="Google Shape;1962;p54"/>
          <p:cNvSpPr txBox="1">
            <a:spLocks noGrp="1"/>
          </p:cNvSpPr>
          <p:nvPr>
            <p:ph type="subTitle" idx="1"/>
          </p:nvPr>
        </p:nvSpPr>
        <p:spPr>
          <a:xfrm flipH="1">
            <a:off x="4205216" y="2685888"/>
            <a:ext cx="3858900" cy="916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You can replace the image on the screen with your own work. Just right-click on it and select “Replace image”</a:t>
            </a:r>
            <a:endParaRPr/>
          </a:p>
        </p:txBody>
      </p:sp>
      <p:grpSp>
        <p:nvGrpSpPr>
          <p:cNvPr id="1963" name="Google Shape;1963;p54"/>
          <p:cNvGrpSpPr/>
          <p:nvPr/>
        </p:nvGrpSpPr>
        <p:grpSpPr>
          <a:xfrm rot="-131089">
            <a:off x="1001811" y="1271538"/>
            <a:ext cx="2985725" cy="2609647"/>
            <a:chOff x="4724675" y="951218"/>
            <a:chExt cx="3707661" cy="3241051"/>
          </a:xfrm>
        </p:grpSpPr>
        <p:sp>
          <p:nvSpPr>
            <p:cNvPr id="1964" name="Google Shape;1964;p54"/>
            <p:cNvSpPr/>
            <p:nvPr/>
          </p:nvSpPr>
          <p:spPr>
            <a:xfrm>
              <a:off x="5965768" y="3371520"/>
              <a:ext cx="1252370" cy="712360"/>
            </a:xfrm>
            <a:custGeom>
              <a:avLst/>
              <a:gdLst/>
              <a:ahLst/>
              <a:cxnLst/>
              <a:rect l="l" t="t" r="r" b="b"/>
              <a:pathLst>
                <a:path w="30214" h="17186" extrusionOk="0">
                  <a:moveTo>
                    <a:pt x="15444" y="1"/>
                  </a:moveTo>
                  <a:cubicBezTo>
                    <a:pt x="10177" y="1"/>
                    <a:pt x="4812" y="1036"/>
                    <a:pt x="4812" y="3146"/>
                  </a:cubicBezTo>
                  <a:cubicBezTo>
                    <a:pt x="4812" y="15742"/>
                    <a:pt x="0" y="17185"/>
                    <a:pt x="0" y="17185"/>
                  </a:cubicBezTo>
                  <a:lnTo>
                    <a:pt x="30214" y="17185"/>
                  </a:lnTo>
                  <a:cubicBezTo>
                    <a:pt x="30214" y="17185"/>
                    <a:pt x="25506" y="15951"/>
                    <a:pt x="25506" y="2853"/>
                  </a:cubicBezTo>
                  <a:cubicBezTo>
                    <a:pt x="25506" y="963"/>
                    <a:pt x="20520" y="1"/>
                    <a:pt x="1544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54"/>
            <p:cNvSpPr/>
            <p:nvPr/>
          </p:nvSpPr>
          <p:spPr>
            <a:xfrm>
              <a:off x="5928463" y="4083836"/>
              <a:ext cx="1344306" cy="108433"/>
            </a:xfrm>
            <a:custGeom>
              <a:avLst/>
              <a:gdLst/>
              <a:ahLst/>
              <a:cxnLst/>
              <a:rect l="l" t="t" r="r" b="b"/>
              <a:pathLst>
                <a:path w="32432" h="2616" extrusionOk="0">
                  <a:moveTo>
                    <a:pt x="251" y="0"/>
                  </a:moveTo>
                  <a:cubicBezTo>
                    <a:pt x="0" y="0"/>
                    <a:pt x="0" y="482"/>
                    <a:pt x="0" y="733"/>
                  </a:cubicBezTo>
                  <a:lnTo>
                    <a:pt x="0" y="2051"/>
                  </a:lnTo>
                  <a:cubicBezTo>
                    <a:pt x="0" y="2323"/>
                    <a:pt x="0" y="2616"/>
                    <a:pt x="251" y="2616"/>
                  </a:cubicBezTo>
                  <a:lnTo>
                    <a:pt x="31867" y="2616"/>
                  </a:lnTo>
                  <a:cubicBezTo>
                    <a:pt x="32160" y="2574"/>
                    <a:pt x="32390" y="2344"/>
                    <a:pt x="32432" y="2051"/>
                  </a:cubicBezTo>
                  <a:lnTo>
                    <a:pt x="32432" y="733"/>
                  </a:lnTo>
                  <a:cubicBezTo>
                    <a:pt x="32432" y="482"/>
                    <a:pt x="32118" y="0"/>
                    <a:pt x="318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54"/>
            <p:cNvSpPr/>
            <p:nvPr/>
          </p:nvSpPr>
          <p:spPr>
            <a:xfrm>
              <a:off x="4724675" y="3151504"/>
              <a:ext cx="3707661" cy="477048"/>
            </a:xfrm>
            <a:custGeom>
              <a:avLst/>
              <a:gdLst/>
              <a:ahLst/>
              <a:cxnLst/>
              <a:rect l="l" t="t" r="r" b="b"/>
              <a:pathLst>
                <a:path w="89449" h="11509" extrusionOk="0">
                  <a:moveTo>
                    <a:pt x="0" y="1"/>
                  </a:moveTo>
                  <a:lnTo>
                    <a:pt x="0" y="7763"/>
                  </a:lnTo>
                  <a:cubicBezTo>
                    <a:pt x="0" y="9374"/>
                    <a:pt x="1528" y="11509"/>
                    <a:pt x="3139" y="11509"/>
                  </a:cubicBezTo>
                  <a:lnTo>
                    <a:pt x="86938" y="11509"/>
                  </a:lnTo>
                  <a:cubicBezTo>
                    <a:pt x="88549" y="11509"/>
                    <a:pt x="89449" y="9374"/>
                    <a:pt x="89449" y="7763"/>
                  </a:cubicBezTo>
                  <a:lnTo>
                    <a:pt x="8944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54"/>
            <p:cNvSpPr/>
            <p:nvPr/>
          </p:nvSpPr>
          <p:spPr>
            <a:xfrm>
              <a:off x="4724675" y="951218"/>
              <a:ext cx="3707661" cy="2200332"/>
            </a:xfrm>
            <a:custGeom>
              <a:avLst/>
              <a:gdLst/>
              <a:ahLst/>
              <a:cxnLst/>
              <a:rect l="l" t="t" r="r" b="b"/>
              <a:pathLst>
                <a:path w="89449" h="53084" extrusionOk="0">
                  <a:moveTo>
                    <a:pt x="3139" y="0"/>
                  </a:moveTo>
                  <a:cubicBezTo>
                    <a:pt x="1528" y="0"/>
                    <a:pt x="0" y="775"/>
                    <a:pt x="0" y="2407"/>
                  </a:cubicBezTo>
                  <a:lnTo>
                    <a:pt x="0" y="53084"/>
                  </a:lnTo>
                  <a:lnTo>
                    <a:pt x="89449" y="53084"/>
                  </a:lnTo>
                  <a:lnTo>
                    <a:pt x="89449" y="2407"/>
                  </a:lnTo>
                  <a:cubicBezTo>
                    <a:pt x="89449" y="775"/>
                    <a:pt x="88549" y="0"/>
                    <a:pt x="8693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968" name="Google Shape;1968;p54"/>
          <p:cNvPicPr preferRelativeResize="0"/>
          <p:nvPr/>
        </p:nvPicPr>
        <p:blipFill rotWithShape="1">
          <a:blip r:embed="rId3">
            <a:alphaModFix/>
          </a:blip>
          <a:srcRect t="661" b="651"/>
          <a:stretch/>
        </p:blipFill>
        <p:spPr>
          <a:xfrm rot="-131366">
            <a:off x="1124535" y="1416214"/>
            <a:ext cx="2710239" cy="150443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72"/>
        <p:cNvGrpSpPr/>
        <p:nvPr/>
      </p:nvGrpSpPr>
      <p:grpSpPr>
        <a:xfrm>
          <a:off x="0" y="0"/>
          <a:ext cx="0" cy="0"/>
          <a:chOff x="0" y="0"/>
          <a:chExt cx="0" cy="0"/>
        </a:xfrm>
      </p:grpSpPr>
      <p:grpSp>
        <p:nvGrpSpPr>
          <p:cNvPr id="1973" name="Google Shape;1973;p55"/>
          <p:cNvGrpSpPr/>
          <p:nvPr/>
        </p:nvGrpSpPr>
        <p:grpSpPr>
          <a:xfrm rot="183113">
            <a:off x="5540457" y="1054625"/>
            <a:ext cx="2248632" cy="3064904"/>
            <a:chOff x="5321625" y="963375"/>
            <a:chExt cx="2473500" cy="3371400"/>
          </a:xfrm>
        </p:grpSpPr>
        <p:sp>
          <p:nvSpPr>
            <p:cNvPr id="1974" name="Google Shape;1974;p55"/>
            <p:cNvSpPr/>
            <p:nvPr/>
          </p:nvSpPr>
          <p:spPr>
            <a:xfrm>
              <a:off x="5321625" y="963375"/>
              <a:ext cx="2473500" cy="3371400"/>
            </a:xfrm>
            <a:prstGeom prst="roundRect">
              <a:avLst>
                <a:gd name="adj" fmla="val 8307"/>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55"/>
            <p:cNvSpPr/>
            <p:nvPr/>
          </p:nvSpPr>
          <p:spPr>
            <a:xfrm>
              <a:off x="6471977" y="4066643"/>
              <a:ext cx="172800" cy="172800"/>
            </a:xfrm>
            <a:prstGeom prst="roundRect">
              <a:avLst>
                <a:gd name="adj" fmla="val 2638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76" name="Google Shape;1976;p55"/>
          <p:cNvSpPr txBox="1">
            <a:spLocks noGrp="1"/>
          </p:cNvSpPr>
          <p:nvPr>
            <p:ph type="title"/>
          </p:nvPr>
        </p:nvSpPr>
        <p:spPr>
          <a:xfrm>
            <a:off x="1250349" y="1502198"/>
            <a:ext cx="2475600" cy="116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Tablet mockup</a:t>
            </a:r>
            <a:endParaRPr/>
          </a:p>
        </p:txBody>
      </p:sp>
      <p:sp>
        <p:nvSpPr>
          <p:cNvPr id="1977" name="Google Shape;1977;p55"/>
          <p:cNvSpPr txBox="1">
            <a:spLocks noGrp="1"/>
          </p:cNvSpPr>
          <p:nvPr>
            <p:ph type="subTitle" idx="1"/>
          </p:nvPr>
        </p:nvSpPr>
        <p:spPr>
          <a:xfrm flipH="1">
            <a:off x="1250349" y="2685888"/>
            <a:ext cx="3858900" cy="916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 on the screen with your own work. Just right-click on it and select “Replace image”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82"/>
        <p:cNvGrpSpPr/>
        <p:nvPr/>
      </p:nvGrpSpPr>
      <p:grpSpPr>
        <a:xfrm>
          <a:off x="0" y="0"/>
          <a:ext cx="0" cy="0"/>
          <a:chOff x="0" y="0"/>
          <a:chExt cx="0" cy="0"/>
        </a:xfrm>
      </p:grpSpPr>
      <p:grpSp>
        <p:nvGrpSpPr>
          <p:cNvPr id="1983" name="Google Shape;1983;p56"/>
          <p:cNvGrpSpPr/>
          <p:nvPr/>
        </p:nvGrpSpPr>
        <p:grpSpPr>
          <a:xfrm rot="-146245">
            <a:off x="1594523" y="922142"/>
            <a:ext cx="1800254" cy="3225491"/>
            <a:chOff x="1698850" y="789000"/>
            <a:chExt cx="1876500" cy="3362100"/>
          </a:xfrm>
        </p:grpSpPr>
        <p:sp>
          <p:nvSpPr>
            <p:cNvPr id="1984" name="Google Shape;1984;p56"/>
            <p:cNvSpPr/>
            <p:nvPr/>
          </p:nvSpPr>
          <p:spPr>
            <a:xfrm>
              <a:off x="1698850" y="789000"/>
              <a:ext cx="1876500" cy="3362100"/>
            </a:xfrm>
            <a:prstGeom prst="roundRect">
              <a:avLst>
                <a:gd name="adj" fmla="val 13006"/>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56"/>
            <p:cNvSpPr/>
            <p:nvPr/>
          </p:nvSpPr>
          <p:spPr>
            <a:xfrm>
              <a:off x="2521101" y="3828404"/>
              <a:ext cx="231300" cy="231300"/>
            </a:xfrm>
            <a:prstGeom prst="roundRect">
              <a:avLst>
                <a:gd name="adj" fmla="val 2638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86" name="Google Shape;1986;p56"/>
          <p:cNvSpPr txBox="1">
            <a:spLocks noGrp="1"/>
          </p:cNvSpPr>
          <p:nvPr>
            <p:ph type="title"/>
          </p:nvPr>
        </p:nvSpPr>
        <p:spPr>
          <a:xfrm>
            <a:off x="5422000" y="1502198"/>
            <a:ext cx="2475600" cy="1163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Phone mockup</a:t>
            </a:r>
            <a:endParaRPr/>
          </a:p>
        </p:txBody>
      </p:sp>
      <p:sp>
        <p:nvSpPr>
          <p:cNvPr id="1987" name="Google Shape;1987;p56"/>
          <p:cNvSpPr txBox="1">
            <a:spLocks noGrp="1"/>
          </p:cNvSpPr>
          <p:nvPr>
            <p:ph type="subTitle" idx="1"/>
          </p:nvPr>
        </p:nvSpPr>
        <p:spPr>
          <a:xfrm flipH="1">
            <a:off x="4038600" y="2685888"/>
            <a:ext cx="3858900" cy="916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You can replace the image on the screen with your own work. Just right-click on it and select “Replace image”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92"/>
        <p:cNvGrpSpPr/>
        <p:nvPr/>
      </p:nvGrpSpPr>
      <p:grpSpPr>
        <a:xfrm>
          <a:off x="0" y="0"/>
          <a:ext cx="0" cy="0"/>
          <a:chOff x="0" y="0"/>
          <a:chExt cx="0" cy="0"/>
        </a:xfrm>
      </p:grpSpPr>
      <p:sp>
        <p:nvSpPr>
          <p:cNvPr id="1993" name="Google Shape;1993;p57"/>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Places we teach</a:t>
            </a:r>
            <a:endParaRPr/>
          </a:p>
        </p:txBody>
      </p:sp>
      <p:grpSp>
        <p:nvGrpSpPr>
          <p:cNvPr id="1994" name="Google Shape;1994;p57"/>
          <p:cNvGrpSpPr/>
          <p:nvPr/>
        </p:nvGrpSpPr>
        <p:grpSpPr>
          <a:xfrm>
            <a:off x="3943759" y="1875405"/>
            <a:ext cx="4020441" cy="2141455"/>
            <a:chOff x="233350" y="949250"/>
            <a:chExt cx="7137300" cy="3802300"/>
          </a:xfrm>
        </p:grpSpPr>
        <p:sp>
          <p:nvSpPr>
            <p:cNvPr id="1995" name="Google Shape;1995;p57"/>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57"/>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57"/>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57"/>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57"/>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57"/>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57"/>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57"/>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57"/>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57"/>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57"/>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57"/>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57"/>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57"/>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57"/>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57"/>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57"/>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57"/>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57"/>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57"/>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57"/>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57"/>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57"/>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57"/>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57"/>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57"/>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57"/>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57"/>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57"/>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57"/>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57"/>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57"/>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57"/>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57"/>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57"/>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57"/>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57"/>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57"/>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57"/>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57"/>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57"/>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57"/>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57"/>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57"/>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57"/>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57"/>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57"/>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57"/>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57"/>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57"/>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57"/>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46" name="Google Shape;2046;p57"/>
          <p:cNvSpPr txBox="1"/>
          <p:nvPr/>
        </p:nvSpPr>
        <p:spPr>
          <a:xfrm flipH="1">
            <a:off x="1179800" y="1281376"/>
            <a:ext cx="2341500" cy="450000"/>
          </a:xfrm>
          <a:prstGeom prst="rect">
            <a:avLst/>
          </a:prstGeom>
          <a:noFill/>
          <a:ln>
            <a:noFill/>
          </a:ln>
        </p:spPr>
        <p:txBody>
          <a:bodyPr spcFirstLastPara="1" wrap="square" lIns="91425" tIns="91425" rIns="91425" bIns="0" anchor="b" anchorCtr="0">
            <a:noAutofit/>
          </a:bodyPr>
          <a:lstStyle/>
          <a:p>
            <a:pPr marL="0" lvl="0" indent="0" algn="r"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Region 1</a:t>
            </a:r>
            <a:endParaRPr sz="2100">
              <a:solidFill>
                <a:schemeClr val="dk1"/>
              </a:solidFill>
              <a:latin typeface="Montserrat ExtraBold"/>
              <a:ea typeface="Montserrat ExtraBold"/>
              <a:cs typeface="Montserrat ExtraBold"/>
              <a:sym typeface="Montserrat ExtraBold"/>
            </a:endParaRPr>
          </a:p>
        </p:txBody>
      </p:sp>
      <p:sp>
        <p:nvSpPr>
          <p:cNvPr id="2047" name="Google Shape;2047;p57"/>
          <p:cNvSpPr txBox="1"/>
          <p:nvPr/>
        </p:nvSpPr>
        <p:spPr>
          <a:xfrm flipH="1">
            <a:off x="1179800" y="3515361"/>
            <a:ext cx="2341500" cy="450000"/>
          </a:xfrm>
          <a:prstGeom prst="rect">
            <a:avLst/>
          </a:prstGeom>
          <a:noFill/>
          <a:ln>
            <a:noFill/>
          </a:ln>
        </p:spPr>
        <p:txBody>
          <a:bodyPr spcFirstLastPara="1" wrap="square" lIns="91425" tIns="91425" rIns="91425" bIns="0" anchor="b" anchorCtr="0">
            <a:noAutofit/>
          </a:bodyPr>
          <a:lstStyle/>
          <a:p>
            <a:pPr marL="0" lvl="0" indent="0" algn="r"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Region 3</a:t>
            </a:r>
            <a:endParaRPr sz="2100">
              <a:solidFill>
                <a:schemeClr val="dk1"/>
              </a:solidFill>
              <a:latin typeface="Montserrat ExtraBold"/>
              <a:ea typeface="Montserrat ExtraBold"/>
              <a:cs typeface="Montserrat ExtraBold"/>
              <a:sym typeface="Montserrat ExtraBold"/>
            </a:endParaRPr>
          </a:p>
        </p:txBody>
      </p:sp>
      <p:sp>
        <p:nvSpPr>
          <p:cNvPr id="2048" name="Google Shape;2048;p57"/>
          <p:cNvSpPr txBox="1"/>
          <p:nvPr/>
        </p:nvSpPr>
        <p:spPr>
          <a:xfrm flipH="1">
            <a:off x="1179827" y="2398368"/>
            <a:ext cx="2341500" cy="450000"/>
          </a:xfrm>
          <a:prstGeom prst="rect">
            <a:avLst/>
          </a:prstGeom>
          <a:noFill/>
          <a:ln>
            <a:noFill/>
          </a:ln>
        </p:spPr>
        <p:txBody>
          <a:bodyPr spcFirstLastPara="1" wrap="square" lIns="91425" tIns="91425" rIns="91425" bIns="0" anchor="b" anchorCtr="0">
            <a:noAutofit/>
          </a:bodyPr>
          <a:lstStyle/>
          <a:p>
            <a:pPr marL="0" lvl="0" indent="0" algn="r"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Region 2</a:t>
            </a:r>
            <a:endParaRPr sz="2100">
              <a:solidFill>
                <a:schemeClr val="dk1"/>
              </a:solidFill>
              <a:latin typeface="Montserrat ExtraBold"/>
              <a:ea typeface="Montserrat ExtraBold"/>
              <a:cs typeface="Montserrat ExtraBold"/>
              <a:sym typeface="Montserrat ExtraBold"/>
            </a:endParaRPr>
          </a:p>
        </p:txBody>
      </p:sp>
      <p:sp>
        <p:nvSpPr>
          <p:cNvPr id="2049" name="Google Shape;2049;p57"/>
          <p:cNvSpPr txBox="1"/>
          <p:nvPr/>
        </p:nvSpPr>
        <p:spPr>
          <a:xfrm flipH="1">
            <a:off x="1179813" y="1687390"/>
            <a:ext cx="2341500" cy="5718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Epilogue"/>
                <a:ea typeface="Epilogue"/>
                <a:cs typeface="Epilogue"/>
                <a:sym typeface="Epilogue"/>
              </a:rPr>
              <a:t>Venus is the second planet from the Sun</a:t>
            </a:r>
            <a:endParaRPr>
              <a:solidFill>
                <a:schemeClr val="dk1"/>
              </a:solidFill>
              <a:latin typeface="Epilogue"/>
              <a:ea typeface="Epilogue"/>
              <a:cs typeface="Epilogue"/>
              <a:sym typeface="Epilogue"/>
            </a:endParaRPr>
          </a:p>
        </p:txBody>
      </p:sp>
      <p:sp>
        <p:nvSpPr>
          <p:cNvPr id="2050" name="Google Shape;2050;p57"/>
          <p:cNvSpPr txBox="1"/>
          <p:nvPr/>
        </p:nvSpPr>
        <p:spPr>
          <a:xfrm flipH="1">
            <a:off x="1179813" y="3921375"/>
            <a:ext cx="2341500" cy="5718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Epilogue"/>
                <a:ea typeface="Epilogue"/>
                <a:cs typeface="Epilogue"/>
                <a:sym typeface="Epilogue"/>
              </a:rPr>
              <a:t>Despite being red, Mars is a very cold place</a:t>
            </a:r>
            <a:endParaRPr>
              <a:solidFill>
                <a:schemeClr val="dk1"/>
              </a:solidFill>
              <a:latin typeface="Epilogue"/>
              <a:ea typeface="Epilogue"/>
              <a:cs typeface="Epilogue"/>
              <a:sym typeface="Epilogue"/>
            </a:endParaRPr>
          </a:p>
        </p:txBody>
      </p:sp>
      <p:sp>
        <p:nvSpPr>
          <p:cNvPr id="2051" name="Google Shape;2051;p57"/>
          <p:cNvSpPr txBox="1"/>
          <p:nvPr/>
        </p:nvSpPr>
        <p:spPr>
          <a:xfrm flipH="1">
            <a:off x="1179829" y="2804382"/>
            <a:ext cx="2341500" cy="5718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Epilogue"/>
                <a:ea typeface="Epilogue"/>
                <a:cs typeface="Epilogue"/>
                <a:sym typeface="Epilogue"/>
              </a:rPr>
              <a:t>Mercury is the closest planet to the Sun</a:t>
            </a:r>
            <a:endParaRPr>
              <a:solidFill>
                <a:schemeClr val="dk1"/>
              </a:solidFill>
              <a:latin typeface="Epilogue"/>
              <a:ea typeface="Epilogue"/>
              <a:cs typeface="Epilogue"/>
              <a:sym typeface="Epilogue"/>
            </a:endParaRPr>
          </a:p>
        </p:txBody>
      </p:sp>
      <p:cxnSp>
        <p:nvCxnSpPr>
          <p:cNvPr id="2052" name="Google Shape;2052;p57"/>
          <p:cNvCxnSpPr>
            <a:stCxn id="2046" idx="1"/>
          </p:cNvCxnSpPr>
          <p:nvPr/>
        </p:nvCxnSpPr>
        <p:spPr>
          <a:xfrm>
            <a:off x="3521300" y="1506376"/>
            <a:ext cx="2133600" cy="938700"/>
          </a:xfrm>
          <a:prstGeom prst="curvedConnector3">
            <a:avLst>
              <a:gd name="adj1" fmla="val 50000"/>
            </a:avLst>
          </a:prstGeom>
          <a:noFill/>
          <a:ln w="28575" cap="flat" cmpd="sng">
            <a:solidFill>
              <a:schemeClr val="dk1"/>
            </a:solidFill>
            <a:prstDash val="solid"/>
            <a:round/>
            <a:headEnd type="none" w="med" len="med"/>
            <a:tailEnd type="oval" w="med" len="med"/>
          </a:ln>
        </p:spPr>
      </p:cxnSp>
      <p:cxnSp>
        <p:nvCxnSpPr>
          <p:cNvPr id="2053" name="Google Shape;2053;p57"/>
          <p:cNvCxnSpPr>
            <a:stCxn id="2048" idx="1"/>
          </p:cNvCxnSpPr>
          <p:nvPr/>
        </p:nvCxnSpPr>
        <p:spPr>
          <a:xfrm rot="10800000" flipH="1">
            <a:off x="3521327" y="2260368"/>
            <a:ext cx="875400" cy="363000"/>
          </a:xfrm>
          <a:prstGeom prst="curvedConnector3">
            <a:avLst>
              <a:gd name="adj1" fmla="val 50000"/>
            </a:avLst>
          </a:prstGeom>
          <a:noFill/>
          <a:ln w="28575" cap="flat" cmpd="sng">
            <a:solidFill>
              <a:schemeClr val="dk1"/>
            </a:solidFill>
            <a:prstDash val="solid"/>
            <a:round/>
            <a:headEnd type="none" w="med" len="med"/>
            <a:tailEnd type="oval" w="med" len="med"/>
          </a:ln>
        </p:spPr>
      </p:cxnSp>
      <p:cxnSp>
        <p:nvCxnSpPr>
          <p:cNvPr id="2054" name="Google Shape;2054;p57"/>
          <p:cNvCxnSpPr>
            <a:stCxn id="2047" idx="1"/>
          </p:cNvCxnSpPr>
          <p:nvPr/>
        </p:nvCxnSpPr>
        <p:spPr>
          <a:xfrm rot="10800000" flipH="1">
            <a:off x="3521300" y="2750961"/>
            <a:ext cx="2183400" cy="989400"/>
          </a:xfrm>
          <a:prstGeom prst="curvedConnector3">
            <a:avLst>
              <a:gd name="adj1" fmla="val 50000"/>
            </a:avLst>
          </a:prstGeom>
          <a:noFill/>
          <a:ln w="28575" cap="flat" cmpd="sng">
            <a:solidFill>
              <a:schemeClr val="dk1"/>
            </a:solidFill>
            <a:prstDash val="solid"/>
            <a:round/>
            <a:headEnd type="none" w="med" len="med"/>
            <a:tailEnd type="oval"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58"/>
        <p:cNvGrpSpPr/>
        <p:nvPr/>
      </p:nvGrpSpPr>
      <p:grpSpPr>
        <a:xfrm>
          <a:off x="0" y="0"/>
          <a:ext cx="0" cy="0"/>
          <a:chOff x="0" y="0"/>
          <a:chExt cx="0" cy="0"/>
        </a:xfrm>
      </p:grpSpPr>
      <p:sp>
        <p:nvSpPr>
          <p:cNvPr id="2059" name="Google Shape;2059;p58"/>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next activities</a:t>
            </a:r>
            <a:endParaRPr/>
          </a:p>
        </p:txBody>
      </p:sp>
      <p:sp>
        <p:nvSpPr>
          <p:cNvPr id="2060" name="Google Shape;2060;p58"/>
          <p:cNvSpPr txBox="1"/>
          <p:nvPr/>
        </p:nvSpPr>
        <p:spPr>
          <a:xfrm>
            <a:off x="2129819" y="1240757"/>
            <a:ext cx="2158800" cy="440700"/>
          </a:xfrm>
          <a:prstGeom prst="rect">
            <a:avLst/>
          </a:prstGeom>
          <a:noFill/>
          <a:ln>
            <a:noFill/>
          </a:ln>
        </p:spPr>
        <p:txBody>
          <a:bodyPr spcFirstLastPara="1" wrap="square" lIns="91425" tIns="91425" rIns="91425" bIns="54850" anchor="b" anchorCtr="0">
            <a:noAutofit/>
          </a:bodyPr>
          <a:lstStyle/>
          <a:p>
            <a:pPr marL="0" lvl="0" indent="0" algn="ctr" rtl="0">
              <a:spcBef>
                <a:spcPts val="0"/>
              </a:spcBef>
              <a:spcAft>
                <a:spcPts val="0"/>
              </a:spcAft>
              <a:buNone/>
            </a:pPr>
            <a:r>
              <a:rPr lang="en" sz="2100">
                <a:solidFill>
                  <a:schemeClr val="dk1"/>
                </a:solidFill>
                <a:latin typeface="Montserrat ExtraBold"/>
                <a:ea typeface="Montserrat ExtraBold"/>
                <a:cs typeface="Montserrat ExtraBold"/>
                <a:sym typeface="Montserrat ExtraBold"/>
              </a:rPr>
              <a:t>Tuesday</a:t>
            </a:r>
            <a:endParaRPr sz="2100">
              <a:solidFill>
                <a:schemeClr val="dk1"/>
              </a:solidFill>
              <a:latin typeface="Montserrat ExtraBold"/>
              <a:ea typeface="Montserrat ExtraBold"/>
              <a:cs typeface="Montserrat ExtraBold"/>
              <a:sym typeface="Montserrat ExtraBold"/>
            </a:endParaRPr>
          </a:p>
        </p:txBody>
      </p:sp>
      <p:sp>
        <p:nvSpPr>
          <p:cNvPr id="2061" name="Google Shape;2061;p58"/>
          <p:cNvSpPr txBox="1"/>
          <p:nvPr/>
        </p:nvSpPr>
        <p:spPr>
          <a:xfrm>
            <a:off x="2129819" y="1660177"/>
            <a:ext cx="2158800" cy="634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200"/>
              </a:spcAft>
              <a:buNone/>
            </a:pPr>
            <a:r>
              <a:rPr lang="en">
                <a:solidFill>
                  <a:schemeClr val="dk1"/>
                </a:solidFill>
                <a:latin typeface="Epilogue"/>
                <a:ea typeface="Epilogue"/>
                <a:cs typeface="Epilogue"/>
                <a:sym typeface="Epilogue"/>
              </a:rPr>
              <a:t>Venus is the second planet from the Sun</a:t>
            </a:r>
            <a:endParaRPr>
              <a:solidFill>
                <a:schemeClr val="dk1"/>
              </a:solidFill>
              <a:latin typeface="Epilogue"/>
              <a:ea typeface="Epilogue"/>
              <a:cs typeface="Epilogue"/>
              <a:sym typeface="Epilogue"/>
            </a:endParaRPr>
          </a:p>
        </p:txBody>
      </p:sp>
      <p:sp>
        <p:nvSpPr>
          <p:cNvPr id="2062" name="Google Shape;2062;p58"/>
          <p:cNvSpPr txBox="1"/>
          <p:nvPr/>
        </p:nvSpPr>
        <p:spPr>
          <a:xfrm>
            <a:off x="4855381" y="1240757"/>
            <a:ext cx="2158800" cy="440700"/>
          </a:xfrm>
          <a:prstGeom prst="rect">
            <a:avLst/>
          </a:prstGeom>
          <a:noFill/>
          <a:ln>
            <a:noFill/>
          </a:ln>
        </p:spPr>
        <p:txBody>
          <a:bodyPr spcFirstLastPara="1" wrap="square" lIns="91425" tIns="91425" rIns="91425" bIns="54850" anchor="b" anchorCtr="0">
            <a:noAutofit/>
          </a:bodyPr>
          <a:lstStyle/>
          <a:p>
            <a:pPr marL="0" lvl="0" indent="0" algn="ctr" rtl="0">
              <a:spcBef>
                <a:spcPts val="0"/>
              </a:spcBef>
              <a:spcAft>
                <a:spcPts val="0"/>
              </a:spcAft>
              <a:buNone/>
            </a:pPr>
            <a:r>
              <a:rPr lang="en" sz="2100">
                <a:solidFill>
                  <a:schemeClr val="dk1"/>
                </a:solidFill>
                <a:latin typeface="Montserrat ExtraBold"/>
                <a:ea typeface="Montserrat ExtraBold"/>
                <a:cs typeface="Montserrat ExtraBold"/>
                <a:sym typeface="Montserrat ExtraBold"/>
              </a:rPr>
              <a:t>Thursday</a:t>
            </a:r>
            <a:endParaRPr sz="2100">
              <a:solidFill>
                <a:schemeClr val="dk1"/>
              </a:solidFill>
              <a:latin typeface="Montserrat ExtraBold"/>
              <a:ea typeface="Montserrat ExtraBold"/>
              <a:cs typeface="Montserrat ExtraBold"/>
              <a:sym typeface="Montserrat ExtraBold"/>
            </a:endParaRPr>
          </a:p>
        </p:txBody>
      </p:sp>
      <p:sp>
        <p:nvSpPr>
          <p:cNvPr id="2063" name="Google Shape;2063;p58"/>
          <p:cNvSpPr txBox="1"/>
          <p:nvPr/>
        </p:nvSpPr>
        <p:spPr>
          <a:xfrm>
            <a:off x="4855381" y="1660177"/>
            <a:ext cx="2158800" cy="634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200"/>
              </a:spcAft>
              <a:buNone/>
            </a:pPr>
            <a:r>
              <a:rPr lang="en">
                <a:solidFill>
                  <a:schemeClr val="dk1"/>
                </a:solidFill>
                <a:latin typeface="Epilogue"/>
                <a:ea typeface="Epilogue"/>
                <a:cs typeface="Epilogue"/>
                <a:sym typeface="Epilogue"/>
              </a:rPr>
              <a:t>Mars is actually a very cold place</a:t>
            </a:r>
            <a:endParaRPr>
              <a:solidFill>
                <a:schemeClr val="dk1"/>
              </a:solidFill>
              <a:latin typeface="Epilogue"/>
              <a:ea typeface="Epilogue"/>
              <a:cs typeface="Epilogue"/>
              <a:sym typeface="Epilogue"/>
            </a:endParaRPr>
          </a:p>
        </p:txBody>
      </p:sp>
      <p:sp>
        <p:nvSpPr>
          <p:cNvPr id="2064" name="Google Shape;2064;p58"/>
          <p:cNvSpPr txBox="1"/>
          <p:nvPr/>
        </p:nvSpPr>
        <p:spPr>
          <a:xfrm>
            <a:off x="767038" y="3342582"/>
            <a:ext cx="2158800" cy="440700"/>
          </a:xfrm>
          <a:prstGeom prst="rect">
            <a:avLst/>
          </a:prstGeom>
          <a:noFill/>
          <a:ln>
            <a:noFill/>
          </a:ln>
        </p:spPr>
        <p:txBody>
          <a:bodyPr spcFirstLastPara="1" wrap="square" lIns="91425" tIns="91425" rIns="91425" bIns="54850" anchor="b" anchorCtr="0">
            <a:noAutofit/>
          </a:bodyPr>
          <a:lstStyle/>
          <a:p>
            <a:pPr marL="0" lvl="0" indent="0" algn="ctr" rtl="0">
              <a:spcBef>
                <a:spcPts val="0"/>
              </a:spcBef>
              <a:spcAft>
                <a:spcPts val="0"/>
              </a:spcAft>
              <a:buNone/>
            </a:pPr>
            <a:r>
              <a:rPr lang="en" sz="2100">
                <a:solidFill>
                  <a:schemeClr val="dk1"/>
                </a:solidFill>
                <a:latin typeface="Montserrat ExtraBold"/>
                <a:ea typeface="Montserrat ExtraBold"/>
                <a:cs typeface="Montserrat ExtraBold"/>
                <a:sym typeface="Montserrat ExtraBold"/>
              </a:rPr>
              <a:t>Monday</a:t>
            </a:r>
            <a:endParaRPr sz="2100">
              <a:solidFill>
                <a:schemeClr val="dk1"/>
              </a:solidFill>
              <a:latin typeface="Montserrat ExtraBold"/>
              <a:ea typeface="Montserrat ExtraBold"/>
              <a:cs typeface="Montserrat ExtraBold"/>
              <a:sym typeface="Montserrat ExtraBold"/>
            </a:endParaRPr>
          </a:p>
        </p:txBody>
      </p:sp>
      <p:sp>
        <p:nvSpPr>
          <p:cNvPr id="2065" name="Google Shape;2065;p58"/>
          <p:cNvSpPr txBox="1"/>
          <p:nvPr/>
        </p:nvSpPr>
        <p:spPr>
          <a:xfrm>
            <a:off x="767038" y="3760958"/>
            <a:ext cx="2158800" cy="634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200"/>
              </a:spcAft>
              <a:buNone/>
            </a:pPr>
            <a:r>
              <a:rPr lang="en">
                <a:solidFill>
                  <a:schemeClr val="dk1"/>
                </a:solidFill>
                <a:latin typeface="Epilogue"/>
                <a:ea typeface="Epilogue"/>
                <a:cs typeface="Epilogue"/>
                <a:sym typeface="Epilogue"/>
              </a:rPr>
              <a:t>Jupiter is the biggest planet of them all</a:t>
            </a:r>
            <a:endParaRPr>
              <a:solidFill>
                <a:schemeClr val="dk1"/>
              </a:solidFill>
              <a:latin typeface="Epilogue"/>
              <a:ea typeface="Epilogue"/>
              <a:cs typeface="Epilogue"/>
              <a:sym typeface="Epilogue"/>
            </a:endParaRPr>
          </a:p>
        </p:txBody>
      </p:sp>
      <p:sp>
        <p:nvSpPr>
          <p:cNvPr id="2066" name="Google Shape;2066;p58"/>
          <p:cNvSpPr txBox="1"/>
          <p:nvPr/>
        </p:nvSpPr>
        <p:spPr>
          <a:xfrm>
            <a:off x="3492600" y="3342582"/>
            <a:ext cx="2158800" cy="440700"/>
          </a:xfrm>
          <a:prstGeom prst="rect">
            <a:avLst/>
          </a:prstGeom>
          <a:noFill/>
          <a:ln>
            <a:noFill/>
          </a:ln>
        </p:spPr>
        <p:txBody>
          <a:bodyPr spcFirstLastPara="1" wrap="square" lIns="91425" tIns="91425" rIns="91425" bIns="54850" anchor="b" anchorCtr="0">
            <a:noAutofit/>
          </a:bodyPr>
          <a:lstStyle/>
          <a:p>
            <a:pPr marL="0" lvl="0" indent="0" algn="ctr" rtl="0">
              <a:spcBef>
                <a:spcPts val="0"/>
              </a:spcBef>
              <a:spcAft>
                <a:spcPts val="0"/>
              </a:spcAft>
              <a:buNone/>
            </a:pPr>
            <a:r>
              <a:rPr lang="en" sz="2100">
                <a:solidFill>
                  <a:schemeClr val="dk1"/>
                </a:solidFill>
                <a:latin typeface="Montserrat ExtraBold"/>
                <a:ea typeface="Montserrat ExtraBold"/>
                <a:cs typeface="Montserrat ExtraBold"/>
                <a:sym typeface="Montserrat ExtraBold"/>
              </a:rPr>
              <a:t>Wednesday</a:t>
            </a:r>
            <a:endParaRPr sz="2100">
              <a:solidFill>
                <a:schemeClr val="dk1"/>
              </a:solidFill>
              <a:latin typeface="Montserrat ExtraBold"/>
              <a:ea typeface="Montserrat ExtraBold"/>
              <a:cs typeface="Montserrat ExtraBold"/>
              <a:sym typeface="Montserrat ExtraBold"/>
            </a:endParaRPr>
          </a:p>
        </p:txBody>
      </p:sp>
      <p:sp>
        <p:nvSpPr>
          <p:cNvPr id="2067" name="Google Shape;2067;p58"/>
          <p:cNvSpPr txBox="1"/>
          <p:nvPr/>
        </p:nvSpPr>
        <p:spPr>
          <a:xfrm>
            <a:off x="3492600" y="3760958"/>
            <a:ext cx="2158800" cy="634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200"/>
              </a:spcAft>
              <a:buNone/>
            </a:pPr>
            <a:r>
              <a:rPr lang="en">
                <a:solidFill>
                  <a:schemeClr val="dk1"/>
                </a:solidFill>
                <a:latin typeface="Epilogue"/>
                <a:ea typeface="Epilogue"/>
                <a:cs typeface="Epilogue"/>
                <a:sym typeface="Epilogue"/>
              </a:rPr>
              <a:t>Saturn is the only planet with rings</a:t>
            </a:r>
            <a:endParaRPr>
              <a:solidFill>
                <a:schemeClr val="dk1"/>
              </a:solidFill>
              <a:latin typeface="Epilogue"/>
              <a:ea typeface="Epilogue"/>
              <a:cs typeface="Epilogue"/>
              <a:sym typeface="Epilogue"/>
            </a:endParaRPr>
          </a:p>
        </p:txBody>
      </p:sp>
      <p:sp>
        <p:nvSpPr>
          <p:cNvPr id="2068" name="Google Shape;2068;p58"/>
          <p:cNvSpPr txBox="1"/>
          <p:nvPr/>
        </p:nvSpPr>
        <p:spPr>
          <a:xfrm>
            <a:off x="6218163" y="3342582"/>
            <a:ext cx="2158800" cy="440700"/>
          </a:xfrm>
          <a:prstGeom prst="rect">
            <a:avLst/>
          </a:prstGeom>
          <a:noFill/>
          <a:ln>
            <a:noFill/>
          </a:ln>
        </p:spPr>
        <p:txBody>
          <a:bodyPr spcFirstLastPara="1" wrap="square" lIns="91425" tIns="91425" rIns="91425" bIns="54850" anchor="b" anchorCtr="0">
            <a:noAutofit/>
          </a:bodyPr>
          <a:lstStyle/>
          <a:p>
            <a:pPr marL="0" lvl="0" indent="0" algn="ctr" rtl="0">
              <a:spcBef>
                <a:spcPts val="0"/>
              </a:spcBef>
              <a:spcAft>
                <a:spcPts val="0"/>
              </a:spcAft>
              <a:buNone/>
            </a:pPr>
            <a:r>
              <a:rPr lang="en" sz="2100">
                <a:solidFill>
                  <a:schemeClr val="dk1"/>
                </a:solidFill>
                <a:latin typeface="Montserrat ExtraBold"/>
                <a:ea typeface="Montserrat ExtraBold"/>
                <a:cs typeface="Montserrat ExtraBold"/>
                <a:sym typeface="Montserrat ExtraBold"/>
              </a:rPr>
              <a:t>Friday</a:t>
            </a:r>
            <a:endParaRPr sz="2100">
              <a:solidFill>
                <a:schemeClr val="dk1"/>
              </a:solidFill>
              <a:latin typeface="Montserrat ExtraBold"/>
              <a:ea typeface="Montserrat ExtraBold"/>
              <a:cs typeface="Montserrat ExtraBold"/>
              <a:sym typeface="Montserrat ExtraBold"/>
            </a:endParaRPr>
          </a:p>
        </p:txBody>
      </p:sp>
      <p:sp>
        <p:nvSpPr>
          <p:cNvPr id="2069" name="Google Shape;2069;p58"/>
          <p:cNvSpPr txBox="1"/>
          <p:nvPr/>
        </p:nvSpPr>
        <p:spPr>
          <a:xfrm>
            <a:off x="6218163" y="3760958"/>
            <a:ext cx="2158800" cy="634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200"/>
              </a:spcAft>
              <a:buNone/>
            </a:pPr>
            <a:r>
              <a:rPr lang="en">
                <a:solidFill>
                  <a:schemeClr val="dk1"/>
                </a:solidFill>
                <a:latin typeface="Epilogue"/>
                <a:ea typeface="Epilogue"/>
                <a:cs typeface="Epilogue"/>
                <a:sym typeface="Epilogue"/>
              </a:rPr>
              <a:t>Earth is the place where we live on</a:t>
            </a:r>
            <a:endParaRPr>
              <a:solidFill>
                <a:schemeClr val="dk1"/>
              </a:solidFill>
              <a:latin typeface="Epilogue"/>
              <a:ea typeface="Epilogue"/>
              <a:cs typeface="Epilogue"/>
              <a:sym typeface="Epilogue"/>
            </a:endParaRPr>
          </a:p>
        </p:txBody>
      </p:sp>
      <p:grpSp>
        <p:nvGrpSpPr>
          <p:cNvPr id="2070" name="Google Shape;2070;p58"/>
          <p:cNvGrpSpPr/>
          <p:nvPr/>
        </p:nvGrpSpPr>
        <p:grpSpPr>
          <a:xfrm>
            <a:off x="1320220" y="2420935"/>
            <a:ext cx="1024047" cy="764689"/>
            <a:chOff x="1323561" y="3574981"/>
            <a:chExt cx="1024047" cy="764689"/>
          </a:xfrm>
        </p:grpSpPr>
        <p:sp>
          <p:nvSpPr>
            <p:cNvPr id="2071" name="Google Shape;2071;p58"/>
            <p:cNvSpPr/>
            <p:nvPr/>
          </p:nvSpPr>
          <p:spPr>
            <a:xfrm>
              <a:off x="1323561" y="3574981"/>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58"/>
            <p:cNvSpPr/>
            <p:nvPr/>
          </p:nvSpPr>
          <p:spPr>
            <a:xfrm>
              <a:off x="2159725" y="3725925"/>
              <a:ext cx="88800" cy="888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3" name="Google Shape;2073;p58"/>
          <p:cNvGrpSpPr/>
          <p:nvPr/>
        </p:nvGrpSpPr>
        <p:grpSpPr>
          <a:xfrm>
            <a:off x="2652528" y="2420935"/>
            <a:ext cx="1024047" cy="764689"/>
            <a:chOff x="2640302" y="2525568"/>
            <a:chExt cx="1024047" cy="764689"/>
          </a:xfrm>
        </p:grpSpPr>
        <p:sp>
          <p:nvSpPr>
            <p:cNvPr id="2074" name="Google Shape;2074;p58"/>
            <p:cNvSpPr/>
            <p:nvPr/>
          </p:nvSpPr>
          <p:spPr>
            <a:xfrm>
              <a:off x="3453625" y="2700963"/>
              <a:ext cx="88800" cy="888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75" name="Google Shape;2075;p58"/>
            <p:cNvGrpSpPr/>
            <p:nvPr/>
          </p:nvGrpSpPr>
          <p:grpSpPr>
            <a:xfrm>
              <a:off x="2640302" y="2525568"/>
              <a:ext cx="1024047" cy="764689"/>
              <a:chOff x="3150365" y="3574981"/>
              <a:chExt cx="1024047" cy="764689"/>
            </a:xfrm>
          </p:grpSpPr>
          <p:sp>
            <p:nvSpPr>
              <p:cNvPr id="2076" name="Google Shape;2076;p58"/>
              <p:cNvSpPr/>
              <p:nvPr/>
            </p:nvSpPr>
            <p:spPr>
              <a:xfrm rot="10800000" flipH="1">
                <a:off x="3150365" y="3574981"/>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58"/>
              <p:cNvSpPr/>
              <p:nvPr/>
            </p:nvSpPr>
            <p:spPr>
              <a:xfrm>
                <a:off x="3329166" y="4090191"/>
                <a:ext cx="88800" cy="888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78" name="Google Shape;2078;p58"/>
          <p:cNvGrpSpPr/>
          <p:nvPr/>
        </p:nvGrpSpPr>
        <p:grpSpPr>
          <a:xfrm>
            <a:off x="4010236" y="2420935"/>
            <a:ext cx="1024047" cy="764689"/>
            <a:chOff x="4059993" y="2525568"/>
            <a:chExt cx="1024047" cy="764689"/>
          </a:xfrm>
        </p:grpSpPr>
        <p:sp>
          <p:nvSpPr>
            <p:cNvPr id="2079" name="Google Shape;2079;p58"/>
            <p:cNvSpPr/>
            <p:nvPr/>
          </p:nvSpPr>
          <p:spPr>
            <a:xfrm>
              <a:off x="4059993" y="2525568"/>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58"/>
            <p:cNvSpPr/>
            <p:nvPr/>
          </p:nvSpPr>
          <p:spPr>
            <a:xfrm>
              <a:off x="4275850" y="3039079"/>
              <a:ext cx="88800" cy="888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58"/>
            <p:cNvSpPr/>
            <p:nvPr/>
          </p:nvSpPr>
          <p:spPr>
            <a:xfrm>
              <a:off x="4912271" y="2700979"/>
              <a:ext cx="88800" cy="888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2" name="Google Shape;2082;p58"/>
          <p:cNvGrpSpPr/>
          <p:nvPr/>
        </p:nvGrpSpPr>
        <p:grpSpPr>
          <a:xfrm>
            <a:off x="5365906" y="2420935"/>
            <a:ext cx="1024047" cy="764689"/>
            <a:chOff x="5498972" y="2525568"/>
            <a:chExt cx="1024047" cy="764689"/>
          </a:xfrm>
        </p:grpSpPr>
        <p:sp>
          <p:nvSpPr>
            <p:cNvPr id="2083" name="Google Shape;2083;p58"/>
            <p:cNvSpPr/>
            <p:nvPr/>
          </p:nvSpPr>
          <p:spPr>
            <a:xfrm rot="10800000" flipH="1">
              <a:off x="5498972" y="2525568"/>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58"/>
            <p:cNvSpPr/>
            <p:nvPr/>
          </p:nvSpPr>
          <p:spPr>
            <a:xfrm>
              <a:off x="5701296" y="3039079"/>
              <a:ext cx="88800" cy="888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58"/>
            <p:cNvSpPr/>
            <p:nvPr/>
          </p:nvSpPr>
          <p:spPr>
            <a:xfrm>
              <a:off x="6323266" y="2676554"/>
              <a:ext cx="88800" cy="888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6" name="Google Shape;2086;p58"/>
          <p:cNvGrpSpPr/>
          <p:nvPr/>
        </p:nvGrpSpPr>
        <p:grpSpPr>
          <a:xfrm>
            <a:off x="6728685" y="2420935"/>
            <a:ext cx="1024047" cy="764689"/>
            <a:chOff x="6937951" y="2525568"/>
            <a:chExt cx="1024047" cy="764689"/>
          </a:xfrm>
        </p:grpSpPr>
        <p:sp>
          <p:nvSpPr>
            <p:cNvPr id="2087" name="Google Shape;2087;p58"/>
            <p:cNvSpPr/>
            <p:nvPr/>
          </p:nvSpPr>
          <p:spPr>
            <a:xfrm rot="10800000" flipH="1">
              <a:off x="6937951" y="2525568"/>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58"/>
            <p:cNvSpPr/>
            <p:nvPr/>
          </p:nvSpPr>
          <p:spPr>
            <a:xfrm>
              <a:off x="7126496" y="3039079"/>
              <a:ext cx="88800" cy="888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089" name="Google Shape;2089;p58"/>
          <p:cNvCxnSpPr>
            <a:stCxn id="2085" idx="6"/>
            <a:endCxn id="2088" idx="2"/>
          </p:cNvCxnSpPr>
          <p:nvPr/>
        </p:nvCxnSpPr>
        <p:spPr>
          <a:xfrm>
            <a:off x="6279001" y="2616321"/>
            <a:ext cx="638100" cy="362400"/>
          </a:xfrm>
          <a:prstGeom prst="curvedConnector3">
            <a:avLst>
              <a:gd name="adj1" fmla="val 50010"/>
            </a:avLst>
          </a:prstGeom>
          <a:noFill/>
          <a:ln w="28575" cap="rnd" cmpd="sng">
            <a:solidFill>
              <a:schemeClr val="dk1"/>
            </a:solidFill>
            <a:prstDash val="solid"/>
            <a:round/>
            <a:headEnd type="none" w="med" len="med"/>
            <a:tailEnd type="oval" w="med" len="med"/>
          </a:ln>
        </p:spPr>
      </p:cxnSp>
      <p:grpSp>
        <p:nvGrpSpPr>
          <p:cNvPr id="2090" name="Google Shape;2090;p58"/>
          <p:cNvGrpSpPr/>
          <p:nvPr/>
        </p:nvGrpSpPr>
        <p:grpSpPr>
          <a:xfrm>
            <a:off x="7136884" y="2585724"/>
            <a:ext cx="321402" cy="435125"/>
            <a:chOff x="7606809" y="1918336"/>
            <a:chExt cx="321402" cy="435125"/>
          </a:xfrm>
        </p:grpSpPr>
        <p:sp>
          <p:nvSpPr>
            <p:cNvPr id="2091" name="Google Shape;2091;p58"/>
            <p:cNvSpPr/>
            <p:nvPr/>
          </p:nvSpPr>
          <p:spPr>
            <a:xfrm>
              <a:off x="7606809" y="2068679"/>
              <a:ext cx="83655" cy="67713"/>
            </a:xfrm>
            <a:custGeom>
              <a:avLst/>
              <a:gdLst/>
              <a:ahLst/>
              <a:cxnLst/>
              <a:rect l="l" t="t" r="r" b="b"/>
              <a:pathLst>
                <a:path w="2120" h="1716" extrusionOk="0">
                  <a:moveTo>
                    <a:pt x="72" y="0"/>
                  </a:moveTo>
                  <a:cubicBezTo>
                    <a:pt x="24" y="0"/>
                    <a:pt x="0" y="48"/>
                    <a:pt x="0" y="96"/>
                  </a:cubicBezTo>
                  <a:lnTo>
                    <a:pt x="0" y="1715"/>
                  </a:lnTo>
                  <a:lnTo>
                    <a:pt x="2120" y="1715"/>
                  </a:lnTo>
                  <a:lnTo>
                    <a:pt x="2120" y="96"/>
                  </a:lnTo>
                  <a:cubicBezTo>
                    <a:pt x="2120" y="48"/>
                    <a:pt x="2096" y="0"/>
                    <a:pt x="20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58"/>
            <p:cNvSpPr/>
            <p:nvPr/>
          </p:nvSpPr>
          <p:spPr>
            <a:xfrm>
              <a:off x="7664105" y="2068679"/>
              <a:ext cx="26359" cy="67713"/>
            </a:xfrm>
            <a:custGeom>
              <a:avLst/>
              <a:gdLst/>
              <a:ahLst/>
              <a:cxnLst/>
              <a:rect l="l" t="t" r="r" b="b"/>
              <a:pathLst>
                <a:path w="668" h="1716" extrusionOk="0">
                  <a:moveTo>
                    <a:pt x="1" y="0"/>
                  </a:moveTo>
                  <a:lnTo>
                    <a:pt x="1" y="1715"/>
                  </a:lnTo>
                  <a:lnTo>
                    <a:pt x="668" y="1715"/>
                  </a:lnTo>
                  <a:lnTo>
                    <a:pt x="668" y="96"/>
                  </a:lnTo>
                  <a:cubicBezTo>
                    <a:pt x="668" y="48"/>
                    <a:pt x="644" y="0"/>
                    <a:pt x="596"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58"/>
            <p:cNvSpPr/>
            <p:nvPr/>
          </p:nvSpPr>
          <p:spPr>
            <a:xfrm>
              <a:off x="7843609" y="2068679"/>
              <a:ext cx="84602" cy="67713"/>
            </a:xfrm>
            <a:custGeom>
              <a:avLst/>
              <a:gdLst/>
              <a:ahLst/>
              <a:cxnLst/>
              <a:rect l="l" t="t" r="r" b="b"/>
              <a:pathLst>
                <a:path w="2144" h="1716" extrusionOk="0">
                  <a:moveTo>
                    <a:pt x="96" y="0"/>
                  </a:moveTo>
                  <a:cubicBezTo>
                    <a:pt x="48" y="0"/>
                    <a:pt x="0" y="48"/>
                    <a:pt x="0" y="96"/>
                  </a:cubicBezTo>
                  <a:lnTo>
                    <a:pt x="0" y="1715"/>
                  </a:lnTo>
                  <a:lnTo>
                    <a:pt x="2144" y="1715"/>
                  </a:lnTo>
                  <a:lnTo>
                    <a:pt x="2144" y="96"/>
                  </a:lnTo>
                  <a:cubicBezTo>
                    <a:pt x="2144" y="48"/>
                    <a:pt x="2096" y="0"/>
                    <a:pt x="20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58"/>
            <p:cNvSpPr/>
            <p:nvPr/>
          </p:nvSpPr>
          <p:spPr>
            <a:xfrm>
              <a:off x="7901852" y="2068679"/>
              <a:ext cx="26359" cy="67713"/>
            </a:xfrm>
            <a:custGeom>
              <a:avLst/>
              <a:gdLst/>
              <a:ahLst/>
              <a:cxnLst/>
              <a:rect l="l" t="t" r="r" b="b"/>
              <a:pathLst>
                <a:path w="668" h="1716" extrusionOk="0">
                  <a:moveTo>
                    <a:pt x="1" y="0"/>
                  </a:moveTo>
                  <a:lnTo>
                    <a:pt x="1" y="1715"/>
                  </a:lnTo>
                  <a:lnTo>
                    <a:pt x="668" y="1715"/>
                  </a:lnTo>
                  <a:lnTo>
                    <a:pt x="668" y="96"/>
                  </a:lnTo>
                  <a:cubicBezTo>
                    <a:pt x="668" y="48"/>
                    <a:pt x="620" y="0"/>
                    <a:pt x="573"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58"/>
            <p:cNvSpPr/>
            <p:nvPr/>
          </p:nvSpPr>
          <p:spPr>
            <a:xfrm>
              <a:off x="7606809" y="2121318"/>
              <a:ext cx="321402" cy="228355"/>
            </a:xfrm>
            <a:custGeom>
              <a:avLst/>
              <a:gdLst/>
              <a:ahLst/>
              <a:cxnLst/>
              <a:rect l="l" t="t" r="r" b="b"/>
              <a:pathLst>
                <a:path w="8145" h="5787" extrusionOk="0">
                  <a:moveTo>
                    <a:pt x="0" y="0"/>
                  </a:moveTo>
                  <a:lnTo>
                    <a:pt x="0" y="1834"/>
                  </a:lnTo>
                  <a:cubicBezTo>
                    <a:pt x="48" y="4025"/>
                    <a:pt x="1858" y="5787"/>
                    <a:pt x="4073" y="5787"/>
                  </a:cubicBezTo>
                  <a:cubicBezTo>
                    <a:pt x="6287" y="5787"/>
                    <a:pt x="8073" y="4025"/>
                    <a:pt x="8145" y="1834"/>
                  </a:cubicBezTo>
                  <a:lnTo>
                    <a:pt x="8145" y="0"/>
                  </a:lnTo>
                  <a:lnTo>
                    <a:pt x="6025" y="0"/>
                  </a:lnTo>
                  <a:lnTo>
                    <a:pt x="6025" y="1834"/>
                  </a:lnTo>
                  <a:cubicBezTo>
                    <a:pt x="5978" y="2882"/>
                    <a:pt x="5120" y="3691"/>
                    <a:pt x="4073" y="3691"/>
                  </a:cubicBezTo>
                  <a:cubicBezTo>
                    <a:pt x="3025" y="3691"/>
                    <a:pt x="2167" y="2882"/>
                    <a:pt x="2120" y="1834"/>
                  </a:cubicBezTo>
                  <a:lnTo>
                    <a:pt x="212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58"/>
            <p:cNvSpPr/>
            <p:nvPr/>
          </p:nvSpPr>
          <p:spPr>
            <a:xfrm>
              <a:off x="7664105" y="2121318"/>
              <a:ext cx="90284" cy="148488"/>
            </a:xfrm>
            <a:custGeom>
              <a:avLst/>
              <a:gdLst/>
              <a:ahLst/>
              <a:cxnLst/>
              <a:rect l="l" t="t" r="r" b="b"/>
              <a:pathLst>
                <a:path w="2288" h="3763" extrusionOk="0">
                  <a:moveTo>
                    <a:pt x="1" y="0"/>
                  </a:moveTo>
                  <a:lnTo>
                    <a:pt x="1" y="1834"/>
                  </a:lnTo>
                  <a:cubicBezTo>
                    <a:pt x="1" y="2905"/>
                    <a:pt x="882" y="3763"/>
                    <a:pt x="1954" y="3763"/>
                  </a:cubicBezTo>
                  <a:cubicBezTo>
                    <a:pt x="2073" y="3763"/>
                    <a:pt x="2168" y="3763"/>
                    <a:pt x="2287" y="3739"/>
                  </a:cubicBezTo>
                  <a:cubicBezTo>
                    <a:pt x="1358" y="3572"/>
                    <a:pt x="668" y="2763"/>
                    <a:pt x="668" y="1834"/>
                  </a:cubicBezTo>
                  <a:lnTo>
                    <a:pt x="668" y="0"/>
                  </a:ln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58"/>
            <p:cNvSpPr/>
            <p:nvPr/>
          </p:nvSpPr>
          <p:spPr>
            <a:xfrm>
              <a:off x="7754350" y="2121318"/>
              <a:ext cx="173861" cy="232143"/>
            </a:xfrm>
            <a:custGeom>
              <a:avLst/>
              <a:gdLst/>
              <a:ahLst/>
              <a:cxnLst/>
              <a:rect l="l" t="t" r="r" b="b"/>
              <a:pathLst>
                <a:path w="4406" h="5883" extrusionOk="0">
                  <a:moveTo>
                    <a:pt x="3739" y="0"/>
                  </a:moveTo>
                  <a:lnTo>
                    <a:pt x="3739" y="1834"/>
                  </a:lnTo>
                  <a:cubicBezTo>
                    <a:pt x="3739" y="3953"/>
                    <a:pt x="2120" y="5716"/>
                    <a:pt x="0" y="5882"/>
                  </a:cubicBezTo>
                  <a:lnTo>
                    <a:pt x="334" y="5882"/>
                  </a:lnTo>
                  <a:cubicBezTo>
                    <a:pt x="2572" y="5882"/>
                    <a:pt x="4382" y="4072"/>
                    <a:pt x="4406" y="1834"/>
                  </a:cubicBezTo>
                  <a:lnTo>
                    <a:pt x="4406" y="0"/>
                  </a:ln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58"/>
            <p:cNvSpPr/>
            <p:nvPr/>
          </p:nvSpPr>
          <p:spPr>
            <a:xfrm>
              <a:off x="7662251" y="1918336"/>
              <a:ext cx="74264" cy="64872"/>
            </a:xfrm>
            <a:custGeom>
              <a:avLst/>
              <a:gdLst/>
              <a:ahLst/>
              <a:cxnLst/>
              <a:rect l="l" t="t" r="r" b="b"/>
              <a:pathLst>
                <a:path w="1882" h="1644" extrusionOk="0">
                  <a:moveTo>
                    <a:pt x="929" y="542"/>
                  </a:moveTo>
                  <a:cubicBezTo>
                    <a:pt x="1072" y="542"/>
                    <a:pt x="1215" y="648"/>
                    <a:pt x="1215" y="810"/>
                  </a:cubicBezTo>
                  <a:cubicBezTo>
                    <a:pt x="1215" y="977"/>
                    <a:pt x="1096" y="1096"/>
                    <a:pt x="929" y="1096"/>
                  </a:cubicBezTo>
                  <a:cubicBezTo>
                    <a:pt x="691" y="1096"/>
                    <a:pt x="548" y="810"/>
                    <a:pt x="739" y="619"/>
                  </a:cubicBezTo>
                  <a:cubicBezTo>
                    <a:pt x="792" y="566"/>
                    <a:pt x="861" y="542"/>
                    <a:pt x="929" y="542"/>
                  </a:cubicBezTo>
                  <a:close/>
                  <a:moveTo>
                    <a:pt x="524" y="0"/>
                  </a:moveTo>
                  <a:cubicBezTo>
                    <a:pt x="477" y="0"/>
                    <a:pt x="453" y="24"/>
                    <a:pt x="429" y="72"/>
                  </a:cubicBezTo>
                  <a:lnTo>
                    <a:pt x="24" y="762"/>
                  </a:lnTo>
                  <a:cubicBezTo>
                    <a:pt x="0" y="786"/>
                    <a:pt x="0" y="834"/>
                    <a:pt x="24" y="881"/>
                  </a:cubicBezTo>
                  <a:lnTo>
                    <a:pt x="429" y="1572"/>
                  </a:lnTo>
                  <a:cubicBezTo>
                    <a:pt x="453" y="1620"/>
                    <a:pt x="477" y="1643"/>
                    <a:pt x="524" y="1643"/>
                  </a:cubicBezTo>
                  <a:lnTo>
                    <a:pt x="1334" y="1643"/>
                  </a:lnTo>
                  <a:cubicBezTo>
                    <a:pt x="1382" y="1643"/>
                    <a:pt x="1429" y="1620"/>
                    <a:pt x="1453" y="1572"/>
                  </a:cubicBezTo>
                  <a:lnTo>
                    <a:pt x="1858" y="881"/>
                  </a:lnTo>
                  <a:cubicBezTo>
                    <a:pt x="1882" y="834"/>
                    <a:pt x="1882" y="786"/>
                    <a:pt x="1858" y="762"/>
                  </a:cubicBezTo>
                  <a:lnTo>
                    <a:pt x="1453" y="72"/>
                  </a:lnTo>
                  <a:cubicBezTo>
                    <a:pt x="1429" y="24"/>
                    <a:pt x="1382" y="0"/>
                    <a:pt x="13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58"/>
            <p:cNvSpPr/>
            <p:nvPr/>
          </p:nvSpPr>
          <p:spPr>
            <a:xfrm>
              <a:off x="7688571" y="1918336"/>
              <a:ext cx="47944" cy="64872"/>
            </a:xfrm>
            <a:custGeom>
              <a:avLst/>
              <a:gdLst/>
              <a:ahLst/>
              <a:cxnLst/>
              <a:rect l="l" t="t" r="r" b="b"/>
              <a:pathLst>
                <a:path w="1215" h="1644" extrusionOk="0">
                  <a:moveTo>
                    <a:pt x="0" y="0"/>
                  </a:moveTo>
                  <a:cubicBezTo>
                    <a:pt x="48" y="0"/>
                    <a:pt x="95" y="24"/>
                    <a:pt x="119" y="72"/>
                  </a:cubicBezTo>
                  <a:lnTo>
                    <a:pt x="405" y="596"/>
                  </a:lnTo>
                  <a:cubicBezTo>
                    <a:pt x="572" y="691"/>
                    <a:pt x="572" y="953"/>
                    <a:pt x="405" y="1048"/>
                  </a:cubicBezTo>
                  <a:lnTo>
                    <a:pt x="119" y="1572"/>
                  </a:lnTo>
                  <a:cubicBezTo>
                    <a:pt x="95" y="1620"/>
                    <a:pt x="48" y="1643"/>
                    <a:pt x="0" y="1643"/>
                  </a:cubicBezTo>
                  <a:lnTo>
                    <a:pt x="667" y="1643"/>
                  </a:lnTo>
                  <a:cubicBezTo>
                    <a:pt x="715" y="1643"/>
                    <a:pt x="762" y="1620"/>
                    <a:pt x="786" y="1572"/>
                  </a:cubicBezTo>
                  <a:lnTo>
                    <a:pt x="1191" y="881"/>
                  </a:lnTo>
                  <a:cubicBezTo>
                    <a:pt x="1215" y="834"/>
                    <a:pt x="1215" y="786"/>
                    <a:pt x="1191" y="762"/>
                  </a:cubicBezTo>
                  <a:lnTo>
                    <a:pt x="786" y="72"/>
                  </a:lnTo>
                  <a:cubicBezTo>
                    <a:pt x="762" y="24"/>
                    <a:pt x="715" y="0"/>
                    <a:pt x="667"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58"/>
            <p:cNvSpPr/>
            <p:nvPr/>
          </p:nvSpPr>
          <p:spPr>
            <a:xfrm>
              <a:off x="7810699" y="1954284"/>
              <a:ext cx="57375" cy="55718"/>
            </a:xfrm>
            <a:custGeom>
              <a:avLst/>
              <a:gdLst/>
              <a:ahLst/>
              <a:cxnLst/>
              <a:rect l="l" t="t" r="r" b="b"/>
              <a:pathLst>
                <a:path w="1454" h="1412" extrusionOk="0">
                  <a:moveTo>
                    <a:pt x="433" y="0"/>
                  </a:moveTo>
                  <a:cubicBezTo>
                    <a:pt x="358" y="0"/>
                    <a:pt x="287" y="30"/>
                    <a:pt x="239" y="89"/>
                  </a:cubicBezTo>
                  <a:lnTo>
                    <a:pt x="49" y="280"/>
                  </a:lnTo>
                  <a:cubicBezTo>
                    <a:pt x="1" y="328"/>
                    <a:pt x="1" y="399"/>
                    <a:pt x="49" y="423"/>
                  </a:cubicBezTo>
                  <a:lnTo>
                    <a:pt x="1001" y="1375"/>
                  </a:lnTo>
                  <a:cubicBezTo>
                    <a:pt x="1013" y="1399"/>
                    <a:pt x="1037" y="1411"/>
                    <a:pt x="1064" y="1411"/>
                  </a:cubicBezTo>
                  <a:cubicBezTo>
                    <a:pt x="1091" y="1411"/>
                    <a:pt x="1120" y="1399"/>
                    <a:pt x="1144" y="1375"/>
                  </a:cubicBezTo>
                  <a:lnTo>
                    <a:pt x="1335" y="1185"/>
                  </a:lnTo>
                  <a:cubicBezTo>
                    <a:pt x="1454" y="1066"/>
                    <a:pt x="1454" y="899"/>
                    <a:pt x="1335" y="780"/>
                  </a:cubicBezTo>
                  <a:lnTo>
                    <a:pt x="644" y="89"/>
                  </a:lnTo>
                  <a:cubicBezTo>
                    <a:pt x="584" y="30"/>
                    <a:pt x="507" y="0"/>
                    <a:pt x="4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58"/>
            <p:cNvSpPr/>
            <p:nvPr/>
          </p:nvSpPr>
          <p:spPr>
            <a:xfrm>
              <a:off x="7831376" y="1966240"/>
              <a:ext cx="36698" cy="43761"/>
            </a:xfrm>
            <a:custGeom>
              <a:avLst/>
              <a:gdLst/>
              <a:ahLst/>
              <a:cxnLst/>
              <a:rect l="l" t="t" r="r" b="b"/>
              <a:pathLst>
                <a:path w="930" h="1109" extrusionOk="0">
                  <a:moveTo>
                    <a:pt x="334" y="1"/>
                  </a:moveTo>
                  <a:cubicBezTo>
                    <a:pt x="453" y="120"/>
                    <a:pt x="453" y="286"/>
                    <a:pt x="334" y="406"/>
                  </a:cubicBezTo>
                  <a:lnTo>
                    <a:pt x="144" y="596"/>
                  </a:lnTo>
                  <a:cubicBezTo>
                    <a:pt x="120" y="620"/>
                    <a:pt x="96" y="632"/>
                    <a:pt x="72" y="632"/>
                  </a:cubicBezTo>
                  <a:cubicBezTo>
                    <a:pt x="49" y="632"/>
                    <a:pt x="25" y="620"/>
                    <a:pt x="1" y="596"/>
                  </a:cubicBezTo>
                  <a:lnTo>
                    <a:pt x="1" y="596"/>
                  </a:lnTo>
                  <a:lnTo>
                    <a:pt x="477" y="1072"/>
                  </a:lnTo>
                  <a:cubicBezTo>
                    <a:pt x="489" y="1096"/>
                    <a:pt x="513" y="1108"/>
                    <a:pt x="540" y="1108"/>
                  </a:cubicBezTo>
                  <a:cubicBezTo>
                    <a:pt x="567" y="1108"/>
                    <a:pt x="596" y="1096"/>
                    <a:pt x="620" y="1072"/>
                  </a:cubicBezTo>
                  <a:lnTo>
                    <a:pt x="811" y="882"/>
                  </a:lnTo>
                  <a:cubicBezTo>
                    <a:pt x="930" y="763"/>
                    <a:pt x="930" y="572"/>
                    <a:pt x="811" y="477"/>
                  </a:cubicBezTo>
                  <a:lnTo>
                    <a:pt x="334" y="1"/>
                  </a:ln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58"/>
            <p:cNvSpPr/>
            <p:nvPr/>
          </p:nvSpPr>
          <p:spPr>
            <a:xfrm>
              <a:off x="7792863" y="1980328"/>
              <a:ext cx="47983" cy="46800"/>
            </a:xfrm>
            <a:custGeom>
              <a:avLst/>
              <a:gdLst/>
              <a:ahLst/>
              <a:cxnLst/>
              <a:rect l="l" t="t" r="r" b="b"/>
              <a:pathLst>
                <a:path w="1216" h="1186" extrusionOk="0">
                  <a:moveTo>
                    <a:pt x="739" y="1"/>
                  </a:moveTo>
                  <a:lnTo>
                    <a:pt x="48" y="692"/>
                  </a:lnTo>
                  <a:cubicBezTo>
                    <a:pt x="1" y="739"/>
                    <a:pt x="1" y="787"/>
                    <a:pt x="48" y="811"/>
                  </a:cubicBezTo>
                  <a:lnTo>
                    <a:pt x="382" y="1168"/>
                  </a:lnTo>
                  <a:cubicBezTo>
                    <a:pt x="405" y="1180"/>
                    <a:pt x="429" y="1186"/>
                    <a:pt x="453" y="1186"/>
                  </a:cubicBezTo>
                  <a:cubicBezTo>
                    <a:pt x="477" y="1186"/>
                    <a:pt x="501" y="1180"/>
                    <a:pt x="524" y="1168"/>
                  </a:cubicBezTo>
                  <a:lnTo>
                    <a:pt x="1215" y="477"/>
                  </a:lnTo>
                  <a:lnTo>
                    <a:pt x="73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58"/>
            <p:cNvSpPr/>
            <p:nvPr/>
          </p:nvSpPr>
          <p:spPr>
            <a:xfrm>
              <a:off x="7802255" y="1987628"/>
              <a:ext cx="32002" cy="30581"/>
            </a:xfrm>
            <a:custGeom>
              <a:avLst/>
              <a:gdLst/>
              <a:ahLst/>
              <a:cxnLst/>
              <a:rect l="l" t="t" r="r" b="b"/>
              <a:pathLst>
                <a:path w="811" h="775" extrusionOk="0">
                  <a:moveTo>
                    <a:pt x="188" y="0"/>
                  </a:moveTo>
                  <a:cubicBezTo>
                    <a:pt x="150" y="0"/>
                    <a:pt x="108" y="18"/>
                    <a:pt x="72" y="54"/>
                  </a:cubicBezTo>
                  <a:cubicBezTo>
                    <a:pt x="1" y="102"/>
                    <a:pt x="1" y="221"/>
                    <a:pt x="72" y="268"/>
                  </a:cubicBezTo>
                  <a:lnTo>
                    <a:pt x="525" y="721"/>
                  </a:lnTo>
                  <a:cubicBezTo>
                    <a:pt x="548" y="757"/>
                    <a:pt x="590" y="774"/>
                    <a:pt x="632" y="774"/>
                  </a:cubicBezTo>
                  <a:cubicBezTo>
                    <a:pt x="673" y="774"/>
                    <a:pt x="715" y="757"/>
                    <a:pt x="739" y="721"/>
                  </a:cubicBezTo>
                  <a:cubicBezTo>
                    <a:pt x="810" y="649"/>
                    <a:pt x="810" y="554"/>
                    <a:pt x="739" y="483"/>
                  </a:cubicBezTo>
                  <a:lnTo>
                    <a:pt x="286" y="54"/>
                  </a:lnTo>
                  <a:cubicBezTo>
                    <a:pt x="263" y="18"/>
                    <a:pt x="227" y="0"/>
                    <a:pt x="18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4" name="Google Shape;2104;p58"/>
          <p:cNvGrpSpPr/>
          <p:nvPr/>
        </p:nvGrpSpPr>
        <p:grpSpPr>
          <a:xfrm>
            <a:off x="5724176" y="2580340"/>
            <a:ext cx="439821" cy="436072"/>
            <a:chOff x="6645485" y="1295302"/>
            <a:chExt cx="439821" cy="436072"/>
          </a:xfrm>
        </p:grpSpPr>
        <p:sp>
          <p:nvSpPr>
            <p:cNvPr id="2105" name="Google Shape;2105;p58"/>
            <p:cNvSpPr/>
            <p:nvPr/>
          </p:nvSpPr>
          <p:spPr>
            <a:xfrm>
              <a:off x="6694336" y="1471017"/>
              <a:ext cx="13180" cy="139136"/>
            </a:xfrm>
            <a:custGeom>
              <a:avLst/>
              <a:gdLst/>
              <a:ahLst/>
              <a:cxnLst/>
              <a:rect l="l" t="t" r="r" b="b"/>
              <a:pathLst>
                <a:path w="334" h="3526" extrusionOk="0">
                  <a:moveTo>
                    <a:pt x="167" y="1"/>
                  </a:moveTo>
                  <a:cubicBezTo>
                    <a:pt x="72" y="1"/>
                    <a:pt x="0" y="72"/>
                    <a:pt x="0" y="167"/>
                  </a:cubicBezTo>
                  <a:lnTo>
                    <a:pt x="0" y="3382"/>
                  </a:lnTo>
                  <a:cubicBezTo>
                    <a:pt x="0" y="3477"/>
                    <a:pt x="84" y="3525"/>
                    <a:pt x="167" y="3525"/>
                  </a:cubicBezTo>
                  <a:cubicBezTo>
                    <a:pt x="250" y="3525"/>
                    <a:pt x="334" y="3477"/>
                    <a:pt x="334" y="3382"/>
                  </a:cubicBezTo>
                  <a:lnTo>
                    <a:pt x="334" y="167"/>
                  </a:lnTo>
                  <a:cubicBezTo>
                    <a:pt x="334" y="72"/>
                    <a:pt x="239" y="1"/>
                    <a:pt x="1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58"/>
            <p:cNvSpPr/>
            <p:nvPr/>
          </p:nvSpPr>
          <p:spPr>
            <a:xfrm>
              <a:off x="7019487" y="1471017"/>
              <a:ext cx="13180" cy="136295"/>
            </a:xfrm>
            <a:custGeom>
              <a:avLst/>
              <a:gdLst/>
              <a:ahLst/>
              <a:cxnLst/>
              <a:rect l="l" t="t" r="r" b="b"/>
              <a:pathLst>
                <a:path w="334" h="3454" extrusionOk="0">
                  <a:moveTo>
                    <a:pt x="167" y="1"/>
                  </a:moveTo>
                  <a:cubicBezTo>
                    <a:pt x="72" y="1"/>
                    <a:pt x="0" y="72"/>
                    <a:pt x="0" y="167"/>
                  </a:cubicBezTo>
                  <a:lnTo>
                    <a:pt x="0" y="3287"/>
                  </a:lnTo>
                  <a:cubicBezTo>
                    <a:pt x="0" y="3382"/>
                    <a:pt x="72" y="3454"/>
                    <a:pt x="167" y="3454"/>
                  </a:cubicBezTo>
                  <a:cubicBezTo>
                    <a:pt x="238" y="3454"/>
                    <a:pt x="334" y="3382"/>
                    <a:pt x="334" y="3287"/>
                  </a:cubicBezTo>
                  <a:lnTo>
                    <a:pt x="334" y="167"/>
                  </a:lnTo>
                  <a:cubicBezTo>
                    <a:pt x="334" y="72"/>
                    <a:pt x="238" y="1"/>
                    <a:pt x="1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58"/>
            <p:cNvSpPr/>
            <p:nvPr/>
          </p:nvSpPr>
          <p:spPr>
            <a:xfrm>
              <a:off x="6645485" y="1619229"/>
              <a:ext cx="110922" cy="112145"/>
            </a:xfrm>
            <a:custGeom>
              <a:avLst/>
              <a:gdLst/>
              <a:ahLst/>
              <a:cxnLst/>
              <a:rect l="l" t="t" r="r" b="b"/>
              <a:pathLst>
                <a:path w="2811" h="2842" extrusionOk="0">
                  <a:moveTo>
                    <a:pt x="583" y="1"/>
                  </a:moveTo>
                  <a:cubicBezTo>
                    <a:pt x="532" y="1"/>
                    <a:pt x="496" y="44"/>
                    <a:pt x="476" y="102"/>
                  </a:cubicBezTo>
                  <a:lnTo>
                    <a:pt x="0" y="2674"/>
                  </a:lnTo>
                  <a:cubicBezTo>
                    <a:pt x="0" y="2770"/>
                    <a:pt x="48" y="2841"/>
                    <a:pt x="143" y="2841"/>
                  </a:cubicBezTo>
                  <a:lnTo>
                    <a:pt x="2667" y="2841"/>
                  </a:lnTo>
                  <a:cubicBezTo>
                    <a:pt x="2739" y="2841"/>
                    <a:pt x="2810" y="2770"/>
                    <a:pt x="2786" y="2674"/>
                  </a:cubicBezTo>
                  <a:lnTo>
                    <a:pt x="2310" y="102"/>
                  </a:lnTo>
                  <a:cubicBezTo>
                    <a:pt x="2310" y="31"/>
                    <a:pt x="2239" y="7"/>
                    <a:pt x="2191" y="7"/>
                  </a:cubicBezTo>
                  <a:lnTo>
                    <a:pt x="619" y="7"/>
                  </a:lnTo>
                  <a:cubicBezTo>
                    <a:pt x="607" y="3"/>
                    <a:pt x="595" y="1"/>
                    <a:pt x="58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58"/>
            <p:cNvSpPr/>
            <p:nvPr/>
          </p:nvSpPr>
          <p:spPr>
            <a:xfrm>
              <a:off x="6704675" y="1619229"/>
              <a:ext cx="51732" cy="112145"/>
            </a:xfrm>
            <a:custGeom>
              <a:avLst/>
              <a:gdLst/>
              <a:ahLst/>
              <a:cxnLst/>
              <a:rect l="l" t="t" r="r" b="b"/>
              <a:pathLst>
                <a:path w="1311" h="2842" extrusionOk="0">
                  <a:moveTo>
                    <a:pt x="38" y="1"/>
                  </a:moveTo>
                  <a:cubicBezTo>
                    <a:pt x="26" y="1"/>
                    <a:pt x="13" y="3"/>
                    <a:pt x="0" y="7"/>
                  </a:cubicBezTo>
                  <a:lnTo>
                    <a:pt x="75" y="7"/>
                  </a:lnTo>
                  <a:cubicBezTo>
                    <a:pt x="63" y="3"/>
                    <a:pt x="51" y="1"/>
                    <a:pt x="38" y="1"/>
                  </a:cubicBezTo>
                  <a:close/>
                  <a:moveTo>
                    <a:pt x="75" y="7"/>
                  </a:moveTo>
                  <a:cubicBezTo>
                    <a:pt x="114" y="21"/>
                    <a:pt x="143" y="57"/>
                    <a:pt x="143" y="102"/>
                  </a:cubicBezTo>
                  <a:lnTo>
                    <a:pt x="643" y="2674"/>
                  </a:lnTo>
                  <a:cubicBezTo>
                    <a:pt x="643" y="2770"/>
                    <a:pt x="596" y="2841"/>
                    <a:pt x="500" y="2841"/>
                  </a:cubicBezTo>
                  <a:lnTo>
                    <a:pt x="1167" y="2841"/>
                  </a:lnTo>
                  <a:cubicBezTo>
                    <a:pt x="1239" y="2841"/>
                    <a:pt x="1310" y="2770"/>
                    <a:pt x="1286" y="2674"/>
                  </a:cubicBezTo>
                  <a:lnTo>
                    <a:pt x="810" y="102"/>
                  </a:lnTo>
                  <a:cubicBezTo>
                    <a:pt x="810" y="31"/>
                    <a:pt x="739" y="7"/>
                    <a:pt x="691" y="7"/>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58"/>
            <p:cNvSpPr/>
            <p:nvPr/>
          </p:nvSpPr>
          <p:spPr>
            <a:xfrm>
              <a:off x="6687747" y="1592949"/>
              <a:ext cx="26359" cy="37842"/>
            </a:xfrm>
            <a:custGeom>
              <a:avLst/>
              <a:gdLst/>
              <a:ahLst/>
              <a:cxnLst/>
              <a:rect l="l" t="t" r="r" b="b"/>
              <a:pathLst>
                <a:path w="668" h="959" extrusionOk="0">
                  <a:moveTo>
                    <a:pt x="334" y="0"/>
                  </a:moveTo>
                  <a:cubicBezTo>
                    <a:pt x="167" y="0"/>
                    <a:pt x="1" y="114"/>
                    <a:pt x="1" y="340"/>
                  </a:cubicBezTo>
                  <a:lnTo>
                    <a:pt x="1" y="959"/>
                  </a:lnTo>
                  <a:lnTo>
                    <a:pt x="667" y="959"/>
                  </a:lnTo>
                  <a:lnTo>
                    <a:pt x="667" y="340"/>
                  </a:lnTo>
                  <a:cubicBezTo>
                    <a:pt x="667" y="114"/>
                    <a:pt x="501" y="0"/>
                    <a:pt x="33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58"/>
            <p:cNvSpPr/>
            <p:nvPr/>
          </p:nvSpPr>
          <p:spPr>
            <a:xfrm>
              <a:off x="7012897" y="1592949"/>
              <a:ext cx="26359" cy="34093"/>
            </a:xfrm>
            <a:custGeom>
              <a:avLst/>
              <a:gdLst/>
              <a:ahLst/>
              <a:cxnLst/>
              <a:rect l="l" t="t" r="r" b="b"/>
              <a:pathLst>
                <a:path w="668" h="864" extrusionOk="0">
                  <a:moveTo>
                    <a:pt x="334" y="0"/>
                  </a:moveTo>
                  <a:cubicBezTo>
                    <a:pt x="167" y="0"/>
                    <a:pt x="0" y="114"/>
                    <a:pt x="0" y="340"/>
                  </a:cubicBezTo>
                  <a:lnTo>
                    <a:pt x="0" y="864"/>
                  </a:lnTo>
                  <a:lnTo>
                    <a:pt x="667" y="864"/>
                  </a:lnTo>
                  <a:lnTo>
                    <a:pt x="667" y="340"/>
                  </a:lnTo>
                  <a:cubicBezTo>
                    <a:pt x="667" y="114"/>
                    <a:pt x="501" y="0"/>
                    <a:pt x="33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58"/>
            <p:cNvSpPr/>
            <p:nvPr/>
          </p:nvSpPr>
          <p:spPr>
            <a:xfrm>
              <a:off x="6965900" y="1619505"/>
              <a:ext cx="119406" cy="26320"/>
            </a:xfrm>
            <a:custGeom>
              <a:avLst/>
              <a:gdLst/>
              <a:ahLst/>
              <a:cxnLst/>
              <a:rect l="l" t="t" r="r" b="b"/>
              <a:pathLst>
                <a:path w="3026" h="667" extrusionOk="0">
                  <a:moveTo>
                    <a:pt x="453" y="0"/>
                  </a:moveTo>
                  <a:cubicBezTo>
                    <a:pt x="1" y="0"/>
                    <a:pt x="1" y="667"/>
                    <a:pt x="453" y="667"/>
                  </a:cubicBezTo>
                  <a:lnTo>
                    <a:pt x="2573" y="667"/>
                  </a:lnTo>
                  <a:cubicBezTo>
                    <a:pt x="3025" y="667"/>
                    <a:pt x="3025" y="0"/>
                    <a:pt x="25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58"/>
            <p:cNvSpPr/>
            <p:nvPr/>
          </p:nvSpPr>
          <p:spPr>
            <a:xfrm>
              <a:off x="7041071" y="1619505"/>
              <a:ext cx="44235" cy="26320"/>
            </a:xfrm>
            <a:custGeom>
              <a:avLst/>
              <a:gdLst/>
              <a:ahLst/>
              <a:cxnLst/>
              <a:rect l="l" t="t" r="r" b="b"/>
              <a:pathLst>
                <a:path w="1121" h="667" extrusionOk="0">
                  <a:moveTo>
                    <a:pt x="1" y="0"/>
                  </a:moveTo>
                  <a:cubicBezTo>
                    <a:pt x="453" y="0"/>
                    <a:pt x="453" y="667"/>
                    <a:pt x="1" y="667"/>
                  </a:cubicBezTo>
                  <a:lnTo>
                    <a:pt x="668" y="667"/>
                  </a:lnTo>
                  <a:cubicBezTo>
                    <a:pt x="1120" y="667"/>
                    <a:pt x="1120" y="0"/>
                    <a:pt x="668"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58"/>
            <p:cNvSpPr/>
            <p:nvPr/>
          </p:nvSpPr>
          <p:spPr>
            <a:xfrm>
              <a:off x="6694336" y="1390203"/>
              <a:ext cx="131599" cy="131599"/>
            </a:xfrm>
            <a:custGeom>
              <a:avLst/>
              <a:gdLst/>
              <a:ahLst/>
              <a:cxnLst/>
              <a:rect l="l" t="t" r="r" b="b"/>
              <a:pathLst>
                <a:path w="3335" h="3335" extrusionOk="0">
                  <a:moveTo>
                    <a:pt x="1667" y="0"/>
                  </a:moveTo>
                  <a:cubicBezTo>
                    <a:pt x="739" y="0"/>
                    <a:pt x="0" y="763"/>
                    <a:pt x="0" y="1667"/>
                  </a:cubicBezTo>
                  <a:cubicBezTo>
                    <a:pt x="0" y="2596"/>
                    <a:pt x="739" y="3334"/>
                    <a:pt x="1667" y="3334"/>
                  </a:cubicBezTo>
                  <a:cubicBezTo>
                    <a:pt x="2572" y="3334"/>
                    <a:pt x="3334" y="2596"/>
                    <a:pt x="3334" y="1667"/>
                  </a:cubicBezTo>
                  <a:cubicBezTo>
                    <a:pt x="3334" y="763"/>
                    <a:pt x="2572" y="0"/>
                    <a:pt x="16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58"/>
            <p:cNvSpPr/>
            <p:nvPr/>
          </p:nvSpPr>
          <p:spPr>
            <a:xfrm>
              <a:off x="6746937" y="1391071"/>
              <a:ext cx="81801" cy="131757"/>
            </a:xfrm>
            <a:custGeom>
              <a:avLst/>
              <a:gdLst/>
              <a:ahLst/>
              <a:cxnLst/>
              <a:rect l="l" t="t" r="r" b="b"/>
              <a:pathLst>
                <a:path w="2073" h="3339" extrusionOk="0">
                  <a:moveTo>
                    <a:pt x="417" y="0"/>
                  </a:moveTo>
                  <a:cubicBezTo>
                    <a:pt x="390" y="0"/>
                    <a:pt x="362" y="1"/>
                    <a:pt x="334" y="2"/>
                  </a:cubicBezTo>
                  <a:cubicBezTo>
                    <a:pt x="215" y="2"/>
                    <a:pt x="96" y="2"/>
                    <a:pt x="1" y="26"/>
                  </a:cubicBezTo>
                  <a:cubicBezTo>
                    <a:pt x="1811" y="383"/>
                    <a:pt x="1811" y="2955"/>
                    <a:pt x="1" y="3312"/>
                  </a:cubicBezTo>
                  <a:cubicBezTo>
                    <a:pt x="96" y="3312"/>
                    <a:pt x="215" y="3336"/>
                    <a:pt x="334" y="3336"/>
                  </a:cubicBezTo>
                  <a:cubicBezTo>
                    <a:pt x="362" y="3338"/>
                    <a:pt x="390" y="3338"/>
                    <a:pt x="417" y="3338"/>
                  </a:cubicBezTo>
                  <a:cubicBezTo>
                    <a:pt x="1311" y="3338"/>
                    <a:pt x="2073" y="2594"/>
                    <a:pt x="2073" y="1669"/>
                  </a:cubicBezTo>
                  <a:cubicBezTo>
                    <a:pt x="2073" y="745"/>
                    <a:pt x="1311" y="0"/>
                    <a:pt x="417"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58"/>
            <p:cNvSpPr/>
            <p:nvPr/>
          </p:nvSpPr>
          <p:spPr>
            <a:xfrm>
              <a:off x="6902961" y="1390203"/>
              <a:ext cx="131599" cy="131599"/>
            </a:xfrm>
            <a:custGeom>
              <a:avLst/>
              <a:gdLst/>
              <a:ahLst/>
              <a:cxnLst/>
              <a:rect l="l" t="t" r="r" b="b"/>
              <a:pathLst>
                <a:path w="3335" h="3335" extrusionOk="0">
                  <a:moveTo>
                    <a:pt x="1667" y="0"/>
                  </a:moveTo>
                  <a:cubicBezTo>
                    <a:pt x="738" y="0"/>
                    <a:pt x="0" y="763"/>
                    <a:pt x="0" y="1667"/>
                  </a:cubicBezTo>
                  <a:cubicBezTo>
                    <a:pt x="0" y="2596"/>
                    <a:pt x="738" y="3334"/>
                    <a:pt x="1667" y="3334"/>
                  </a:cubicBezTo>
                  <a:cubicBezTo>
                    <a:pt x="2572" y="3334"/>
                    <a:pt x="3334" y="2596"/>
                    <a:pt x="3334" y="1667"/>
                  </a:cubicBezTo>
                  <a:cubicBezTo>
                    <a:pt x="3334" y="763"/>
                    <a:pt x="2572" y="0"/>
                    <a:pt x="16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58"/>
            <p:cNvSpPr/>
            <p:nvPr/>
          </p:nvSpPr>
          <p:spPr>
            <a:xfrm>
              <a:off x="6955562" y="1391150"/>
              <a:ext cx="76158" cy="131599"/>
            </a:xfrm>
            <a:custGeom>
              <a:avLst/>
              <a:gdLst/>
              <a:ahLst/>
              <a:cxnLst/>
              <a:rect l="l" t="t" r="r" b="b"/>
              <a:pathLst>
                <a:path w="1930" h="3335" extrusionOk="0">
                  <a:moveTo>
                    <a:pt x="334" y="0"/>
                  </a:moveTo>
                  <a:cubicBezTo>
                    <a:pt x="215" y="0"/>
                    <a:pt x="96" y="0"/>
                    <a:pt x="1" y="24"/>
                  </a:cubicBezTo>
                  <a:cubicBezTo>
                    <a:pt x="1787" y="381"/>
                    <a:pt x="1787" y="2953"/>
                    <a:pt x="1" y="3310"/>
                  </a:cubicBezTo>
                  <a:cubicBezTo>
                    <a:pt x="96" y="3310"/>
                    <a:pt x="215" y="3334"/>
                    <a:pt x="334" y="3334"/>
                  </a:cubicBezTo>
                  <a:cubicBezTo>
                    <a:pt x="1215" y="3287"/>
                    <a:pt x="1930" y="2548"/>
                    <a:pt x="1930" y="1667"/>
                  </a:cubicBezTo>
                  <a:cubicBezTo>
                    <a:pt x="1930" y="762"/>
                    <a:pt x="1215" y="48"/>
                    <a:pt x="334"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58"/>
            <p:cNvSpPr/>
            <p:nvPr/>
          </p:nvSpPr>
          <p:spPr>
            <a:xfrm>
              <a:off x="6748831" y="1296249"/>
              <a:ext cx="228394" cy="43248"/>
            </a:xfrm>
            <a:custGeom>
              <a:avLst/>
              <a:gdLst/>
              <a:ahLst/>
              <a:cxnLst/>
              <a:rect l="l" t="t" r="r" b="b"/>
              <a:pathLst>
                <a:path w="5788" h="1096" extrusionOk="0">
                  <a:moveTo>
                    <a:pt x="96" y="0"/>
                  </a:moveTo>
                  <a:cubicBezTo>
                    <a:pt x="48" y="0"/>
                    <a:pt x="24" y="48"/>
                    <a:pt x="24" y="95"/>
                  </a:cubicBezTo>
                  <a:lnTo>
                    <a:pt x="24" y="381"/>
                  </a:lnTo>
                  <a:cubicBezTo>
                    <a:pt x="1" y="786"/>
                    <a:pt x="334" y="1096"/>
                    <a:pt x="715" y="1096"/>
                  </a:cubicBezTo>
                  <a:lnTo>
                    <a:pt x="5073" y="1096"/>
                  </a:lnTo>
                  <a:cubicBezTo>
                    <a:pt x="5454" y="1096"/>
                    <a:pt x="5788" y="786"/>
                    <a:pt x="5788" y="405"/>
                  </a:cubicBezTo>
                  <a:lnTo>
                    <a:pt x="5788" y="95"/>
                  </a:lnTo>
                  <a:cubicBezTo>
                    <a:pt x="5788" y="48"/>
                    <a:pt x="5740" y="0"/>
                    <a:pt x="56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58"/>
            <p:cNvSpPr/>
            <p:nvPr/>
          </p:nvSpPr>
          <p:spPr>
            <a:xfrm>
              <a:off x="6922691" y="1295302"/>
              <a:ext cx="54534" cy="44195"/>
            </a:xfrm>
            <a:custGeom>
              <a:avLst/>
              <a:gdLst/>
              <a:ahLst/>
              <a:cxnLst/>
              <a:rect l="l" t="t" r="r" b="b"/>
              <a:pathLst>
                <a:path w="1382" h="1120" extrusionOk="0">
                  <a:moveTo>
                    <a:pt x="619" y="0"/>
                  </a:moveTo>
                  <a:cubicBezTo>
                    <a:pt x="667" y="0"/>
                    <a:pt x="715" y="48"/>
                    <a:pt x="715" y="95"/>
                  </a:cubicBezTo>
                  <a:lnTo>
                    <a:pt x="715" y="405"/>
                  </a:lnTo>
                  <a:cubicBezTo>
                    <a:pt x="715" y="810"/>
                    <a:pt x="405" y="1120"/>
                    <a:pt x="0" y="1120"/>
                  </a:cubicBezTo>
                  <a:lnTo>
                    <a:pt x="667" y="1120"/>
                  </a:lnTo>
                  <a:cubicBezTo>
                    <a:pt x="1072" y="1120"/>
                    <a:pt x="1382" y="810"/>
                    <a:pt x="1382" y="405"/>
                  </a:cubicBezTo>
                  <a:lnTo>
                    <a:pt x="1382" y="95"/>
                  </a:lnTo>
                  <a:cubicBezTo>
                    <a:pt x="1382" y="48"/>
                    <a:pt x="1334" y="0"/>
                    <a:pt x="1286"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58"/>
            <p:cNvSpPr/>
            <p:nvPr/>
          </p:nvSpPr>
          <p:spPr>
            <a:xfrm>
              <a:off x="6663321" y="1384561"/>
              <a:ext cx="168257" cy="144266"/>
            </a:xfrm>
            <a:custGeom>
              <a:avLst/>
              <a:gdLst/>
              <a:ahLst/>
              <a:cxnLst/>
              <a:rect l="l" t="t" r="r" b="b"/>
              <a:pathLst>
                <a:path w="4264" h="3656" extrusionOk="0">
                  <a:moveTo>
                    <a:pt x="2441" y="315"/>
                  </a:moveTo>
                  <a:cubicBezTo>
                    <a:pt x="3214" y="315"/>
                    <a:pt x="3954" y="917"/>
                    <a:pt x="3954" y="1834"/>
                  </a:cubicBezTo>
                  <a:cubicBezTo>
                    <a:pt x="3954" y="2644"/>
                    <a:pt x="3287" y="3335"/>
                    <a:pt x="2453" y="3335"/>
                  </a:cubicBezTo>
                  <a:cubicBezTo>
                    <a:pt x="1096" y="3335"/>
                    <a:pt x="429" y="1715"/>
                    <a:pt x="1382" y="763"/>
                  </a:cubicBezTo>
                  <a:cubicBezTo>
                    <a:pt x="1691" y="454"/>
                    <a:pt x="2070" y="315"/>
                    <a:pt x="2441" y="315"/>
                  </a:cubicBezTo>
                  <a:close/>
                  <a:moveTo>
                    <a:pt x="2453" y="1"/>
                  </a:moveTo>
                  <a:cubicBezTo>
                    <a:pt x="810" y="1"/>
                    <a:pt x="1" y="1953"/>
                    <a:pt x="1144" y="3120"/>
                  </a:cubicBezTo>
                  <a:cubicBezTo>
                    <a:pt x="1521" y="3490"/>
                    <a:pt x="1980" y="3655"/>
                    <a:pt x="2429" y="3655"/>
                  </a:cubicBezTo>
                  <a:cubicBezTo>
                    <a:pt x="3369" y="3655"/>
                    <a:pt x="4263" y="2930"/>
                    <a:pt x="4263" y="1834"/>
                  </a:cubicBezTo>
                  <a:cubicBezTo>
                    <a:pt x="4263" y="810"/>
                    <a:pt x="3454" y="1"/>
                    <a:pt x="245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58"/>
            <p:cNvSpPr/>
            <p:nvPr/>
          </p:nvSpPr>
          <p:spPr>
            <a:xfrm>
              <a:off x="6871946" y="1384561"/>
              <a:ext cx="168257" cy="144266"/>
            </a:xfrm>
            <a:custGeom>
              <a:avLst/>
              <a:gdLst/>
              <a:ahLst/>
              <a:cxnLst/>
              <a:rect l="l" t="t" r="r" b="b"/>
              <a:pathLst>
                <a:path w="4264" h="3656" extrusionOk="0">
                  <a:moveTo>
                    <a:pt x="2417" y="315"/>
                  </a:moveTo>
                  <a:cubicBezTo>
                    <a:pt x="3190" y="315"/>
                    <a:pt x="3930" y="917"/>
                    <a:pt x="3930" y="1834"/>
                  </a:cubicBezTo>
                  <a:cubicBezTo>
                    <a:pt x="3930" y="2644"/>
                    <a:pt x="3263" y="3311"/>
                    <a:pt x="2453" y="3335"/>
                  </a:cubicBezTo>
                  <a:cubicBezTo>
                    <a:pt x="1096" y="3335"/>
                    <a:pt x="405" y="1715"/>
                    <a:pt x="1358" y="763"/>
                  </a:cubicBezTo>
                  <a:cubicBezTo>
                    <a:pt x="1667" y="454"/>
                    <a:pt x="2046" y="315"/>
                    <a:pt x="2417" y="315"/>
                  </a:cubicBezTo>
                  <a:close/>
                  <a:moveTo>
                    <a:pt x="2453" y="1"/>
                  </a:moveTo>
                  <a:cubicBezTo>
                    <a:pt x="810" y="1"/>
                    <a:pt x="0" y="1953"/>
                    <a:pt x="1143" y="3120"/>
                  </a:cubicBezTo>
                  <a:cubicBezTo>
                    <a:pt x="1521" y="3490"/>
                    <a:pt x="1980" y="3655"/>
                    <a:pt x="2429" y="3655"/>
                  </a:cubicBezTo>
                  <a:cubicBezTo>
                    <a:pt x="3369" y="3655"/>
                    <a:pt x="4263" y="2930"/>
                    <a:pt x="4263" y="1834"/>
                  </a:cubicBezTo>
                  <a:cubicBezTo>
                    <a:pt x="4263" y="810"/>
                    <a:pt x="3453" y="1"/>
                    <a:pt x="245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58"/>
            <p:cNvSpPr/>
            <p:nvPr/>
          </p:nvSpPr>
          <p:spPr>
            <a:xfrm>
              <a:off x="6757275" y="1443751"/>
              <a:ext cx="213360" cy="26359"/>
            </a:xfrm>
            <a:custGeom>
              <a:avLst/>
              <a:gdLst/>
              <a:ahLst/>
              <a:cxnLst/>
              <a:rect l="l" t="t" r="r" b="b"/>
              <a:pathLst>
                <a:path w="5407" h="668" extrusionOk="0">
                  <a:moveTo>
                    <a:pt x="1" y="1"/>
                  </a:moveTo>
                  <a:lnTo>
                    <a:pt x="1" y="668"/>
                  </a:lnTo>
                  <a:lnTo>
                    <a:pt x="5407" y="668"/>
                  </a:lnTo>
                  <a:lnTo>
                    <a:pt x="54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58"/>
            <p:cNvSpPr/>
            <p:nvPr/>
          </p:nvSpPr>
          <p:spPr>
            <a:xfrm>
              <a:off x="6848428" y="1313375"/>
              <a:ext cx="30147" cy="130415"/>
            </a:xfrm>
            <a:custGeom>
              <a:avLst/>
              <a:gdLst/>
              <a:ahLst/>
              <a:cxnLst/>
              <a:rect l="l" t="t" r="r" b="b"/>
              <a:pathLst>
                <a:path w="764" h="3305" extrusionOk="0">
                  <a:moveTo>
                    <a:pt x="382" y="1"/>
                  </a:moveTo>
                  <a:cubicBezTo>
                    <a:pt x="191" y="1"/>
                    <a:pt x="1" y="126"/>
                    <a:pt x="1" y="376"/>
                  </a:cubicBezTo>
                  <a:lnTo>
                    <a:pt x="1" y="3305"/>
                  </a:lnTo>
                  <a:lnTo>
                    <a:pt x="763" y="3305"/>
                  </a:lnTo>
                  <a:lnTo>
                    <a:pt x="763" y="376"/>
                  </a:lnTo>
                  <a:cubicBezTo>
                    <a:pt x="763" y="126"/>
                    <a:pt x="573" y="1"/>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58"/>
            <p:cNvSpPr/>
            <p:nvPr/>
          </p:nvSpPr>
          <p:spPr>
            <a:xfrm>
              <a:off x="6736637" y="1433412"/>
              <a:ext cx="46050" cy="46089"/>
            </a:xfrm>
            <a:custGeom>
              <a:avLst/>
              <a:gdLst/>
              <a:ahLst/>
              <a:cxnLst/>
              <a:rect l="l" t="t" r="r" b="b"/>
              <a:pathLst>
                <a:path w="1167" h="1168" extrusionOk="0">
                  <a:moveTo>
                    <a:pt x="595" y="1"/>
                  </a:moveTo>
                  <a:cubicBezTo>
                    <a:pt x="262" y="1"/>
                    <a:pt x="0" y="263"/>
                    <a:pt x="0" y="572"/>
                  </a:cubicBezTo>
                  <a:cubicBezTo>
                    <a:pt x="0" y="906"/>
                    <a:pt x="262" y="1168"/>
                    <a:pt x="595" y="1168"/>
                  </a:cubicBezTo>
                  <a:cubicBezTo>
                    <a:pt x="905" y="1168"/>
                    <a:pt x="1167" y="906"/>
                    <a:pt x="1167" y="572"/>
                  </a:cubicBezTo>
                  <a:cubicBezTo>
                    <a:pt x="1167" y="263"/>
                    <a:pt x="905" y="1"/>
                    <a:pt x="59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58"/>
            <p:cNvSpPr/>
            <p:nvPr/>
          </p:nvSpPr>
          <p:spPr>
            <a:xfrm>
              <a:off x="6746937" y="1433412"/>
              <a:ext cx="39539" cy="45813"/>
            </a:xfrm>
            <a:custGeom>
              <a:avLst/>
              <a:gdLst/>
              <a:ahLst/>
              <a:cxnLst/>
              <a:rect l="l" t="t" r="r" b="b"/>
              <a:pathLst>
                <a:path w="1002" h="1161" extrusionOk="0">
                  <a:moveTo>
                    <a:pt x="334" y="1"/>
                  </a:moveTo>
                  <a:cubicBezTo>
                    <a:pt x="215" y="1"/>
                    <a:pt x="96" y="49"/>
                    <a:pt x="1" y="120"/>
                  </a:cubicBezTo>
                  <a:cubicBezTo>
                    <a:pt x="311" y="334"/>
                    <a:pt x="311" y="834"/>
                    <a:pt x="1" y="1049"/>
                  </a:cubicBezTo>
                  <a:cubicBezTo>
                    <a:pt x="101" y="1125"/>
                    <a:pt x="215" y="1160"/>
                    <a:pt x="328" y="1160"/>
                  </a:cubicBezTo>
                  <a:cubicBezTo>
                    <a:pt x="567" y="1160"/>
                    <a:pt x="801" y="1005"/>
                    <a:pt x="882" y="763"/>
                  </a:cubicBezTo>
                  <a:cubicBezTo>
                    <a:pt x="1001" y="382"/>
                    <a:pt x="715" y="1"/>
                    <a:pt x="334"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58"/>
            <p:cNvSpPr/>
            <p:nvPr/>
          </p:nvSpPr>
          <p:spPr>
            <a:xfrm>
              <a:off x="6945223" y="1433412"/>
              <a:ext cx="46089" cy="46089"/>
            </a:xfrm>
            <a:custGeom>
              <a:avLst/>
              <a:gdLst/>
              <a:ahLst/>
              <a:cxnLst/>
              <a:rect l="l" t="t" r="r" b="b"/>
              <a:pathLst>
                <a:path w="1168" h="1168" extrusionOk="0">
                  <a:moveTo>
                    <a:pt x="596" y="1"/>
                  </a:moveTo>
                  <a:cubicBezTo>
                    <a:pt x="263" y="1"/>
                    <a:pt x="1" y="263"/>
                    <a:pt x="1" y="572"/>
                  </a:cubicBezTo>
                  <a:cubicBezTo>
                    <a:pt x="1" y="906"/>
                    <a:pt x="263" y="1168"/>
                    <a:pt x="596" y="1168"/>
                  </a:cubicBezTo>
                  <a:cubicBezTo>
                    <a:pt x="906" y="1168"/>
                    <a:pt x="1168" y="906"/>
                    <a:pt x="1168" y="572"/>
                  </a:cubicBezTo>
                  <a:cubicBezTo>
                    <a:pt x="1168" y="263"/>
                    <a:pt x="906" y="1"/>
                    <a:pt x="5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58"/>
            <p:cNvSpPr/>
            <p:nvPr/>
          </p:nvSpPr>
          <p:spPr>
            <a:xfrm>
              <a:off x="6955562" y="1433412"/>
              <a:ext cx="39539" cy="45813"/>
            </a:xfrm>
            <a:custGeom>
              <a:avLst/>
              <a:gdLst/>
              <a:ahLst/>
              <a:cxnLst/>
              <a:rect l="l" t="t" r="r" b="b"/>
              <a:pathLst>
                <a:path w="1002" h="1161" extrusionOk="0">
                  <a:moveTo>
                    <a:pt x="334" y="1"/>
                  </a:moveTo>
                  <a:cubicBezTo>
                    <a:pt x="215" y="1"/>
                    <a:pt x="96" y="49"/>
                    <a:pt x="1" y="120"/>
                  </a:cubicBezTo>
                  <a:cubicBezTo>
                    <a:pt x="310" y="334"/>
                    <a:pt x="310" y="834"/>
                    <a:pt x="1" y="1049"/>
                  </a:cubicBezTo>
                  <a:cubicBezTo>
                    <a:pt x="100" y="1125"/>
                    <a:pt x="215" y="1160"/>
                    <a:pt x="328" y="1160"/>
                  </a:cubicBezTo>
                  <a:cubicBezTo>
                    <a:pt x="567" y="1160"/>
                    <a:pt x="801" y="1005"/>
                    <a:pt x="882" y="763"/>
                  </a:cubicBezTo>
                  <a:cubicBezTo>
                    <a:pt x="1001" y="382"/>
                    <a:pt x="715" y="1"/>
                    <a:pt x="334"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58"/>
            <p:cNvSpPr/>
            <p:nvPr/>
          </p:nvSpPr>
          <p:spPr>
            <a:xfrm>
              <a:off x="6748831" y="1448920"/>
              <a:ext cx="21664" cy="18388"/>
            </a:xfrm>
            <a:custGeom>
              <a:avLst/>
              <a:gdLst/>
              <a:ahLst/>
              <a:cxnLst/>
              <a:rect l="l" t="t" r="r" b="b"/>
              <a:pathLst>
                <a:path w="549" h="466" extrusionOk="0">
                  <a:moveTo>
                    <a:pt x="283" y="1"/>
                  </a:moveTo>
                  <a:cubicBezTo>
                    <a:pt x="173" y="1"/>
                    <a:pt x="60" y="60"/>
                    <a:pt x="1" y="179"/>
                  </a:cubicBezTo>
                  <a:cubicBezTo>
                    <a:pt x="1" y="251"/>
                    <a:pt x="48" y="322"/>
                    <a:pt x="120" y="346"/>
                  </a:cubicBezTo>
                  <a:cubicBezTo>
                    <a:pt x="144" y="394"/>
                    <a:pt x="215" y="441"/>
                    <a:pt x="286" y="465"/>
                  </a:cubicBezTo>
                  <a:cubicBezTo>
                    <a:pt x="405" y="394"/>
                    <a:pt x="501" y="299"/>
                    <a:pt x="548" y="179"/>
                  </a:cubicBezTo>
                  <a:cubicBezTo>
                    <a:pt x="501" y="60"/>
                    <a:pt x="394" y="1"/>
                    <a:pt x="2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58"/>
            <p:cNvSpPr/>
            <p:nvPr/>
          </p:nvSpPr>
          <p:spPr>
            <a:xfrm>
              <a:off x="6958403" y="1446118"/>
              <a:ext cx="21624" cy="17994"/>
            </a:xfrm>
            <a:custGeom>
              <a:avLst/>
              <a:gdLst/>
              <a:ahLst/>
              <a:cxnLst/>
              <a:rect l="l" t="t" r="r" b="b"/>
              <a:pathLst>
                <a:path w="548" h="456" extrusionOk="0">
                  <a:moveTo>
                    <a:pt x="262" y="0"/>
                  </a:moveTo>
                  <a:cubicBezTo>
                    <a:pt x="203" y="0"/>
                    <a:pt x="143" y="36"/>
                    <a:pt x="119" y="108"/>
                  </a:cubicBezTo>
                  <a:cubicBezTo>
                    <a:pt x="48" y="108"/>
                    <a:pt x="0" y="179"/>
                    <a:pt x="0" y="250"/>
                  </a:cubicBezTo>
                  <a:cubicBezTo>
                    <a:pt x="0" y="322"/>
                    <a:pt x="48" y="393"/>
                    <a:pt x="119" y="417"/>
                  </a:cubicBezTo>
                  <a:cubicBezTo>
                    <a:pt x="158" y="443"/>
                    <a:pt x="203" y="455"/>
                    <a:pt x="248" y="455"/>
                  </a:cubicBezTo>
                  <a:cubicBezTo>
                    <a:pt x="369" y="455"/>
                    <a:pt x="496" y="372"/>
                    <a:pt x="548" y="250"/>
                  </a:cubicBezTo>
                  <a:lnTo>
                    <a:pt x="524" y="250"/>
                  </a:lnTo>
                  <a:cubicBezTo>
                    <a:pt x="524" y="179"/>
                    <a:pt x="477" y="108"/>
                    <a:pt x="405" y="108"/>
                  </a:cubicBezTo>
                  <a:cubicBezTo>
                    <a:pt x="381" y="36"/>
                    <a:pt x="322" y="0"/>
                    <a:pt x="2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9" name="Google Shape;2129;p58"/>
          <p:cNvGrpSpPr/>
          <p:nvPr/>
        </p:nvGrpSpPr>
        <p:grpSpPr>
          <a:xfrm>
            <a:off x="4422016" y="2575357"/>
            <a:ext cx="294174" cy="435125"/>
            <a:chOff x="4859999" y="3962206"/>
            <a:chExt cx="294174" cy="435125"/>
          </a:xfrm>
        </p:grpSpPr>
        <p:sp>
          <p:nvSpPr>
            <p:cNvPr id="2130" name="Google Shape;2130;p58"/>
            <p:cNvSpPr/>
            <p:nvPr/>
          </p:nvSpPr>
          <p:spPr>
            <a:xfrm>
              <a:off x="5050748" y="4207450"/>
              <a:ext cx="12272" cy="110962"/>
            </a:xfrm>
            <a:custGeom>
              <a:avLst/>
              <a:gdLst/>
              <a:ahLst/>
              <a:cxnLst/>
              <a:rect l="l" t="t" r="r" b="b"/>
              <a:pathLst>
                <a:path w="311" h="2812" extrusionOk="0">
                  <a:moveTo>
                    <a:pt x="168" y="1"/>
                  </a:moveTo>
                  <a:cubicBezTo>
                    <a:pt x="72" y="1"/>
                    <a:pt x="1" y="72"/>
                    <a:pt x="1" y="168"/>
                  </a:cubicBezTo>
                  <a:lnTo>
                    <a:pt x="1" y="2644"/>
                  </a:lnTo>
                  <a:cubicBezTo>
                    <a:pt x="1" y="2740"/>
                    <a:pt x="72" y="2811"/>
                    <a:pt x="168" y="2811"/>
                  </a:cubicBezTo>
                  <a:cubicBezTo>
                    <a:pt x="239" y="2811"/>
                    <a:pt x="310" y="2740"/>
                    <a:pt x="310" y="2644"/>
                  </a:cubicBezTo>
                  <a:lnTo>
                    <a:pt x="310" y="168"/>
                  </a:lnTo>
                  <a:cubicBezTo>
                    <a:pt x="310" y="72"/>
                    <a:pt x="239" y="1"/>
                    <a:pt x="16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58"/>
            <p:cNvSpPr/>
            <p:nvPr/>
          </p:nvSpPr>
          <p:spPr>
            <a:xfrm>
              <a:off x="5042304" y="4302864"/>
              <a:ext cx="30108" cy="34330"/>
            </a:xfrm>
            <a:custGeom>
              <a:avLst/>
              <a:gdLst/>
              <a:ahLst/>
              <a:cxnLst/>
              <a:rect l="l" t="t" r="r" b="b"/>
              <a:pathLst>
                <a:path w="763" h="870" extrusionOk="0">
                  <a:moveTo>
                    <a:pt x="382" y="0"/>
                  </a:moveTo>
                  <a:cubicBezTo>
                    <a:pt x="191" y="0"/>
                    <a:pt x="1" y="131"/>
                    <a:pt x="1" y="393"/>
                  </a:cubicBezTo>
                  <a:lnTo>
                    <a:pt x="1" y="869"/>
                  </a:lnTo>
                  <a:lnTo>
                    <a:pt x="763" y="869"/>
                  </a:lnTo>
                  <a:lnTo>
                    <a:pt x="763" y="393"/>
                  </a:lnTo>
                  <a:cubicBezTo>
                    <a:pt x="763" y="131"/>
                    <a:pt x="572" y="0"/>
                    <a:pt x="3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58"/>
            <p:cNvSpPr/>
            <p:nvPr/>
          </p:nvSpPr>
          <p:spPr>
            <a:xfrm>
              <a:off x="5044198" y="4191508"/>
              <a:ext cx="26320" cy="31016"/>
            </a:xfrm>
            <a:custGeom>
              <a:avLst/>
              <a:gdLst/>
              <a:ahLst/>
              <a:cxnLst/>
              <a:rect l="l" t="t" r="r" b="b"/>
              <a:pathLst>
                <a:path w="667" h="786" extrusionOk="0">
                  <a:moveTo>
                    <a:pt x="0" y="0"/>
                  </a:moveTo>
                  <a:lnTo>
                    <a:pt x="0" y="453"/>
                  </a:lnTo>
                  <a:cubicBezTo>
                    <a:pt x="0" y="643"/>
                    <a:pt x="143" y="786"/>
                    <a:pt x="334" y="786"/>
                  </a:cubicBezTo>
                  <a:cubicBezTo>
                    <a:pt x="500" y="786"/>
                    <a:pt x="667" y="643"/>
                    <a:pt x="667" y="453"/>
                  </a:cubicBezTo>
                  <a:lnTo>
                    <a:pt x="66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58"/>
            <p:cNvSpPr/>
            <p:nvPr/>
          </p:nvSpPr>
          <p:spPr>
            <a:xfrm>
              <a:off x="4907943" y="4224378"/>
              <a:ext cx="26320" cy="68660"/>
            </a:xfrm>
            <a:custGeom>
              <a:avLst/>
              <a:gdLst/>
              <a:ahLst/>
              <a:cxnLst/>
              <a:rect l="l" t="t" r="r" b="b"/>
              <a:pathLst>
                <a:path w="667" h="1740" extrusionOk="0">
                  <a:moveTo>
                    <a:pt x="0" y="1"/>
                  </a:moveTo>
                  <a:lnTo>
                    <a:pt x="0" y="1739"/>
                  </a:lnTo>
                  <a:lnTo>
                    <a:pt x="667" y="1739"/>
                  </a:lnTo>
                  <a:lnTo>
                    <a:pt x="6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58"/>
            <p:cNvSpPr/>
            <p:nvPr/>
          </p:nvSpPr>
          <p:spPr>
            <a:xfrm>
              <a:off x="4960543" y="3962206"/>
              <a:ext cx="192683" cy="233090"/>
            </a:xfrm>
            <a:custGeom>
              <a:avLst/>
              <a:gdLst/>
              <a:ahLst/>
              <a:cxnLst/>
              <a:rect l="l" t="t" r="r" b="b"/>
              <a:pathLst>
                <a:path w="4883" h="5907" extrusionOk="0">
                  <a:moveTo>
                    <a:pt x="2454" y="0"/>
                  </a:moveTo>
                  <a:cubicBezTo>
                    <a:pt x="1096" y="0"/>
                    <a:pt x="1" y="905"/>
                    <a:pt x="1" y="2549"/>
                  </a:cubicBezTo>
                  <a:cubicBezTo>
                    <a:pt x="1" y="4168"/>
                    <a:pt x="1096" y="5906"/>
                    <a:pt x="2454" y="5906"/>
                  </a:cubicBezTo>
                  <a:cubicBezTo>
                    <a:pt x="3787" y="5906"/>
                    <a:pt x="4883" y="4168"/>
                    <a:pt x="4883" y="2549"/>
                  </a:cubicBezTo>
                  <a:cubicBezTo>
                    <a:pt x="4883" y="905"/>
                    <a:pt x="3787" y="0"/>
                    <a:pt x="24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58"/>
            <p:cNvSpPr/>
            <p:nvPr/>
          </p:nvSpPr>
          <p:spPr>
            <a:xfrm>
              <a:off x="5044198" y="3962206"/>
              <a:ext cx="109028" cy="233090"/>
            </a:xfrm>
            <a:custGeom>
              <a:avLst/>
              <a:gdLst/>
              <a:ahLst/>
              <a:cxnLst/>
              <a:rect l="l" t="t" r="r" b="b"/>
              <a:pathLst>
                <a:path w="2763" h="5907" extrusionOk="0">
                  <a:moveTo>
                    <a:pt x="334" y="0"/>
                  </a:moveTo>
                  <a:cubicBezTo>
                    <a:pt x="214" y="0"/>
                    <a:pt x="95" y="0"/>
                    <a:pt x="0" y="24"/>
                  </a:cubicBezTo>
                  <a:cubicBezTo>
                    <a:pt x="1191" y="167"/>
                    <a:pt x="2096" y="1048"/>
                    <a:pt x="2096" y="2549"/>
                  </a:cubicBezTo>
                  <a:cubicBezTo>
                    <a:pt x="2096" y="4049"/>
                    <a:pt x="1191" y="5621"/>
                    <a:pt x="0" y="5883"/>
                  </a:cubicBezTo>
                  <a:cubicBezTo>
                    <a:pt x="95" y="5906"/>
                    <a:pt x="214" y="5906"/>
                    <a:pt x="334" y="5906"/>
                  </a:cubicBezTo>
                  <a:cubicBezTo>
                    <a:pt x="1667" y="5906"/>
                    <a:pt x="2763" y="4168"/>
                    <a:pt x="2763" y="2549"/>
                  </a:cubicBezTo>
                  <a:cubicBezTo>
                    <a:pt x="2763" y="905"/>
                    <a:pt x="1667" y="0"/>
                    <a:pt x="334"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58"/>
            <p:cNvSpPr/>
            <p:nvPr/>
          </p:nvSpPr>
          <p:spPr>
            <a:xfrm>
              <a:off x="4891961" y="4279820"/>
              <a:ext cx="58282" cy="89298"/>
            </a:xfrm>
            <a:custGeom>
              <a:avLst/>
              <a:gdLst/>
              <a:ahLst/>
              <a:cxnLst/>
              <a:rect l="l" t="t" r="r" b="b"/>
              <a:pathLst>
                <a:path w="1477" h="2263" extrusionOk="0">
                  <a:moveTo>
                    <a:pt x="191" y="1"/>
                  </a:moveTo>
                  <a:cubicBezTo>
                    <a:pt x="95" y="1"/>
                    <a:pt x="0" y="72"/>
                    <a:pt x="0" y="191"/>
                  </a:cubicBezTo>
                  <a:lnTo>
                    <a:pt x="0" y="2263"/>
                  </a:lnTo>
                  <a:lnTo>
                    <a:pt x="1477" y="2263"/>
                  </a:lnTo>
                  <a:lnTo>
                    <a:pt x="1477" y="191"/>
                  </a:lnTo>
                  <a:cubicBezTo>
                    <a:pt x="1477" y="72"/>
                    <a:pt x="1405" y="1"/>
                    <a:pt x="12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58"/>
            <p:cNvSpPr/>
            <p:nvPr/>
          </p:nvSpPr>
          <p:spPr>
            <a:xfrm>
              <a:off x="4916387" y="4279820"/>
              <a:ext cx="33857" cy="89298"/>
            </a:xfrm>
            <a:custGeom>
              <a:avLst/>
              <a:gdLst/>
              <a:ahLst/>
              <a:cxnLst/>
              <a:rect l="l" t="t" r="r" b="b"/>
              <a:pathLst>
                <a:path w="858" h="2263" extrusionOk="0">
                  <a:moveTo>
                    <a:pt x="0" y="1"/>
                  </a:moveTo>
                  <a:cubicBezTo>
                    <a:pt x="119" y="1"/>
                    <a:pt x="191" y="96"/>
                    <a:pt x="191" y="191"/>
                  </a:cubicBezTo>
                  <a:lnTo>
                    <a:pt x="191" y="2263"/>
                  </a:lnTo>
                  <a:lnTo>
                    <a:pt x="858" y="2263"/>
                  </a:lnTo>
                  <a:lnTo>
                    <a:pt x="858" y="191"/>
                  </a:lnTo>
                  <a:cubicBezTo>
                    <a:pt x="858" y="96"/>
                    <a:pt x="786" y="1"/>
                    <a:pt x="667"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58"/>
            <p:cNvSpPr/>
            <p:nvPr/>
          </p:nvSpPr>
          <p:spPr>
            <a:xfrm>
              <a:off x="4950204" y="4328671"/>
              <a:ext cx="153223" cy="40446"/>
            </a:xfrm>
            <a:custGeom>
              <a:avLst/>
              <a:gdLst/>
              <a:ahLst/>
              <a:cxnLst/>
              <a:rect l="l" t="t" r="r" b="b"/>
              <a:pathLst>
                <a:path w="3883" h="1025" extrusionOk="0">
                  <a:moveTo>
                    <a:pt x="1" y="1"/>
                  </a:moveTo>
                  <a:lnTo>
                    <a:pt x="1" y="1025"/>
                  </a:lnTo>
                  <a:lnTo>
                    <a:pt x="3882" y="1025"/>
                  </a:lnTo>
                  <a:lnTo>
                    <a:pt x="3882" y="120"/>
                  </a:lnTo>
                  <a:cubicBezTo>
                    <a:pt x="3882" y="72"/>
                    <a:pt x="3835" y="1"/>
                    <a:pt x="37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58"/>
            <p:cNvSpPr/>
            <p:nvPr/>
          </p:nvSpPr>
          <p:spPr>
            <a:xfrm>
              <a:off x="5077068" y="4329618"/>
              <a:ext cx="26359" cy="39499"/>
            </a:xfrm>
            <a:custGeom>
              <a:avLst/>
              <a:gdLst/>
              <a:ahLst/>
              <a:cxnLst/>
              <a:rect l="l" t="t" r="r" b="b"/>
              <a:pathLst>
                <a:path w="668" h="1001" extrusionOk="0">
                  <a:moveTo>
                    <a:pt x="1" y="1"/>
                  </a:moveTo>
                  <a:lnTo>
                    <a:pt x="1" y="1001"/>
                  </a:lnTo>
                  <a:lnTo>
                    <a:pt x="667" y="1001"/>
                  </a:lnTo>
                  <a:lnTo>
                    <a:pt x="667" y="120"/>
                  </a:lnTo>
                  <a:cubicBezTo>
                    <a:pt x="667" y="48"/>
                    <a:pt x="620" y="1"/>
                    <a:pt x="548"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58"/>
            <p:cNvSpPr/>
            <p:nvPr/>
          </p:nvSpPr>
          <p:spPr>
            <a:xfrm>
              <a:off x="4861893" y="4211238"/>
              <a:ext cx="119367" cy="26320"/>
            </a:xfrm>
            <a:custGeom>
              <a:avLst/>
              <a:gdLst/>
              <a:ahLst/>
              <a:cxnLst/>
              <a:rect l="l" t="t" r="r" b="b"/>
              <a:pathLst>
                <a:path w="3025" h="667" extrusionOk="0">
                  <a:moveTo>
                    <a:pt x="429" y="0"/>
                  </a:moveTo>
                  <a:cubicBezTo>
                    <a:pt x="0" y="0"/>
                    <a:pt x="0" y="667"/>
                    <a:pt x="429" y="667"/>
                  </a:cubicBezTo>
                  <a:lnTo>
                    <a:pt x="2572" y="667"/>
                  </a:lnTo>
                  <a:cubicBezTo>
                    <a:pt x="3025" y="667"/>
                    <a:pt x="3025" y="0"/>
                    <a:pt x="25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58"/>
            <p:cNvSpPr/>
            <p:nvPr/>
          </p:nvSpPr>
          <p:spPr>
            <a:xfrm>
              <a:off x="4937064" y="4211238"/>
              <a:ext cx="44195" cy="26320"/>
            </a:xfrm>
            <a:custGeom>
              <a:avLst/>
              <a:gdLst/>
              <a:ahLst/>
              <a:cxnLst/>
              <a:rect l="l" t="t" r="r" b="b"/>
              <a:pathLst>
                <a:path w="1120" h="667" extrusionOk="0">
                  <a:moveTo>
                    <a:pt x="0" y="0"/>
                  </a:moveTo>
                  <a:cubicBezTo>
                    <a:pt x="453" y="0"/>
                    <a:pt x="453" y="667"/>
                    <a:pt x="0" y="667"/>
                  </a:cubicBezTo>
                  <a:lnTo>
                    <a:pt x="667" y="667"/>
                  </a:lnTo>
                  <a:cubicBezTo>
                    <a:pt x="1120" y="667"/>
                    <a:pt x="1120" y="0"/>
                    <a:pt x="667"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58"/>
            <p:cNvSpPr/>
            <p:nvPr/>
          </p:nvSpPr>
          <p:spPr>
            <a:xfrm>
              <a:off x="4859999" y="4358779"/>
              <a:ext cx="294174" cy="38552"/>
            </a:xfrm>
            <a:custGeom>
              <a:avLst/>
              <a:gdLst/>
              <a:ahLst/>
              <a:cxnLst/>
              <a:rect l="l" t="t" r="r" b="b"/>
              <a:pathLst>
                <a:path w="7455" h="977" extrusionOk="0">
                  <a:moveTo>
                    <a:pt x="667" y="0"/>
                  </a:moveTo>
                  <a:cubicBezTo>
                    <a:pt x="286" y="0"/>
                    <a:pt x="1" y="310"/>
                    <a:pt x="1" y="667"/>
                  </a:cubicBezTo>
                  <a:lnTo>
                    <a:pt x="1" y="905"/>
                  </a:lnTo>
                  <a:cubicBezTo>
                    <a:pt x="1" y="953"/>
                    <a:pt x="48" y="976"/>
                    <a:pt x="96" y="976"/>
                  </a:cubicBezTo>
                  <a:lnTo>
                    <a:pt x="7359" y="976"/>
                  </a:lnTo>
                  <a:cubicBezTo>
                    <a:pt x="7407" y="976"/>
                    <a:pt x="7454" y="953"/>
                    <a:pt x="7454" y="905"/>
                  </a:cubicBezTo>
                  <a:lnTo>
                    <a:pt x="7454" y="667"/>
                  </a:lnTo>
                  <a:cubicBezTo>
                    <a:pt x="7454" y="310"/>
                    <a:pt x="7169" y="0"/>
                    <a:pt x="67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58"/>
            <p:cNvSpPr/>
            <p:nvPr/>
          </p:nvSpPr>
          <p:spPr>
            <a:xfrm>
              <a:off x="5101494" y="4358779"/>
              <a:ext cx="52679" cy="38552"/>
            </a:xfrm>
            <a:custGeom>
              <a:avLst/>
              <a:gdLst/>
              <a:ahLst/>
              <a:cxnLst/>
              <a:rect l="l" t="t" r="r" b="b"/>
              <a:pathLst>
                <a:path w="1335" h="977" extrusionOk="0">
                  <a:moveTo>
                    <a:pt x="1" y="0"/>
                  </a:moveTo>
                  <a:cubicBezTo>
                    <a:pt x="382" y="0"/>
                    <a:pt x="668" y="310"/>
                    <a:pt x="668" y="667"/>
                  </a:cubicBezTo>
                  <a:lnTo>
                    <a:pt x="668" y="905"/>
                  </a:lnTo>
                  <a:cubicBezTo>
                    <a:pt x="668" y="953"/>
                    <a:pt x="620" y="976"/>
                    <a:pt x="572" y="976"/>
                  </a:cubicBezTo>
                  <a:lnTo>
                    <a:pt x="1239" y="976"/>
                  </a:lnTo>
                  <a:cubicBezTo>
                    <a:pt x="1287" y="976"/>
                    <a:pt x="1334" y="953"/>
                    <a:pt x="1334" y="905"/>
                  </a:cubicBezTo>
                  <a:lnTo>
                    <a:pt x="1334" y="667"/>
                  </a:lnTo>
                  <a:cubicBezTo>
                    <a:pt x="1334" y="310"/>
                    <a:pt x="1049" y="0"/>
                    <a:pt x="668"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4" name="Google Shape;2144;p58"/>
          <p:cNvGrpSpPr/>
          <p:nvPr/>
        </p:nvGrpSpPr>
        <p:grpSpPr>
          <a:xfrm>
            <a:off x="2995224" y="2577232"/>
            <a:ext cx="429003" cy="421768"/>
            <a:chOff x="2988095" y="2609951"/>
            <a:chExt cx="444517" cy="437019"/>
          </a:xfrm>
        </p:grpSpPr>
        <p:sp>
          <p:nvSpPr>
            <p:cNvPr id="2145" name="Google Shape;2145;p58"/>
            <p:cNvSpPr/>
            <p:nvPr/>
          </p:nvSpPr>
          <p:spPr>
            <a:xfrm>
              <a:off x="3043537" y="2609951"/>
              <a:ext cx="28214" cy="388129"/>
            </a:xfrm>
            <a:custGeom>
              <a:avLst/>
              <a:gdLst/>
              <a:ahLst/>
              <a:cxnLst/>
              <a:rect l="l" t="t" r="r" b="b"/>
              <a:pathLst>
                <a:path w="715" h="9836" extrusionOk="0">
                  <a:moveTo>
                    <a:pt x="357" y="1"/>
                  </a:moveTo>
                  <a:cubicBezTo>
                    <a:pt x="179" y="1"/>
                    <a:pt x="0" y="120"/>
                    <a:pt x="24" y="358"/>
                  </a:cubicBezTo>
                  <a:lnTo>
                    <a:pt x="24" y="9836"/>
                  </a:lnTo>
                  <a:lnTo>
                    <a:pt x="691" y="9836"/>
                  </a:lnTo>
                  <a:lnTo>
                    <a:pt x="691" y="358"/>
                  </a:lnTo>
                  <a:cubicBezTo>
                    <a:pt x="715" y="120"/>
                    <a:pt x="536" y="1"/>
                    <a:pt x="3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58"/>
            <p:cNvSpPr/>
            <p:nvPr/>
          </p:nvSpPr>
          <p:spPr>
            <a:xfrm>
              <a:off x="3021044" y="2987584"/>
              <a:ext cx="72330" cy="39657"/>
            </a:xfrm>
            <a:custGeom>
              <a:avLst/>
              <a:gdLst/>
              <a:ahLst/>
              <a:cxnLst/>
              <a:rect l="l" t="t" r="r" b="b"/>
              <a:pathLst>
                <a:path w="1833" h="1005" extrusionOk="0">
                  <a:moveTo>
                    <a:pt x="224" y="1"/>
                  </a:moveTo>
                  <a:cubicBezTo>
                    <a:pt x="98" y="1"/>
                    <a:pt x="1" y="112"/>
                    <a:pt x="22" y="242"/>
                  </a:cubicBezTo>
                  <a:lnTo>
                    <a:pt x="22" y="1004"/>
                  </a:lnTo>
                  <a:lnTo>
                    <a:pt x="1832" y="1004"/>
                  </a:lnTo>
                  <a:lnTo>
                    <a:pt x="1832" y="242"/>
                  </a:lnTo>
                  <a:cubicBezTo>
                    <a:pt x="1832" y="112"/>
                    <a:pt x="1733" y="1"/>
                    <a:pt x="1607" y="1"/>
                  </a:cubicBezTo>
                  <a:cubicBezTo>
                    <a:pt x="1595" y="1"/>
                    <a:pt x="1583" y="2"/>
                    <a:pt x="1570" y="4"/>
                  </a:cubicBezTo>
                  <a:lnTo>
                    <a:pt x="261" y="4"/>
                  </a:lnTo>
                  <a:cubicBezTo>
                    <a:pt x="248" y="2"/>
                    <a:pt x="236" y="1"/>
                    <a:pt x="22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58"/>
            <p:cNvSpPr/>
            <p:nvPr/>
          </p:nvSpPr>
          <p:spPr>
            <a:xfrm>
              <a:off x="3056677" y="2987584"/>
              <a:ext cx="36698" cy="39657"/>
            </a:xfrm>
            <a:custGeom>
              <a:avLst/>
              <a:gdLst/>
              <a:ahLst/>
              <a:cxnLst/>
              <a:rect l="l" t="t" r="r" b="b"/>
              <a:pathLst>
                <a:path w="930" h="1005" extrusionOk="0">
                  <a:moveTo>
                    <a:pt x="37" y="1"/>
                  </a:moveTo>
                  <a:cubicBezTo>
                    <a:pt x="25" y="1"/>
                    <a:pt x="13" y="2"/>
                    <a:pt x="1" y="4"/>
                  </a:cubicBezTo>
                  <a:lnTo>
                    <a:pt x="73" y="4"/>
                  </a:lnTo>
                  <a:cubicBezTo>
                    <a:pt x="61" y="2"/>
                    <a:pt x="49" y="1"/>
                    <a:pt x="37" y="1"/>
                  </a:cubicBezTo>
                  <a:close/>
                  <a:moveTo>
                    <a:pt x="704" y="1"/>
                  </a:moveTo>
                  <a:cubicBezTo>
                    <a:pt x="692" y="1"/>
                    <a:pt x="680" y="2"/>
                    <a:pt x="667" y="4"/>
                  </a:cubicBezTo>
                  <a:lnTo>
                    <a:pt x="73" y="4"/>
                  </a:lnTo>
                  <a:cubicBezTo>
                    <a:pt x="181" y="23"/>
                    <a:pt x="262" y="124"/>
                    <a:pt x="262" y="242"/>
                  </a:cubicBezTo>
                  <a:lnTo>
                    <a:pt x="262" y="1004"/>
                  </a:lnTo>
                  <a:lnTo>
                    <a:pt x="929" y="1004"/>
                  </a:lnTo>
                  <a:lnTo>
                    <a:pt x="929" y="242"/>
                  </a:lnTo>
                  <a:cubicBezTo>
                    <a:pt x="929" y="112"/>
                    <a:pt x="830" y="1"/>
                    <a:pt x="704" y="1"/>
                  </a:cubicBezTo>
                  <a:close/>
                </a:path>
              </a:pathLst>
            </a:custGeom>
            <a:solidFill>
              <a:srgbClr val="002F57">
                <a:alpha val="13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58"/>
            <p:cNvSpPr/>
            <p:nvPr/>
          </p:nvSpPr>
          <p:spPr>
            <a:xfrm>
              <a:off x="3290675" y="2660697"/>
              <a:ext cx="12233" cy="230052"/>
            </a:xfrm>
            <a:custGeom>
              <a:avLst/>
              <a:gdLst/>
              <a:ahLst/>
              <a:cxnLst/>
              <a:rect l="l" t="t" r="r" b="b"/>
              <a:pathLst>
                <a:path w="310" h="5830" extrusionOk="0">
                  <a:moveTo>
                    <a:pt x="167" y="1"/>
                  </a:moveTo>
                  <a:cubicBezTo>
                    <a:pt x="72" y="1"/>
                    <a:pt x="0" y="72"/>
                    <a:pt x="0" y="167"/>
                  </a:cubicBezTo>
                  <a:lnTo>
                    <a:pt x="0" y="5668"/>
                  </a:lnTo>
                  <a:cubicBezTo>
                    <a:pt x="0" y="5775"/>
                    <a:pt x="78" y="5829"/>
                    <a:pt x="155" y="5829"/>
                  </a:cubicBezTo>
                  <a:cubicBezTo>
                    <a:pt x="233" y="5829"/>
                    <a:pt x="310" y="5775"/>
                    <a:pt x="310" y="5668"/>
                  </a:cubicBezTo>
                  <a:lnTo>
                    <a:pt x="310" y="167"/>
                  </a:lnTo>
                  <a:cubicBezTo>
                    <a:pt x="310" y="72"/>
                    <a:pt x="238" y="1"/>
                    <a:pt x="1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58"/>
            <p:cNvSpPr/>
            <p:nvPr/>
          </p:nvSpPr>
          <p:spPr>
            <a:xfrm>
              <a:off x="3265302" y="2710693"/>
              <a:ext cx="20716" cy="26162"/>
            </a:xfrm>
            <a:custGeom>
              <a:avLst/>
              <a:gdLst/>
              <a:ahLst/>
              <a:cxnLst/>
              <a:rect l="l" t="t" r="r" b="b"/>
              <a:pathLst>
                <a:path w="525" h="663" extrusionOk="0">
                  <a:moveTo>
                    <a:pt x="351" y="0"/>
                  </a:moveTo>
                  <a:cubicBezTo>
                    <a:pt x="286" y="0"/>
                    <a:pt x="232" y="39"/>
                    <a:pt x="215" y="91"/>
                  </a:cubicBezTo>
                  <a:lnTo>
                    <a:pt x="48" y="448"/>
                  </a:lnTo>
                  <a:cubicBezTo>
                    <a:pt x="0" y="543"/>
                    <a:pt x="48" y="639"/>
                    <a:pt x="119" y="662"/>
                  </a:cubicBezTo>
                  <a:lnTo>
                    <a:pt x="191" y="662"/>
                  </a:lnTo>
                  <a:cubicBezTo>
                    <a:pt x="262" y="662"/>
                    <a:pt x="310" y="639"/>
                    <a:pt x="334" y="567"/>
                  </a:cubicBezTo>
                  <a:lnTo>
                    <a:pt x="500" y="210"/>
                  </a:lnTo>
                  <a:cubicBezTo>
                    <a:pt x="524" y="139"/>
                    <a:pt x="500" y="43"/>
                    <a:pt x="429" y="19"/>
                  </a:cubicBezTo>
                  <a:cubicBezTo>
                    <a:pt x="402" y="6"/>
                    <a:pt x="376"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58"/>
            <p:cNvSpPr/>
            <p:nvPr/>
          </p:nvSpPr>
          <p:spPr>
            <a:xfrm>
              <a:off x="3246519" y="2752797"/>
              <a:ext cx="20677" cy="26359"/>
            </a:xfrm>
            <a:custGeom>
              <a:avLst/>
              <a:gdLst/>
              <a:ahLst/>
              <a:cxnLst/>
              <a:rect l="l" t="t" r="r" b="b"/>
              <a:pathLst>
                <a:path w="524" h="668" extrusionOk="0">
                  <a:moveTo>
                    <a:pt x="405" y="0"/>
                  </a:moveTo>
                  <a:lnTo>
                    <a:pt x="405" y="24"/>
                  </a:lnTo>
                  <a:cubicBezTo>
                    <a:pt x="385" y="11"/>
                    <a:pt x="363" y="5"/>
                    <a:pt x="342" y="5"/>
                  </a:cubicBezTo>
                  <a:cubicBezTo>
                    <a:pt x="286" y="5"/>
                    <a:pt x="232" y="44"/>
                    <a:pt x="214" y="96"/>
                  </a:cubicBezTo>
                  <a:lnTo>
                    <a:pt x="48" y="453"/>
                  </a:lnTo>
                  <a:cubicBezTo>
                    <a:pt x="0" y="524"/>
                    <a:pt x="48" y="619"/>
                    <a:pt x="119" y="667"/>
                  </a:cubicBezTo>
                  <a:lnTo>
                    <a:pt x="191" y="667"/>
                  </a:lnTo>
                  <a:cubicBezTo>
                    <a:pt x="262" y="667"/>
                    <a:pt x="310" y="619"/>
                    <a:pt x="333" y="572"/>
                  </a:cubicBezTo>
                  <a:lnTo>
                    <a:pt x="500" y="215"/>
                  </a:lnTo>
                  <a:cubicBezTo>
                    <a:pt x="524" y="143"/>
                    <a:pt x="500" y="48"/>
                    <a:pt x="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58"/>
            <p:cNvSpPr/>
            <p:nvPr/>
          </p:nvSpPr>
          <p:spPr>
            <a:xfrm>
              <a:off x="3227696" y="2794743"/>
              <a:ext cx="20717" cy="26675"/>
            </a:xfrm>
            <a:custGeom>
              <a:avLst/>
              <a:gdLst/>
              <a:ahLst/>
              <a:cxnLst/>
              <a:rect l="l" t="t" r="r" b="b"/>
              <a:pathLst>
                <a:path w="525" h="676" extrusionOk="0">
                  <a:moveTo>
                    <a:pt x="352" y="0"/>
                  </a:moveTo>
                  <a:cubicBezTo>
                    <a:pt x="292" y="0"/>
                    <a:pt x="228" y="31"/>
                    <a:pt x="191" y="104"/>
                  </a:cubicBezTo>
                  <a:lnTo>
                    <a:pt x="48" y="438"/>
                  </a:lnTo>
                  <a:cubicBezTo>
                    <a:pt x="1" y="533"/>
                    <a:pt x="48" y="628"/>
                    <a:pt x="120" y="652"/>
                  </a:cubicBezTo>
                  <a:cubicBezTo>
                    <a:pt x="144" y="676"/>
                    <a:pt x="167" y="676"/>
                    <a:pt x="191" y="676"/>
                  </a:cubicBezTo>
                  <a:cubicBezTo>
                    <a:pt x="263" y="676"/>
                    <a:pt x="310" y="628"/>
                    <a:pt x="334" y="581"/>
                  </a:cubicBezTo>
                  <a:lnTo>
                    <a:pt x="501" y="223"/>
                  </a:lnTo>
                  <a:cubicBezTo>
                    <a:pt x="525" y="152"/>
                    <a:pt x="501" y="57"/>
                    <a:pt x="406" y="9"/>
                  </a:cubicBezTo>
                  <a:cubicBezTo>
                    <a:pt x="389" y="3"/>
                    <a:pt x="371" y="0"/>
                    <a:pt x="3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58"/>
            <p:cNvSpPr/>
            <p:nvPr/>
          </p:nvSpPr>
          <p:spPr>
            <a:xfrm>
              <a:off x="3345169" y="2794743"/>
              <a:ext cx="20717" cy="26675"/>
            </a:xfrm>
            <a:custGeom>
              <a:avLst/>
              <a:gdLst/>
              <a:ahLst/>
              <a:cxnLst/>
              <a:rect l="l" t="t" r="r" b="b"/>
              <a:pathLst>
                <a:path w="525" h="676" extrusionOk="0">
                  <a:moveTo>
                    <a:pt x="186" y="0"/>
                  </a:moveTo>
                  <a:cubicBezTo>
                    <a:pt x="165" y="0"/>
                    <a:pt x="142" y="3"/>
                    <a:pt x="120" y="9"/>
                  </a:cubicBezTo>
                  <a:cubicBezTo>
                    <a:pt x="48" y="57"/>
                    <a:pt x="1" y="152"/>
                    <a:pt x="48" y="223"/>
                  </a:cubicBezTo>
                  <a:lnTo>
                    <a:pt x="191" y="581"/>
                  </a:lnTo>
                  <a:cubicBezTo>
                    <a:pt x="215" y="628"/>
                    <a:pt x="286" y="676"/>
                    <a:pt x="358" y="676"/>
                  </a:cubicBezTo>
                  <a:cubicBezTo>
                    <a:pt x="358" y="676"/>
                    <a:pt x="382" y="676"/>
                    <a:pt x="405" y="652"/>
                  </a:cubicBezTo>
                  <a:cubicBezTo>
                    <a:pt x="501" y="628"/>
                    <a:pt x="524" y="533"/>
                    <a:pt x="501" y="461"/>
                  </a:cubicBezTo>
                  <a:lnTo>
                    <a:pt x="334" y="104"/>
                  </a:lnTo>
                  <a:cubicBezTo>
                    <a:pt x="316" y="31"/>
                    <a:pt x="256"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58"/>
            <p:cNvSpPr/>
            <p:nvPr/>
          </p:nvSpPr>
          <p:spPr>
            <a:xfrm>
              <a:off x="3326386" y="2752954"/>
              <a:ext cx="21624" cy="26872"/>
            </a:xfrm>
            <a:custGeom>
              <a:avLst/>
              <a:gdLst/>
              <a:ahLst/>
              <a:cxnLst/>
              <a:rect l="l" t="t" r="r" b="b"/>
              <a:pathLst>
                <a:path w="548" h="681" extrusionOk="0">
                  <a:moveTo>
                    <a:pt x="187" y="1"/>
                  </a:moveTo>
                  <a:cubicBezTo>
                    <a:pt x="163" y="1"/>
                    <a:pt x="139" y="7"/>
                    <a:pt x="119" y="20"/>
                  </a:cubicBezTo>
                  <a:cubicBezTo>
                    <a:pt x="48" y="44"/>
                    <a:pt x="0" y="139"/>
                    <a:pt x="48" y="234"/>
                  </a:cubicBezTo>
                  <a:lnTo>
                    <a:pt x="191" y="568"/>
                  </a:lnTo>
                  <a:cubicBezTo>
                    <a:pt x="215" y="639"/>
                    <a:pt x="286" y="663"/>
                    <a:pt x="357" y="663"/>
                  </a:cubicBezTo>
                  <a:cubicBezTo>
                    <a:pt x="357" y="675"/>
                    <a:pt x="363" y="681"/>
                    <a:pt x="372" y="681"/>
                  </a:cubicBezTo>
                  <a:cubicBezTo>
                    <a:pt x="381" y="681"/>
                    <a:pt x="393" y="675"/>
                    <a:pt x="405" y="663"/>
                  </a:cubicBezTo>
                  <a:cubicBezTo>
                    <a:pt x="500" y="639"/>
                    <a:pt x="548" y="520"/>
                    <a:pt x="500" y="449"/>
                  </a:cubicBezTo>
                  <a:lnTo>
                    <a:pt x="334" y="92"/>
                  </a:lnTo>
                  <a:cubicBezTo>
                    <a:pt x="317" y="40"/>
                    <a:pt x="250" y="1"/>
                    <a:pt x="1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58"/>
            <p:cNvSpPr/>
            <p:nvPr/>
          </p:nvSpPr>
          <p:spPr>
            <a:xfrm>
              <a:off x="3306656" y="2710693"/>
              <a:ext cx="21624" cy="27109"/>
            </a:xfrm>
            <a:custGeom>
              <a:avLst/>
              <a:gdLst/>
              <a:ahLst/>
              <a:cxnLst/>
              <a:rect l="l" t="t" r="r" b="b"/>
              <a:pathLst>
                <a:path w="548" h="687" extrusionOk="0">
                  <a:moveTo>
                    <a:pt x="219" y="1"/>
                  </a:moveTo>
                  <a:cubicBezTo>
                    <a:pt x="111" y="1"/>
                    <a:pt x="0" y="107"/>
                    <a:pt x="48" y="234"/>
                  </a:cubicBezTo>
                  <a:lnTo>
                    <a:pt x="214" y="591"/>
                  </a:lnTo>
                  <a:cubicBezTo>
                    <a:pt x="238" y="639"/>
                    <a:pt x="310" y="686"/>
                    <a:pt x="357" y="686"/>
                  </a:cubicBezTo>
                  <a:lnTo>
                    <a:pt x="429" y="686"/>
                  </a:lnTo>
                  <a:cubicBezTo>
                    <a:pt x="524" y="639"/>
                    <a:pt x="548" y="543"/>
                    <a:pt x="524" y="472"/>
                  </a:cubicBezTo>
                  <a:lnTo>
                    <a:pt x="524" y="448"/>
                  </a:lnTo>
                  <a:lnTo>
                    <a:pt x="357" y="91"/>
                  </a:lnTo>
                  <a:cubicBezTo>
                    <a:pt x="326" y="27"/>
                    <a:pt x="273" y="1"/>
                    <a:pt x="2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58"/>
            <p:cNvSpPr/>
            <p:nvPr/>
          </p:nvSpPr>
          <p:spPr>
            <a:xfrm>
              <a:off x="3161285" y="2837991"/>
              <a:ext cx="92218" cy="70949"/>
            </a:xfrm>
            <a:custGeom>
              <a:avLst/>
              <a:gdLst/>
              <a:ahLst/>
              <a:cxnLst/>
              <a:rect l="l" t="t" r="r" b="b"/>
              <a:pathLst>
                <a:path w="2337" h="1798" extrusionOk="0">
                  <a:moveTo>
                    <a:pt x="1149" y="440"/>
                  </a:moveTo>
                  <a:cubicBezTo>
                    <a:pt x="1412" y="440"/>
                    <a:pt x="1660" y="650"/>
                    <a:pt x="1660" y="961"/>
                  </a:cubicBezTo>
                  <a:cubicBezTo>
                    <a:pt x="1660" y="1223"/>
                    <a:pt x="1446" y="1461"/>
                    <a:pt x="1160" y="1461"/>
                  </a:cubicBezTo>
                  <a:cubicBezTo>
                    <a:pt x="707" y="1461"/>
                    <a:pt x="493" y="913"/>
                    <a:pt x="803" y="580"/>
                  </a:cubicBezTo>
                  <a:cubicBezTo>
                    <a:pt x="907" y="483"/>
                    <a:pt x="1029" y="440"/>
                    <a:pt x="1149" y="440"/>
                  </a:cubicBezTo>
                  <a:close/>
                  <a:moveTo>
                    <a:pt x="1530" y="0"/>
                  </a:moveTo>
                  <a:cubicBezTo>
                    <a:pt x="1480" y="0"/>
                    <a:pt x="1430" y="24"/>
                    <a:pt x="1398" y="80"/>
                  </a:cubicBezTo>
                  <a:lnTo>
                    <a:pt x="1374" y="151"/>
                  </a:lnTo>
                  <a:cubicBezTo>
                    <a:pt x="1303" y="127"/>
                    <a:pt x="1231" y="127"/>
                    <a:pt x="1160" y="127"/>
                  </a:cubicBezTo>
                  <a:cubicBezTo>
                    <a:pt x="1151" y="127"/>
                    <a:pt x="1143" y="127"/>
                    <a:pt x="1135" y="127"/>
                  </a:cubicBezTo>
                  <a:cubicBezTo>
                    <a:pt x="204" y="127"/>
                    <a:pt x="1" y="1440"/>
                    <a:pt x="898" y="1747"/>
                  </a:cubicBezTo>
                  <a:cubicBezTo>
                    <a:pt x="997" y="1782"/>
                    <a:pt x="1092" y="1797"/>
                    <a:pt x="1183" y="1797"/>
                  </a:cubicBezTo>
                  <a:cubicBezTo>
                    <a:pt x="1905" y="1797"/>
                    <a:pt x="2337" y="802"/>
                    <a:pt x="1660" y="294"/>
                  </a:cubicBezTo>
                  <a:lnTo>
                    <a:pt x="1684" y="223"/>
                  </a:lnTo>
                  <a:cubicBezTo>
                    <a:pt x="1731" y="96"/>
                    <a:pt x="1631" y="0"/>
                    <a:pt x="1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58"/>
            <p:cNvSpPr/>
            <p:nvPr/>
          </p:nvSpPr>
          <p:spPr>
            <a:xfrm>
              <a:off x="3341065" y="2837557"/>
              <a:ext cx="91547" cy="70476"/>
            </a:xfrm>
            <a:custGeom>
              <a:avLst/>
              <a:gdLst/>
              <a:ahLst/>
              <a:cxnLst/>
              <a:rect l="l" t="t" r="r" b="b"/>
              <a:pathLst>
                <a:path w="2320" h="1786" extrusionOk="0">
                  <a:moveTo>
                    <a:pt x="1147" y="451"/>
                  </a:moveTo>
                  <a:cubicBezTo>
                    <a:pt x="1417" y="451"/>
                    <a:pt x="1676" y="661"/>
                    <a:pt x="1676" y="972"/>
                  </a:cubicBezTo>
                  <a:cubicBezTo>
                    <a:pt x="1676" y="1234"/>
                    <a:pt x="1438" y="1472"/>
                    <a:pt x="1152" y="1472"/>
                  </a:cubicBezTo>
                  <a:cubicBezTo>
                    <a:pt x="700" y="1472"/>
                    <a:pt x="486" y="924"/>
                    <a:pt x="795" y="591"/>
                  </a:cubicBezTo>
                  <a:cubicBezTo>
                    <a:pt x="899" y="494"/>
                    <a:pt x="1024" y="451"/>
                    <a:pt x="1147" y="451"/>
                  </a:cubicBezTo>
                  <a:close/>
                  <a:moveTo>
                    <a:pt x="779" y="0"/>
                  </a:moveTo>
                  <a:cubicBezTo>
                    <a:pt x="753" y="0"/>
                    <a:pt x="727" y="6"/>
                    <a:pt x="700" y="19"/>
                  </a:cubicBezTo>
                  <a:cubicBezTo>
                    <a:pt x="628" y="43"/>
                    <a:pt x="605" y="138"/>
                    <a:pt x="628" y="234"/>
                  </a:cubicBezTo>
                  <a:lnTo>
                    <a:pt x="676" y="305"/>
                  </a:lnTo>
                  <a:cubicBezTo>
                    <a:pt x="1" y="812"/>
                    <a:pt x="410" y="1785"/>
                    <a:pt x="1142" y="1785"/>
                  </a:cubicBezTo>
                  <a:cubicBezTo>
                    <a:pt x="1236" y="1785"/>
                    <a:pt x="1335" y="1769"/>
                    <a:pt x="1438" y="1734"/>
                  </a:cubicBezTo>
                  <a:cubicBezTo>
                    <a:pt x="2319" y="1448"/>
                    <a:pt x="2105" y="138"/>
                    <a:pt x="1152" y="138"/>
                  </a:cubicBezTo>
                  <a:cubicBezTo>
                    <a:pt x="1081" y="138"/>
                    <a:pt x="1033" y="138"/>
                    <a:pt x="962" y="162"/>
                  </a:cubicBezTo>
                  <a:lnTo>
                    <a:pt x="938" y="91"/>
                  </a:lnTo>
                  <a:cubicBezTo>
                    <a:pt x="904" y="39"/>
                    <a:pt x="845" y="0"/>
                    <a:pt x="7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58"/>
            <p:cNvSpPr/>
            <p:nvPr/>
          </p:nvSpPr>
          <p:spPr>
            <a:xfrm>
              <a:off x="3270945" y="2874965"/>
              <a:ext cx="52640" cy="52640"/>
            </a:xfrm>
            <a:custGeom>
              <a:avLst/>
              <a:gdLst/>
              <a:ahLst/>
              <a:cxnLst/>
              <a:rect l="l" t="t" r="r" b="b"/>
              <a:pathLst>
                <a:path w="1334" h="1334" extrusionOk="0">
                  <a:moveTo>
                    <a:pt x="667" y="0"/>
                  </a:moveTo>
                  <a:cubicBezTo>
                    <a:pt x="286" y="0"/>
                    <a:pt x="0" y="310"/>
                    <a:pt x="0" y="667"/>
                  </a:cubicBezTo>
                  <a:cubicBezTo>
                    <a:pt x="0" y="1048"/>
                    <a:pt x="286" y="1334"/>
                    <a:pt x="667" y="1334"/>
                  </a:cubicBezTo>
                  <a:cubicBezTo>
                    <a:pt x="1024" y="1334"/>
                    <a:pt x="1334" y="1048"/>
                    <a:pt x="1334" y="667"/>
                  </a:cubicBezTo>
                  <a:cubicBezTo>
                    <a:pt x="1334" y="310"/>
                    <a:pt x="1024" y="0"/>
                    <a:pt x="6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58"/>
            <p:cNvSpPr/>
            <p:nvPr/>
          </p:nvSpPr>
          <p:spPr>
            <a:xfrm>
              <a:off x="3284085" y="2875872"/>
              <a:ext cx="43130" cy="52403"/>
            </a:xfrm>
            <a:custGeom>
              <a:avLst/>
              <a:gdLst/>
              <a:ahLst/>
              <a:cxnLst/>
              <a:rect l="l" t="t" r="r" b="b"/>
              <a:pathLst>
                <a:path w="1093" h="1328" extrusionOk="0">
                  <a:moveTo>
                    <a:pt x="368" y="0"/>
                  </a:moveTo>
                  <a:cubicBezTo>
                    <a:pt x="357" y="0"/>
                    <a:pt x="345" y="0"/>
                    <a:pt x="334" y="1"/>
                  </a:cubicBezTo>
                  <a:cubicBezTo>
                    <a:pt x="215" y="1"/>
                    <a:pt x="96" y="25"/>
                    <a:pt x="1" y="72"/>
                  </a:cubicBezTo>
                  <a:cubicBezTo>
                    <a:pt x="429" y="334"/>
                    <a:pt x="429" y="977"/>
                    <a:pt x="1" y="1239"/>
                  </a:cubicBezTo>
                  <a:cubicBezTo>
                    <a:pt x="108" y="1300"/>
                    <a:pt x="222" y="1328"/>
                    <a:pt x="334" y="1328"/>
                  </a:cubicBezTo>
                  <a:cubicBezTo>
                    <a:pt x="621" y="1328"/>
                    <a:pt x="891" y="1143"/>
                    <a:pt x="977" y="834"/>
                  </a:cubicBezTo>
                  <a:cubicBezTo>
                    <a:pt x="1093" y="417"/>
                    <a:pt x="780" y="0"/>
                    <a:pt x="368" y="0"/>
                  </a:cubicBezTo>
                  <a:close/>
                </a:path>
              </a:pathLst>
            </a:custGeom>
            <a:solidFill>
              <a:srgbClr val="002F57">
                <a:alpha val="13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58"/>
            <p:cNvSpPr/>
            <p:nvPr/>
          </p:nvSpPr>
          <p:spPr>
            <a:xfrm>
              <a:off x="3022860" y="2650358"/>
              <a:ext cx="348669" cy="26359"/>
            </a:xfrm>
            <a:custGeom>
              <a:avLst/>
              <a:gdLst/>
              <a:ahLst/>
              <a:cxnLst/>
              <a:rect l="l" t="t" r="r" b="b"/>
              <a:pathLst>
                <a:path w="8836" h="668" extrusionOk="0">
                  <a:moveTo>
                    <a:pt x="334" y="1"/>
                  </a:moveTo>
                  <a:cubicBezTo>
                    <a:pt x="143" y="1"/>
                    <a:pt x="0" y="143"/>
                    <a:pt x="0" y="334"/>
                  </a:cubicBezTo>
                  <a:cubicBezTo>
                    <a:pt x="0" y="524"/>
                    <a:pt x="143" y="667"/>
                    <a:pt x="334" y="667"/>
                  </a:cubicBezTo>
                  <a:lnTo>
                    <a:pt x="8383" y="667"/>
                  </a:lnTo>
                  <a:cubicBezTo>
                    <a:pt x="8835" y="667"/>
                    <a:pt x="8835" y="1"/>
                    <a:pt x="83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58"/>
            <p:cNvSpPr/>
            <p:nvPr/>
          </p:nvSpPr>
          <p:spPr>
            <a:xfrm>
              <a:off x="3327333" y="2650358"/>
              <a:ext cx="44195" cy="26359"/>
            </a:xfrm>
            <a:custGeom>
              <a:avLst/>
              <a:gdLst/>
              <a:ahLst/>
              <a:cxnLst/>
              <a:rect l="l" t="t" r="r" b="b"/>
              <a:pathLst>
                <a:path w="1120" h="668" extrusionOk="0">
                  <a:moveTo>
                    <a:pt x="0" y="1"/>
                  </a:moveTo>
                  <a:cubicBezTo>
                    <a:pt x="453" y="1"/>
                    <a:pt x="453" y="667"/>
                    <a:pt x="0" y="667"/>
                  </a:cubicBezTo>
                  <a:lnTo>
                    <a:pt x="667" y="667"/>
                  </a:lnTo>
                  <a:cubicBezTo>
                    <a:pt x="1119" y="667"/>
                    <a:pt x="1119" y="1"/>
                    <a:pt x="667" y="1"/>
                  </a:cubicBezTo>
                  <a:close/>
                </a:path>
              </a:pathLst>
            </a:custGeom>
            <a:solidFill>
              <a:srgbClr val="002F57">
                <a:alpha val="13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58"/>
            <p:cNvSpPr/>
            <p:nvPr/>
          </p:nvSpPr>
          <p:spPr>
            <a:xfrm>
              <a:off x="2988095" y="3020612"/>
              <a:ext cx="443570" cy="26359"/>
            </a:xfrm>
            <a:custGeom>
              <a:avLst/>
              <a:gdLst/>
              <a:ahLst/>
              <a:cxnLst/>
              <a:rect l="l" t="t" r="r" b="b"/>
              <a:pathLst>
                <a:path w="11241" h="668" extrusionOk="0">
                  <a:moveTo>
                    <a:pt x="429" y="0"/>
                  </a:moveTo>
                  <a:cubicBezTo>
                    <a:pt x="0" y="0"/>
                    <a:pt x="0" y="667"/>
                    <a:pt x="429" y="667"/>
                  </a:cubicBezTo>
                  <a:lnTo>
                    <a:pt x="10812" y="667"/>
                  </a:lnTo>
                  <a:cubicBezTo>
                    <a:pt x="11240" y="667"/>
                    <a:pt x="11240" y="0"/>
                    <a:pt x="108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58"/>
            <p:cNvSpPr/>
            <p:nvPr/>
          </p:nvSpPr>
          <p:spPr>
            <a:xfrm>
              <a:off x="3388417" y="3020612"/>
              <a:ext cx="43248" cy="26359"/>
            </a:xfrm>
            <a:custGeom>
              <a:avLst/>
              <a:gdLst/>
              <a:ahLst/>
              <a:cxnLst/>
              <a:rect l="l" t="t" r="r" b="b"/>
              <a:pathLst>
                <a:path w="1096" h="668" extrusionOk="0">
                  <a:moveTo>
                    <a:pt x="0" y="0"/>
                  </a:moveTo>
                  <a:cubicBezTo>
                    <a:pt x="429" y="0"/>
                    <a:pt x="429" y="667"/>
                    <a:pt x="0" y="667"/>
                  </a:cubicBezTo>
                  <a:lnTo>
                    <a:pt x="667" y="667"/>
                  </a:lnTo>
                  <a:cubicBezTo>
                    <a:pt x="1095" y="667"/>
                    <a:pt x="1095" y="0"/>
                    <a:pt x="667" y="0"/>
                  </a:cubicBezTo>
                  <a:close/>
                </a:path>
              </a:pathLst>
            </a:custGeom>
            <a:solidFill>
              <a:srgbClr val="002F57">
                <a:alpha val="13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3" name="Google Shape;2163;p58"/>
          <p:cNvGrpSpPr/>
          <p:nvPr/>
        </p:nvGrpSpPr>
        <p:grpSpPr>
          <a:xfrm>
            <a:off x="1672987" y="2589958"/>
            <a:ext cx="401265" cy="398807"/>
            <a:chOff x="1147168" y="3280890"/>
            <a:chExt cx="437967" cy="435283"/>
          </a:xfrm>
        </p:grpSpPr>
        <p:sp>
          <p:nvSpPr>
            <p:cNvPr id="2164" name="Google Shape;2164;p58"/>
            <p:cNvSpPr/>
            <p:nvPr/>
          </p:nvSpPr>
          <p:spPr>
            <a:xfrm>
              <a:off x="1266495" y="3280890"/>
              <a:ext cx="125049" cy="160760"/>
            </a:xfrm>
            <a:custGeom>
              <a:avLst/>
              <a:gdLst/>
              <a:ahLst/>
              <a:cxnLst/>
              <a:rect l="l" t="t" r="r" b="b"/>
              <a:pathLst>
                <a:path w="3169" h="4074" extrusionOk="0">
                  <a:moveTo>
                    <a:pt x="453" y="1"/>
                  </a:moveTo>
                  <a:cubicBezTo>
                    <a:pt x="191" y="1"/>
                    <a:pt x="1" y="191"/>
                    <a:pt x="1" y="453"/>
                  </a:cubicBezTo>
                  <a:lnTo>
                    <a:pt x="1" y="3621"/>
                  </a:lnTo>
                  <a:cubicBezTo>
                    <a:pt x="1" y="3859"/>
                    <a:pt x="191" y="4049"/>
                    <a:pt x="453" y="4073"/>
                  </a:cubicBezTo>
                  <a:lnTo>
                    <a:pt x="2716" y="4073"/>
                  </a:lnTo>
                  <a:cubicBezTo>
                    <a:pt x="2954" y="4049"/>
                    <a:pt x="3168" y="3859"/>
                    <a:pt x="3144" y="3597"/>
                  </a:cubicBezTo>
                  <a:lnTo>
                    <a:pt x="3144" y="453"/>
                  </a:lnTo>
                  <a:cubicBezTo>
                    <a:pt x="3144" y="191"/>
                    <a:pt x="2954" y="1"/>
                    <a:pt x="27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58"/>
            <p:cNvSpPr/>
            <p:nvPr/>
          </p:nvSpPr>
          <p:spPr>
            <a:xfrm>
              <a:off x="1347309" y="3280890"/>
              <a:ext cx="43288" cy="159813"/>
            </a:xfrm>
            <a:custGeom>
              <a:avLst/>
              <a:gdLst/>
              <a:ahLst/>
              <a:cxnLst/>
              <a:rect l="l" t="t" r="r" b="b"/>
              <a:pathLst>
                <a:path w="1097" h="4050" extrusionOk="0">
                  <a:moveTo>
                    <a:pt x="1" y="1"/>
                  </a:moveTo>
                  <a:cubicBezTo>
                    <a:pt x="239" y="1"/>
                    <a:pt x="430" y="215"/>
                    <a:pt x="430" y="453"/>
                  </a:cubicBezTo>
                  <a:lnTo>
                    <a:pt x="430" y="3597"/>
                  </a:lnTo>
                  <a:cubicBezTo>
                    <a:pt x="430" y="3835"/>
                    <a:pt x="239" y="4049"/>
                    <a:pt x="1" y="4049"/>
                  </a:cubicBezTo>
                  <a:lnTo>
                    <a:pt x="668" y="4049"/>
                  </a:lnTo>
                  <a:cubicBezTo>
                    <a:pt x="906" y="4049"/>
                    <a:pt x="1096" y="3835"/>
                    <a:pt x="1096" y="3597"/>
                  </a:cubicBezTo>
                  <a:lnTo>
                    <a:pt x="1096" y="453"/>
                  </a:lnTo>
                  <a:cubicBezTo>
                    <a:pt x="1096" y="215"/>
                    <a:pt x="906" y="1"/>
                    <a:pt x="668"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58"/>
            <p:cNvSpPr/>
            <p:nvPr/>
          </p:nvSpPr>
          <p:spPr>
            <a:xfrm>
              <a:off x="1429070" y="3312852"/>
              <a:ext cx="155117" cy="127850"/>
            </a:xfrm>
            <a:custGeom>
              <a:avLst/>
              <a:gdLst/>
              <a:ahLst/>
              <a:cxnLst/>
              <a:rect l="l" t="t" r="r" b="b"/>
              <a:pathLst>
                <a:path w="3931" h="3240" extrusionOk="0">
                  <a:moveTo>
                    <a:pt x="1425" y="0"/>
                  </a:moveTo>
                  <a:cubicBezTo>
                    <a:pt x="1411" y="0"/>
                    <a:pt x="1396" y="0"/>
                    <a:pt x="1382" y="1"/>
                  </a:cubicBezTo>
                  <a:lnTo>
                    <a:pt x="453" y="1"/>
                  </a:lnTo>
                  <a:cubicBezTo>
                    <a:pt x="191" y="1"/>
                    <a:pt x="1" y="191"/>
                    <a:pt x="1" y="453"/>
                  </a:cubicBezTo>
                  <a:lnTo>
                    <a:pt x="1" y="2787"/>
                  </a:lnTo>
                  <a:cubicBezTo>
                    <a:pt x="1" y="3025"/>
                    <a:pt x="191" y="3239"/>
                    <a:pt x="453" y="3239"/>
                  </a:cubicBezTo>
                  <a:lnTo>
                    <a:pt x="3478" y="3239"/>
                  </a:lnTo>
                  <a:cubicBezTo>
                    <a:pt x="3716" y="3239"/>
                    <a:pt x="3930" y="3025"/>
                    <a:pt x="3930" y="2787"/>
                  </a:cubicBezTo>
                  <a:lnTo>
                    <a:pt x="3930" y="2525"/>
                  </a:lnTo>
                  <a:cubicBezTo>
                    <a:pt x="3930" y="1134"/>
                    <a:pt x="2810" y="0"/>
                    <a:pt x="14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58"/>
            <p:cNvSpPr/>
            <p:nvPr/>
          </p:nvSpPr>
          <p:spPr>
            <a:xfrm>
              <a:off x="1459139" y="3311905"/>
              <a:ext cx="125996" cy="127850"/>
            </a:xfrm>
            <a:custGeom>
              <a:avLst/>
              <a:gdLst/>
              <a:ahLst/>
              <a:cxnLst/>
              <a:rect l="l" t="t" r="r" b="b"/>
              <a:pathLst>
                <a:path w="3193" h="3240" extrusionOk="0">
                  <a:moveTo>
                    <a:pt x="1" y="1"/>
                  </a:moveTo>
                  <a:cubicBezTo>
                    <a:pt x="1406" y="25"/>
                    <a:pt x="2525" y="1168"/>
                    <a:pt x="2501" y="2597"/>
                  </a:cubicBezTo>
                  <a:lnTo>
                    <a:pt x="2501" y="2787"/>
                  </a:lnTo>
                  <a:cubicBezTo>
                    <a:pt x="2501" y="3049"/>
                    <a:pt x="2311" y="3240"/>
                    <a:pt x="2049" y="3240"/>
                  </a:cubicBezTo>
                  <a:lnTo>
                    <a:pt x="2716" y="3240"/>
                  </a:lnTo>
                  <a:cubicBezTo>
                    <a:pt x="2978" y="3240"/>
                    <a:pt x="3168" y="3049"/>
                    <a:pt x="3168" y="2787"/>
                  </a:cubicBezTo>
                  <a:lnTo>
                    <a:pt x="3168" y="2597"/>
                  </a:lnTo>
                  <a:cubicBezTo>
                    <a:pt x="3192" y="1168"/>
                    <a:pt x="2073" y="25"/>
                    <a:pt x="668"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58"/>
            <p:cNvSpPr/>
            <p:nvPr/>
          </p:nvSpPr>
          <p:spPr>
            <a:xfrm>
              <a:off x="1254302" y="3575972"/>
              <a:ext cx="312010" cy="140083"/>
            </a:xfrm>
            <a:custGeom>
              <a:avLst/>
              <a:gdLst/>
              <a:ahLst/>
              <a:cxnLst/>
              <a:rect l="l" t="t" r="r" b="b"/>
              <a:pathLst>
                <a:path w="7907" h="3550" extrusionOk="0">
                  <a:moveTo>
                    <a:pt x="453" y="1"/>
                  </a:moveTo>
                  <a:cubicBezTo>
                    <a:pt x="191" y="1"/>
                    <a:pt x="0" y="215"/>
                    <a:pt x="0" y="453"/>
                  </a:cubicBezTo>
                  <a:lnTo>
                    <a:pt x="0" y="3120"/>
                  </a:lnTo>
                  <a:cubicBezTo>
                    <a:pt x="0" y="3359"/>
                    <a:pt x="191" y="3549"/>
                    <a:pt x="453" y="3549"/>
                  </a:cubicBezTo>
                  <a:lnTo>
                    <a:pt x="7454" y="3549"/>
                  </a:lnTo>
                  <a:cubicBezTo>
                    <a:pt x="7692" y="3549"/>
                    <a:pt x="7907" y="3359"/>
                    <a:pt x="7907" y="3120"/>
                  </a:cubicBezTo>
                  <a:lnTo>
                    <a:pt x="7907" y="453"/>
                  </a:lnTo>
                  <a:cubicBezTo>
                    <a:pt x="7907" y="215"/>
                    <a:pt x="7692" y="1"/>
                    <a:pt x="74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58"/>
            <p:cNvSpPr/>
            <p:nvPr/>
          </p:nvSpPr>
          <p:spPr>
            <a:xfrm>
              <a:off x="1522117" y="3575972"/>
              <a:ext cx="44195" cy="140083"/>
            </a:xfrm>
            <a:custGeom>
              <a:avLst/>
              <a:gdLst/>
              <a:ahLst/>
              <a:cxnLst/>
              <a:rect l="l" t="t" r="r" b="b"/>
              <a:pathLst>
                <a:path w="1120" h="3550" extrusionOk="0">
                  <a:moveTo>
                    <a:pt x="0" y="1"/>
                  </a:moveTo>
                  <a:cubicBezTo>
                    <a:pt x="239" y="1"/>
                    <a:pt x="453" y="215"/>
                    <a:pt x="453" y="453"/>
                  </a:cubicBezTo>
                  <a:lnTo>
                    <a:pt x="453" y="3120"/>
                  </a:lnTo>
                  <a:cubicBezTo>
                    <a:pt x="453" y="3359"/>
                    <a:pt x="239" y="3549"/>
                    <a:pt x="0" y="3549"/>
                  </a:cubicBezTo>
                  <a:lnTo>
                    <a:pt x="667" y="3549"/>
                  </a:lnTo>
                  <a:cubicBezTo>
                    <a:pt x="905" y="3549"/>
                    <a:pt x="1120" y="3359"/>
                    <a:pt x="1120" y="3120"/>
                  </a:cubicBezTo>
                  <a:lnTo>
                    <a:pt x="1120" y="453"/>
                  </a:lnTo>
                  <a:cubicBezTo>
                    <a:pt x="1120" y="215"/>
                    <a:pt x="905" y="1"/>
                    <a:pt x="667"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58"/>
            <p:cNvSpPr/>
            <p:nvPr/>
          </p:nvSpPr>
          <p:spPr>
            <a:xfrm>
              <a:off x="1207305" y="3435968"/>
              <a:ext cx="312050" cy="143792"/>
            </a:xfrm>
            <a:custGeom>
              <a:avLst/>
              <a:gdLst/>
              <a:ahLst/>
              <a:cxnLst/>
              <a:rect l="l" t="t" r="r" b="b"/>
              <a:pathLst>
                <a:path w="7908" h="3644" extrusionOk="0">
                  <a:moveTo>
                    <a:pt x="453" y="0"/>
                  </a:moveTo>
                  <a:cubicBezTo>
                    <a:pt x="191" y="0"/>
                    <a:pt x="1" y="191"/>
                    <a:pt x="1" y="453"/>
                  </a:cubicBezTo>
                  <a:lnTo>
                    <a:pt x="1" y="3191"/>
                  </a:lnTo>
                  <a:cubicBezTo>
                    <a:pt x="1" y="3453"/>
                    <a:pt x="191" y="3644"/>
                    <a:pt x="453" y="3644"/>
                  </a:cubicBezTo>
                  <a:lnTo>
                    <a:pt x="7455" y="3644"/>
                  </a:lnTo>
                  <a:cubicBezTo>
                    <a:pt x="7693" y="3644"/>
                    <a:pt x="7907" y="3453"/>
                    <a:pt x="7907" y="3191"/>
                  </a:cubicBezTo>
                  <a:lnTo>
                    <a:pt x="7907" y="453"/>
                  </a:lnTo>
                  <a:cubicBezTo>
                    <a:pt x="7907" y="191"/>
                    <a:pt x="7693" y="0"/>
                    <a:pt x="74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58"/>
            <p:cNvSpPr/>
            <p:nvPr/>
          </p:nvSpPr>
          <p:spPr>
            <a:xfrm>
              <a:off x="1475120" y="3435968"/>
              <a:ext cx="44235" cy="143792"/>
            </a:xfrm>
            <a:custGeom>
              <a:avLst/>
              <a:gdLst/>
              <a:ahLst/>
              <a:cxnLst/>
              <a:rect l="l" t="t" r="r" b="b"/>
              <a:pathLst>
                <a:path w="1121" h="3644" extrusionOk="0">
                  <a:moveTo>
                    <a:pt x="1" y="0"/>
                  </a:moveTo>
                  <a:cubicBezTo>
                    <a:pt x="263" y="0"/>
                    <a:pt x="453" y="215"/>
                    <a:pt x="453" y="453"/>
                  </a:cubicBezTo>
                  <a:lnTo>
                    <a:pt x="453" y="3191"/>
                  </a:lnTo>
                  <a:cubicBezTo>
                    <a:pt x="453" y="3430"/>
                    <a:pt x="263" y="3644"/>
                    <a:pt x="1" y="3644"/>
                  </a:cubicBezTo>
                  <a:lnTo>
                    <a:pt x="668" y="3644"/>
                  </a:lnTo>
                  <a:cubicBezTo>
                    <a:pt x="929" y="3644"/>
                    <a:pt x="1120" y="3430"/>
                    <a:pt x="1120" y="3191"/>
                  </a:cubicBezTo>
                  <a:lnTo>
                    <a:pt x="1120" y="453"/>
                  </a:lnTo>
                  <a:cubicBezTo>
                    <a:pt x="1120" y="215"/>
                    <a:pt x="929" y="0"/>
                    <a:pt x="668"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58"/>
            <p:cNvSpPr/>
            <p:nvPr/>
          </p:nvSpPr>
          <p:spPr>
            <a:xfrm>
              <a:off x="1147168" y="3534144"/>
              <a:ext cx="287348" cy="182029"/>
            </a:xfrm>
            <a:custGeom>
              <a:avLst/>
              <a:gdLst/>
              <a:ahLst/>
              <a:cxnLst/>
              <a:rect l="l" t="t" r="r" b="b"/>
              <a:pathLst>
                <a:path w="7282" h="4613" extrusionOk="0">
                  <a:moveTo>
                    <a:pt x="3632" y="1"/>
                  </a:moveTo>
                  <a:cubicBezTo>
                    <a:pt x="3602" y="1"/>
                    <a:pt x="3573" y="13"/>
                    <a:pt x="3549" y="37"/>
                  </a:cubicBezTo>
                  <a:lnTo>
                    <a:pt x="72" y="4419"/>
                  </a:lnTo>
                  <a:cubicBezTo>
                    <a:pt x="0" y="4514"/>
                    <a:pt x="48" y="4609"/>
                    <a:pt x="143" y="4609"/>
                  </a:cubicBezTo>
                  <a:lnTo>
                    <a:pt x="7121" y="4609"/>
                  </a:lnTo>
                  <a:cubicBezTo>
                    <a:pt x="7129" y="4611"/>
                    <a:pt x="7138" y="4612"/>
                    <a:pt x="7145" y="4612"/>
                  </a:cubicBezTo>
                  <a:cubicBezTo>
                    <a:pt x="7228" y="4612"/>
                    <a:pt x="7281" y="4505"/>
                    <a:pt x="7216" y="4419"/>
                  </a:cubicBezTo>
                  <a:lnTo>
                    <a:pt x="3716" y="37"/>
                  </a:lnTo>
                  <a:cubicBezTo>
                    <a:pt x="3692" y="13"/>
                    <a:pt x="3662" y="1"/>
                    <a:pt x="36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58"/>
            <p:cNvSpPr/>
            <p:nvPr/>
          </p:nvSpPr>
          <p:spPr>
            <a:xfrm>
              <a:off x="1277781" y="3534144"/>
              <a:ext cx="156972" cy="181911"/>
            </a:xfrm>
            <a:custGeom>
              <a:avLst/>
              <a:gdLst/>
              <a:ahLst/>
              <a:cxnLst/>
              <a:rect l="l" t="t" r="r" b="b"/>
              <a:pathLst>
                <a:path w="3978" h="4610" extrusionOk="0">
                  <a:moveTo>
                    <a:pt x="334" y="1"/>
                  </a:moveTo>
                  <a:cubicBezTo>
                    <a:pt x="298" y="1"/>
                    <a:pt x="263" y="13"/>
                    <a:pt x="239" y="37"/>
                  </a:cubicBezTo>
                  <a:lnTo>
                    <a:pt x="1" y="346"/>
                  </a:lnTo>
                  <a:lnTo>
                    <a:pt x="3239" y="4419"/>
                  </a:lnTo>
                  <a:cubicBezTo>
                    <a:pt x="3311" y="4490"/>
                    <a:pt x="3239" y="4609"/>
                    <a:pt x="3144" y="4609"/>
                  </a:cubicBezTo>
                  <a:lnTo>
                    <a:pt x="3811" y="4609"/>
                  </a:lnTo>
                  <a:cubicBezTo>
                    <a:pt x="3906" y="4609"/>
                    <a:pt x="3978" y="4490"/>
                    <a:pt x="3906" y="4419"/>
                  </a:cubicBezTo>
                  <a:lnTo>
                    <a:pt x="429" y="37"/>
                  </a:lnTo>
                  <a:cubicBezTo>
                    <a:pt x="406" y="13"/>
                    <a:pt x="370" y="1"/>
                    <a:pt x="334"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174" name="Google Shape;2174;p58"/>
          <p:cNvCxnSpPr>
            <a:stCxn id="2072" idx="6"/>
            <a:endCxn id="2077" idx="2"/>
          </p:cNvCxnSpPr>
          <p:nvPr/>
        </p:nvCxnSpPr>
        <p:spPr>
          <a:xfrm>
            <a:off x="2245184" y="2616280"/>
            <a:ext cx="586200" cy="364200"/>
          </a:xfrm>
          <a:prstGeom prst="curvedConnector3">
            <a:avLst>
              <a:gd name="adj1" fmla="val 49995"/>
            </a:avLst>
          </a:prstGeom>
          <a:noFill/>
          <a:ln w="28575" cap="rnd" cmpd="sng">
            <a:solidFill>
              <a:schemeClr val="dk1"/>
            </a:solidFill>
            <a:prstDash val="solid"/>
            <a:round/>
            <a:headEnd type="none" w="med" len="med"/>
            <a:tailEnd type="oval" w="med" len="med"/>
          </a:ln>
        </p:spPr>
      </p:cxnSp>
      <p:cxnSp>
        <p:nvCxnSpPr>
          <p:cNvPr id="2175" name="Google Shape;2175;p58"/>
          <p:cNvCxnSpPr>
            <a:stCxn id="2074" idx="6"/>
            <a:endCxn id="2080" idx="2"/>
          </p:cNvCxnSpPr>
          <p:nvPr/>
        </p:nvCxnSpPr>
        <p:spPr>
          <a:xfrm>
            <a:off x="3554651" y="2640730"/>
            <a:ext cx="671400" cy="338100"/>
          </a:xfrm>
          <a:prstGeom prst="curvedConnector3">
            <a:avLst>
              <a:gd name="adj1" fmla="val 50003"/>
            </a:avLst>
          </a:prstGeom>
          <a:noFill/>
          <a:ln w="28575" cap="rnd" cmpd="sng">
            <a:solidFill>
              <a:schemeClr val="dk1"/>
            </a:solidFill>
            <a:prstDash val="solid"/>
            <a:round/>
            <a:headEnd type="none" w="med" len="med"/>
            <a:tailEnd type="oval" w="med" len="med"/>
          </a:ln>
        </p:spPr>
      </p:cxnSp>
      <p:cxnSp>
        <p:nvCxnSpPr>
          <p:cNvPr id="2176" name="Google Shape;2176;p58"/>
          <p:cNvCxnSpPr>
            <a:stCxn id="2081" idx="6"/>
            <a:endCxn id="2084" idx="2"/>
          </p:cNvCxnSpPr>
          <p:nvPr/>
        </p:nvCxnSpPr>
        <p:spPr>
          <a:xfrm>
            <a:off x="4951313" y="2640746"/>
            <a:ext cx="616800" cy="338100"/>
          </a:xfrm>
          <a:prstGeom prst="curvedConnector3">
            <a:avLst>
              <a:gd name="adj1" fmla="val 50009"/>
            </a:avLst>
          </a:prstGeom>
          <a:noFill/>
          <a:ln w="28575" cap="rnd" cmpd="sng">
            <a:solidFill>
              <a:schemeClr val="dk1"/>
            </a:solidFill>
            <a:prstDash val="solid"/>
            <a:round/>
            <a:headEnd type="none" w="med" len="med"/>
            <a:tailEnd type="oval"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80"/>
        <p:cNvGrpSpPr/>
        <p:nvPr/>
      </p:nvGrpSpPr>
      <p:grpSpPr>
        <a:xfrm>
          <a:off x="0" y="0"/>
          <a:ext cx="0" cy="0"/>
          <a:chOff x="0" y="0"/>
          <a:chExt cx="0" cy="0"/>
        </a:xfrm>
      </p:grpSpPr>
      <p:sp>
        <p:nvSpPr>
          <p:cNvPr id="2181" name="Google Shape;2181;p59"/>
          <p:cNvSpPr/>
          <p:nvPr/>
        </p:nvSpPr>
        <p:spPr>
          <a:xfrm rot="-9775186">
            <a:off x="3731307" y="2274811"/>
            <a:ext cx="1927823" cy="1439553"/>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59"/>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Brief topic description</a:t>
            </a:r>
            <a:endParaRPr/>
          </a:p>
        </p:txBody>
      </p:sp>
      <p:sp>
        <p:nvSpPr>
          <p:cNvPr id="2183" name="Google Shape;2183;p59"/>
          <p:cNvSpPr txBox="1"/>
          <p:nvPr/>
        </p:nvSpPr>
        <p:spPr>
          <a:xfrm>
            <a:off x="767767" y="1407432"/>
            <a:ext cx="2020800" cy="502800"/>
          </a:xfrm>
          <a:prstGeom prst="rect">
            <a:avLst/>
          </a:prstGeom>
          <a:noFill/>
          <a:ln>
            <a:noFill/>
          </a:ln>
        </p:spPr>
        <p:txBody>
          <a:bodyPr spcFirstLastPara="1" wrap="square" lIns="91425" tIns="91425" rIns="91425" bIns="91425" anchor="b" anchorCtr="0">
            <a:noAutofit/>
          </a:bodyPr>
          <a:lstStyle/>
          <a:p>
            <a:pPr marL="0" lvl="0" indent="0" algn="r"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Feature A</a:t>
            </a:r>
            <a:endParaRPr sz="2100">
              <a:solidFill>
                <a:schemeClr val="dk1"/>
              </a:solidFill>
              <a:latin typeface="Montserrat ExtraBold"/>
              <a:ea typeface="Montserrat ExtraBold"/>
              <a:cs typeface="Montserrat ExtraBold"/>
              <a:sym typeface="Montserrat ExtraBold"/>
            </a:endParaRPr>
          </a:p>
        </p:txBody>
      </p:sp>
      <p:sp>
        <p:nvSpPr>
          <p:cNvPr id="2184" name="Google Shape;2184;p59"/>
          <p:cNvSpPr txBox="1"/>
          <p:nvPr/>
        </p:nvSpPr>
        <p:spPr>
          <a:xfrm>
            <a:off x="3796017" y="2487884"/>
            <a:ext cx="1550100" cy="959700"/>
          </a:xfrm>
          <a:prstGeom prst="rect">
            <a:avLst/>
          </a:prstGeom>
          <a:noFill/>
          <a:ln>
            <a:noFill/>
          </a:ln>
        </p:spPr>
        <p:txBody>
          <a:bodyPr spcFirstLastPara="1" wrap="square" lIns="91425" tIns="91425" rIns="91425" bIns="64000" anchor="ctr" anchorCtr="0">
            <a:noAutofit/>
          </a:bodyPr>
          <a:lstStyle/>
          <a:p>
            <a:pPr marL="0" lvl="0" indent="0" algn="ctr" rtl="0">
              <a:lnSpc>
                <a:spcPct val="115000"/>
              </a:lnSpc>
              <a:spcBef>
                <a:spcPts val="0"/>
              </a:spcBef>
              <a:spcAft>
                <a:spcPts val="0"/>
              </a:spcAft>
              <a:buNone/>
            </a:pPr>
            <a:r>
              <a:rPr lang="en" sz="1900">
                <a:solidFill>
                  <a:schemeClr val="dk1"/>
                </a:solidFill>
                <a:latin typeface="Montserrat ExtraBold"/>
                <a:ea typeface="Montserrat ExtraBold"/>
                <a:cs typeface="Montserrat ExtraBold"/>
                <a:sym typeface="Montserrat ExtraBold"/>
              </a:rPr>
              <a:t>Physics sciences</a:t>
            </a:r>
            <a:endParaRPr sz="1900">
              <a:solidFill>
                <a:schemeClr val="dk1"/>
              </a:solidFill>
              <a:latin typeface="Montserrat ExtraBold"/>
              <a:ea typeface="Montserrat ExtraBold"/>
              <a:cs typeface="Montserrat ExtraBold"/>
              <a:sym typeface="Montserrat ExtraBold"/>
            </a:endParaRPr>
          </a:p>
        </p:txBody>
      </p:sp>
      <p:sp>
        <p:nvSpPr>
          <p:cNvPr id="2185" name="Google Shape;2185;p59"/>
          <p:cNvSpPr txBox="1"/>
          <p:nvPr/>
        </p:nvSpPr>
        <p:spPr>
          <a:xfrm>
            <a:off x="767767" y="2550558"/>
            <a:ext cx="2020800" cy="502800"/>
          </a:xfrm>
          <a:prstGeom prst="rect">
            <a:avLst/>
          </a:prstGeom>
          <a:noFill/>
          <a:ln>
            <a:noFill/>
          </a:ln>
        </p:spPr>
        <p:txBody>
          <a:bodyPr spcFirstLastPara="1" wrap="square" lIns="91425" tIns="91425" rIns="91425" bIns="91425" anchor="b" anchorCtr="0">
            <a:noAutofit/>
          </a:bodyPr>
          <a:lstStyle/>
          <a:p>
            <a:pPr marL="0" lvl="0" indent="0" algn="r"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Feature B</a:t>
            </a:r>
            <a:endParaRPr sz="2100">
              <a:solidFill>
                <a:schemeClr val="dk1"/>
              </a:solidFill>
              <a:latin typeface="Montserrat ExtraBold"/>
              <a:ea typeface="Montserrat ExtraBold"/>
              <a:cs typeface="Montserrat ExtraBold"/>
              <a:sym typeface="Montserrat ExtraBold"/>
            </a:endParaRPr>
          </a:p>
        </p:txBody>
      </p:sp>
      <p:sp>
        <p:nvSpPr>
          <p:cNvPr id="2186" name="Google Shape;2186;p59"/>
          <p:cNvSpPr txBox="1"/>
          <p:nvPr/>
        </p:nvSpPr>
        <p:spPr>
          <a:xfrm>
            <a:off x="6355433" y="1407432"/>
            <a:ext cx="2020800" cy="5028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Feature D</a:t>
            </a:r>
            <a:endParaRPr sz="2100">
              <a:solidFill>
                <a:schemeClr val="dk1"/>
              </a:solidFill>
              <a:latin typeface="Montserrat ExtraBold"/>
              <a:ea typeface="Montserrat ExtraBold"/>
              <a:cs typeface="Montserrat ExtraBold"/>
              <a:sym typeface="Montserrat ExtraBold"/>
            </a:endParaRPr>
          </a:p>
        </p:txBody>
      </p:sp>
      <p:sp>
        <p:nvSpPr>
          <p:cNvPr id="2187" name="Google Shape;2187;p59"/>
          <p:cNvSpPr txBox="1"/>
          <p:nvPr/>
        </p:nvSpPr>
        <p:spPr>
          <a:xfrm>
            <a:off x="6355433" y="2550558"/>
            <a:ext cx="2020800" cy="5028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Feature E</a:t>
            </a:r>
            <a:endParaRPr sz="2100">
              <a:solidFill>
                <a:schemeClr val="dk1"/>
              </a:solidFill>
              <a:latin typeface="Montserrat ExtraBold"/>
              <a:ea typeface="Montserrat ExtraBold"/>
              <a:cs typeface="Montserrat ExtraBold"/>
              <a:sym typeface="Montserrat ExtraBold"/>
            </a:endParaRPr>
          </a:p>
        </p:txBody>
      </p:sp>
      <p:sp>
        <p:nvSpPr>
          <p:cNvPr id="2188" name="Google Shape;2188;p59"/>
          <p:cNvSpPr txBox="1"/>
          <p:nvPr/>
        </p:nvSpPr>
        <p:spPr>
          <a:xfrm>
            <a:off x="767767" y="1795598"/>
            <a:ext cx="2020800" cy="3855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Epilogue"/>
                <a:ea typeface="Epilogue"/>
                <a:cs typeface="Epilogue"/>
                <a:sym typeface="Epilogue"/>
              </a:rPr>
              <a:t>Mars is a red planet</a:t>
            </a:r>
            <a:endParaRPr>
              <a:solidFill>
                <a:schemeClr val="dk1"/>
              </a:solidFill>
              <a:latin typeface="Epilogue"/>
              <a:ea typeface="Epilogue"/>
              <a:cs typeface="Epilogue"/>
              <a:sym typeface="Epilogue"/>
            </a:endParaRPr>
          </a:p>
        </p:txBody>
      </p:sp>
      <p:sp>
        <p:nvSpPr>
          <p:cNvPr id="2189" name="Google Shape;2189;p59"/>
          <p:cNvSpPr txBox="1"/>
          <p:nvPr/>
        </p:nvSpPr>
        <p:spPr>
          <a:xfrm>
            <a:off x="767767" y="2938599"/>
            <a:ext cx="2020800" cy="3855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Epilogue"/>
                <a:ea typeface="Epilogue"/>
                <a:cs typeface="Epilogue"/>
                <a:sym typeface="Epilogue"/>
              </a:rPr>
              <a:t>Mercury is very small</a:t>
            </a:r>
            <a:endParaRPr>
              <a:solidFill>
                <a:schemeClr val="dk1"/>
              </a:solidFill>
              <a:latin typeface="Epilogue"/>
              <a:ea typeface="Epilogue"/>
              <a:cs typeface="Epilogue"/>
              <a:sym typeface="Epilogue"/>
            </a:endParaRPr>
          </a:p>
        </p:txBody>
      </p:sp>
      <p:sp>
        <p:nvSpPr>
          <p:cNvPr id="2190" name="Google Shape;2190;p59"/>
          <p:cNvSpPr txBox="1"/>
          <p:nvPr/>
        </p:nvSpPr>
        <p:spPr>
          <a:xfrm>
            <a:off x="6355433" y="1795598"/>
            <a:ext cx="2020800" cy="38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Epilogue"/>
                <a:ea typeface="Epilogue"/>
                <a:cs typeface="Epilogue"/>
                <a:sym typeface="Epilogue"/>
              </a:rPr>
              <a:t>Venus is a hot planet</a:t>
            </a:r>
            <a:endParaRPr>
              <a:solidFill>
                <a:schemeClr val="dk1"/>
              </a:solidFill>
              <a:latin typeface="Epilogue"/>
              <a:ea typeface="Epilogue"/>
              <a:cs typeface="Epilogue"/>
              <a:sym typeface="Epilogue"/>
            </a:endParaRPr>
          </a:p>
        </p:txBody>
      </p:sp>
      <p:sp>
        <p:nvSpPr>
          <p:cNvPr id="2191" name="Google Shape;2191;p59"/>
          <p:cNvSpPr txBox="1"/>
          <p:nvPr/>
        </p:nvSpPr>
        <p:spPr>
          <a:xfrm>
            <a:off x="6355433" y="2938599"/>
            <a:ext cx="2020800" cy="38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Epilogue"/>
                <a:ea typeface="Epilogue"/>
                <a:cs typeface="Epilogue"/>
                <a:sym typeface="Epilogue"/>
              </a:rPr>
              <a:t>Jupiter is a gas giant</a:t>
            </a:r>
            <a:endParaRPr>
              <a:solidFill>
                <a:schemeClr val="dk1"/>
              </a:solidFill>
              <a:latin typeface="Epilogue"/>
              <a:ea typeface="Epilogue"/>
              <a:cs typeface="Epilogue"/>
              <a:sym typeface="Epilogue"/>
            </a:endParaRPr>
          </a:p>
        </p:txBody>
      </p:sp>
      <p:sp>
        <p:nvSpPr>
          <p:cNvPr id="2192" name="Google Shape;2192;p59"/>
          <p:cNvSpPr txBox="1"/>
          <p:nvPr/>
        </p:nvSpPr>
        <p:spPr>
          <a:xfrm>
            <a:off x="768867" y="3625632"/>
            <a:ext cx="2020800" cy="502800"/>
          </a:xfrm>
          <a:prstGeom prst="rect">
            <a:avLst/>
          </a:prstGeom>
          <a:noFill/>
          <a:ln>
            <a:noFill/>
          </a:ln>
        </p:spPr>
        <p:txBody>
          <a:bodyPr spcFirstLastPara="1" wrap="square" lIns="91425" tIns="91425" rIns="91425" bIns="91425" anchor="b" anchorCtr="0">
            <a:noAutofit/>
          </a:bodyPr>
          <a:lstStyle/>
          <a:p>
            <a:pPr marL="0" lvl="0" indent="0" algn="r"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Feature C</a:t>
            </a:r>
            <a:endParaRPr sz="2100">
              <a:solidFill>
                <a:schemeClr val="dk1"/>
              </a:solidFill>
              <a:latin typeface="Montserrat ExtraBold"/>
              <a:ea typeface="Montserrat ExtraBold"/>
              <a:cs typeface="Montserrat ExtraBold"/>
              <a:sym typeface="Montserrat ExtraBold"/>
            </a:endParaRPr>
          </a:p>
        </p:txBody>
      </p:sp>
      <p:sp>
        <p:nvSpPr>
          <p:cNvPr id="2193" name="Google Shape;2193;p59"/>
          <p:cNvSpPr txBox="1"/>
          <p:nvPr/>
        </p:nvSpPr>
        <p:spPr>
          <a:xfrm>
            <a:off x="6356533" y="3625632"/>
            <a:ext cx="2020800" cy="5028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Feature F</a:t>
            </a:r>
            <a:endParaRPr sz="2100">
              <a:solidFill>
                <a:schemeClr val="dk1"/>
              </a:solidFill>
              <a:latin typeface="Montserrat ExtraBold"/>
              <a:ea typeface="Montserrat ExtraBold"/>
              <a:cs typeface="Montserrat ExtraBold"/>
              <a:sym typeface="Montserrat ExtraBold"/>
            </a:endParaRPr>
          </a:p>
        </p:txBody>
      </p:sp>
      <p:sp>
        <p:nvSpPr>
          <p:cNvPr id="2194" name="Google Shape;2194;p59"/>
          <p:cNvSpPr txBox="1"/>
          <p:nvPr/>
        </p:nvSpPr>
        <p:spPr>
          <a:xfrm>
            <a:off x="768867" y="4013673"/>
            <a:ext cx="2020800" cy="3855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Epilogue"/>
                <a:ea typeface="Epilogue"/>
                <a:cs typeface="Epilogue"/>
                <a:sym typeface="Epilogue"/>
              </a:rPr>
              <a:t>Earth is our home</a:t>
            </a:r>
            <a:endParaRPr>
              <a:solidFill>
                <a:schemeClr val="dk1"/>
              </a:solidFill>
              <a:latin typeface="Epilogue"/>
              <a:ea typeface="Epilogue"/>
              <a:cs typeface="Epilogue"/>
              <a:sym typeface="Epilogue"/>
            </a:endParaRPr>
          </a:p>
        </p:txBody>
      </p:sp>
      <p:sp>
        <p:nvSpPr>
          <p:cNvPr id="2195" name="Google Shape;2195;p59"/>
          <p:cNvSpPr txBox="1"/>
          <p:nvPr/>
        </p:nvSpPr>
        <p:spPr>
          <a:xfrm>
            <a:off x="6356533" y="4013673"/>
            <a:ext cx="2020800" cy="38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Epilogue"/>
                <a:ea typeface="Epilogue"/>
                <a:cs typeface="Epilogue"/>
                <a:sym typeface="Epilogue"/>
              </a:rPr>
              <a:t>Saturn has rings</a:t>
            </a:r>
            <a:endParaRPr>
              <a:solidFill>
                <a:schemeClr val="dk1"/>
              </a:solidFill>
              <a:latin typeface="Epilogue"/>
              <a:ea typeface="Epilogue"/>
              <a:cs typeface="Epilogue"/>
              <a:sym typeface="Epilogue"/>
            </a:endParaRPr>
          </a:p>
        </p:txBody>
      </p:sp>
      <p:grpSp>
        <p:nvGrpSpPr>
          <p:cNvPr id="2196" name="Google Shape;2196;p59"/>
          <p:cNvGrpSpPr/>
          <p:nvPr/>
        </p:nvGrpSpPr>
        <p:grpSpPr>
          <a:xfrm>
            <a:off x="2714382" y="1416493"/>
            <a:ext cx="1024047" cy="764689"/>
            <a:chOff x="2740811" y="1416493"/>
            <a:chExt cx="1024047" cy="764689"/>
          </a:xfrm>
        </p:grpSpPr>
        <p:sp>
          <p:nvSpPr>
            <p:cNvPr id="2197" name="Google Shape;2197;p59"/>
            <p:cNvSpPr/>
            <p:nvPr/>
          </p:nvSpPr>
          <p:spPr>
            <a:xfrm>
              <a:off x="2740811" y="1416493"/>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59"/>
            <p:cNvSpPr/>
            <p:nvPr/>
          </p:nvSpPr>
          <p:spPr>
            <a:xfrm>
              <a:off x="3615242" y="1744404"/>
              <a:ext cx="88800" cy="888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9" name="Google Shape;2199;p59"/>
          <p:cNvGrpSpPr/>
          <p:nvPr/>
        </p:nvGrpSpPr>
        <p:grpSpPr>
          <a:xfrm>
            <a:off x="2714373" y="2554793"/>
            <a:ext cx="1024047" cy="764689"/>
            <a:chOff x="2740802" y="2554793"/>
            <a:chExt cx="1024047" cy="764689"/>
          </a:xfrm>
        </p:grpSpPr>
        <p:sp>
          <p:nvSpPr>
            <p:cNvPr id="2200" name="Google Shape;2200;p59"/>
            <p:cNvSpPr/>
            <p:nvPr/>
          </p:nvSpPr>
          <p:spPr>
            <a:xfrm rot="10800000" flipH="1">
              <a:off x="2740802" y="2554793"/>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59"/>
            <p:cNvSpPr/>
            <p:nvPr/>
          </p:nvSpPr>
          <p:spPr>
            <a:xfrm>
              <a:off x="3622359" y="2914804"/>
              <a:ext cx="88800" cy="888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02" name="Google Shape;2202;p59"/>
          <p:cNvGrpSpPr/>
          <p:nvPr/>
        </p:nvGrpSpPr>
        <p:grpSpPr>
          <a:xfrm>
            <a:off x="2715482" y="3634568"/>
            <a:ext cx="1024047" cy="764689"/>
            <a:chOff x="2741911" y="3634568"/>
            <a:chExt cx="1024047" cy="764689"/>
          </a:xfrm>
        </p:grpSpPr>
        <p:sp>
          <p:nvSpPr>
            <p:cNvPr id="2203" name="Google Shape;2203;p59"/>
            <p:cNvSpPr/>
            <p:nvPr/>
          </p:nvSpPr>
          <p:spPr>
            <a:xfrm>
              <a:off x="2741911" y="3634568"/>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59"/>
            <p:cNvSpPr/>
            <p:nvPr/>
          </p:nvSpPr>
          <p:spPr>
            <a:xfrm>
              <a:off x="3622359" y="3972108"/>
              <a:ext cx="88800" cy="888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05" name="Google Shape;2205;p59"/>
          <p:cNvGrpSpPr/>
          <p:nvPr/>
        </p:nvGrpSpPr>
        <p:grpSpPr>
          <a:xfrm>
            <a:off x="5308055" y="3634568"/>
            <a:ext cx="1024047" cy="764689"/>
            <a:chOff x="5380261" y="3634568"/>
            <a:chExt cx="1024047" cy="764689"/>
          </a:xfrm>
        </p:grpSpPr>
        <p:sp>
          <p:nvSpPr>
            <p:cNvPr id="2206" name="Google Shape;2206;p59"/>
            <p:cNvSpPr/>
            <p:nvPr/>
          </p:nvSpPr>
          <p:spPr>
            <a:xfrm>
              <a:off x="5380261" y="3634568"/>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59"/>
            <p:cNvSpPr/>
            <p:nvPr/>
          </p:nvSpPr>
          <p:spPr>
            <a:xfrm>
              <a:off x="5545134" y="3972516"/>
              <a:ext cx="88800" cy="888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08" name="Google Shape;2208;p59"/>
          <p:cNvGrpSpPr/>
          <p:nvPr/>
        </p:nvGrpSpPr>
        <p:grpSpPr>
          <a:xfrm>
            <a:off x="5306946" y="2554793"/>
            <a:ext cx="1024047" cy="764689"/>
            <a:chOff x="5379152" y="2554793"/>
            <a:chExt cx="1024047" cy="764689"/>
          </a:xfrm>
        </p:grpSpPr>
        <p:sp>
          <p:nvSpPr>
            <p:cNvPr id="2209" name="Google Shape;2209;p59"/>
            <p:cNvSpPr/>
            <p:nvPr/>
          </p:nvSpPr>
          <p:spPr>
            <a:xfrm rot="10800000" flipH="1">
              <a:off x="5379152" y="2554793"/>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59"/>
            <p:cNvSpPr/>
            <p:nvPr/>
          </p:nvSpPr>
          <p:spPr>
            <a:xfrm>
              <a:off x="5548696" y="2910499"/>
              <a:ext cx="88800" cy="888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1" name="Google Shape;2211;p59"/>
          <p:cNvGrpSpPr/>
          <p:nvPr/>
        </p:nvGrpSpPr>
        <p:grpSpPr>
          <a:xfrm>
            <a:off x="5306955" y="1416493"/>
            <a:ext cx="1024047" cy="764689"/>
            <a:chOff x="5379161" y="1416493"/>
            <a:chExt cx="1024047" cy="764689"/>
          </a:xfrm>
        </p:grpSpPr>
        <p:sp>
          <p:nvSpPr>
            <p:cNvPr id="2212" name="Google Shape;2212;p59"/>
            <p:cNvSpPr/>
            <p:nvPr/>
          </p:nvSpPr>
          <p:spPr>
            <a:xfrm>
              <a:off x="5379161" y="1416493"/>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59"/>
            <p:cNvSpPr/>
            <p:nvPr/>
          </p:nvSpPr>
          <p:spPr>
            <a:xfrm>
              <a:off x="5545134" y="1723429"/>
              <a:ext cx="88800" cy="888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4" name="Google Shape;2214;p59"/>
          <p:cNvGrpSpPr/>
          <p:nvPr/>
        </p:nvGrpSpPr>
        <p:grpSpPr>
          <a:xfrm>
            <a:off x="5667284" y="3825604"/>
            <a:ext cx="435125" cy="382604"/>
            <a:chOff x="6645485" y="3342842"/>
            <a:chExt cx="435125" cy="382604"/>
          </a:xfrm>
        </p:grpSpPr>
        <p:sp>
          <p:nvSpPr>
            <p:cNvPr id="2215" name="Google Shape;2215;p59"/>
            <p:cNvSpPr/>
            <p:nvPr/>
          </p:nvSpPr>
          <p:spPr>
            <a:xfrm>
              <a:off x="6738492" y="3657733"/>
              <a:ext cx="52679" cy="67713"/>
            </a:xfrm>
            <a:custGeom>
              <a:avLst/>
              <a:gdLst/>
              <a:ahLst/>
              <a:cxnLst/>
              <a:rect l="l" t="t" r="r" b="b"/>
              <a:pathLst>
                <a:path w="1335" h="1716" extrusionOk="0">
                  <a:moveTo>
                    <a:pt x="1" y="1"/>
                  </a:moveTo>
                  <a:lnTo>
                    <a:pt x="1" y="1572"/>
                  </a:lnTo>
                  <a:cubicBezTo>
                    <a:pt x="1" y="1644"/>
                    <a:pt x="72" y="1715"/>
                    <a:pt x="144" y="1715"/>
                  </a:cubicBezTo>
                  <a:lnTo>
                    <a:pt x="1191" y="1715"/>
                  </a:lnTo>
                  <a:cubicBezTo>
                    <a:pt x="1263" y="1715"/>
                    <a:pt x="1334" y="1644"/>
                    <a:pt x="1334" y="1572"/>
                  </a:cubicBezTo>
                  <a:lnTo>
                    <a:pt x="13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59"/>
            <p:cNvSpPr/>
            <p:nvPr/>
          </p:nvSpPr>
          <p:spPr>
            <a:xfrm>
              <a:off x="6759169" y="3657733"/>
              <a:ext cx="32002" cy="67713"/>
            </a:xfrm>
            <a:custGeom>
              <a:avLst/>
              <a:gdLst/>
              <a:ahLst/>
              <a:cxnLst/>
              <a:rect l="l" t="t" r="r" b="b"/>
              <a:pathLst>
                <a:path w="811" h="1716" extrusionOk="0">
                  <a:moveTo>
                    <a:pt x="143" y="1"/>
                  </a:moveTo>
                  <a:lnTo>
                    <a:pt x="143" y="1572"/>
                  </a:lnTo>
                  <a:cubicBezTo>
                    <a:pt x="143" y="1644"/>
                    <a:pt x="72" y="1715"/>
                    <a:pt x="1" y="1715"/>
                  </a:cubicBezTo>
                  <a:lnTo>
                    <a:pt x="667" y="1715"/>
                  </a:lnTo>
                  <a:cubicBezTo>
                    <a:pt x="739" y="1715"/>
                    <a:pt x="810" y="1644"/>
                    <a:pt x="810" y="1572"/>
                  </a:cubicBezTo>
                  <a:lnTo>
                    <a:pt x="810" y="1"/>
                  </a:ln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59"/>
            <p:cNvSpPr/>
            <p:nvPr/>
          </p:nvSpPr>
          <p:spPr>
            <a:xfrm>
              <a:off x="6934885" y="3657733"/>
              <a:ext cx="53626" cy="67713"/>
            </a:xfrm>
            <a:custGeom>
              <a:avLst/>
              <a:gdLst/>
              <a:ahLst/>
              <a:cxnLst/>
              <a:rect l="l" t="t" r="r" b="b"/>
              <a:pathLst>
                <a:path w="1359" h="1716" extrusionOk="0">
                  <a:moveTo>
                    <a:pt x="1" y="1"/>
                  </a:moveTo>
                  <a:lnTo>
                    <a:pt x="1" y="1572"/>
                  </a:lnTo>
                  <a:cubicBezTo>
                    <a:pt x="1" y="1644"/>
                    <a:pt x="49" y="1715"/>
                    <a:pt x="120" y="1715"/>
                  </a:cubicBezTo>
                  <a:lnTo>
                    <a:pt x="1215" y="1715"/>
                  </a:lnTo>
                  <a:cubicBezTo>
                    <a:pt x="1287" y="1715"/>
                    <a:pt x="1358" y="1644"/>
                    <a:pt x="1358" y="1572"/>
                  </a:cubicBezTo>
                  <a:lnTo>
                    <a:pt x="13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59"/>
            <p:cNvSpPr/>
            <p:nvPr/>
          </p:nvSpPr>
          <p:spPr>
            <a:xfrm>
              <a:off x="6955562" y="3657733"/>
              <a:ext cx="32002" cy="67713"/>
            </a:xfrm>
            <a:custGeom>
              <a:avLst/>
              <a:gdLst/>
              <a:ahLst/>
              <a:cxnLst/>
              <a:rect l="l" t="t" r="r" b="b"/>
              <a:pathLst>
                <a:path w="811" h="1716" extrusionOk="0">
                  <a:moveTo>
                    <a:pt x="144" y="1"/>
                  </a:moveTo>
                  <a:lnTo>
                    <a:pt x="144" y="1572"/>
                  </a:lnTo>
                  <a:cubicBezTo>
                    <a:pt x="144" y="1644"/>
                    <a:pt x="72" y="1715"/>
                    <a:pt x="1" y="1715"/>
                  </a:cubicBezTo>
                  <a:lnTo>
                    <a:pt x="668" y="1715"/>
                  </a:lnTo>
                  <a:cubicBezTo>
                    <a:pt x="739" y="1715"/>
                    <a:pt x="811" y="1644"/>
                    <a:pt x="811" y="1572"/>
                  </a:cubicBezTo>
                  <a:lnTo>
                    <a:pt x="811" y="1"/>
                  </a:ln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59"/>
            <p:cNvSpPr/>
            <p:nvPr/>
          </p:nvSpPr>
          <p:spPr>
            <a:xfrm>
              <a:off x="6645485" y="3342921"/>
              <a:ext cx="435125" cy="329886"/>
            </a:xfrm>
            <a:custGeom>
              <a:avLst/>
              <a:gdLst/>
              <a:ahLst/>
              <a:cxnLst/>
              <a:rect l="l" t="t" r="r" b="b"/>
              <a:pathLst>
                <a:path w="11027" h="8360" extrusionOk="0">
                  <a:moveTo>
                    <a:pt x="429" y="1"/>
                  </a:moveTo>
                  <a:cubicBezTo>
                    <a:pt x="191" y="1"/>
                    <a:pt x="0" y="191"/>
                    <a:pt x="0" y="429"/>
                  </a:cubicBezTo>
                  <a:lnTo>
                    <a:pt x="0" y="7907"/>
                  </a:lnTo>
                  <a:cubicBezTo>
                    <a:pt x="0" y="8145"/>
                    <a:pt x="191" y="8360"/>
                    <a:pt x="429" y="8360"/>
                  </a:cubicBezTo>
                  <a:lnTo>
                    <a:pt x="10597" y="8360"/>
                  </a:lnTo>
                  <a:cubicBezTo>
                    <a:pt x="10836" y="8360"/>
                    <a:pt x="11026" y="8145"/>
                    <a:pt x="11026" y="7907"/>
                  </a:cubicBezTo>
                  <a:lnTo>
                    <a:pt x="11026" y="429"/>
                  </a:lnTo>
                  <a:cubicBezTo>
                    <a:pt x="11026" y="191"/>
                    <a:pt x="10836" y="1"/>
                    <a:pt x="105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59"/>
            <p:cNvSpPr/>
            <p:nvPr/>
          </p:nvSpPr>
          <p:spPr>
            <a:xfrm>
              <a:off x="7037323" y="3342842"/>
              <a:ext cx="43288" cy="329965"/>
            </a:xfrm>
            <a:custGeom>
              <a:avLst/>
              <a:gdLst/>
              <a:ahLst/>
              <a:cxnLst/>
              <a:rect l="l" t="t" r="r" b="b"/>
              <a:pathLst>
                <a:path w="1097" h="8362" extrusionOk="0">
                  <a:moveTo>
                    <a:pt x="37" y="1"/>
                  </a:moveTo>
                  <a:cubicBezTo>
                    <a:pt x="25" y="1"/>
                    <a:pt x="13" y="2"/>
                    <a:pt x="1" y="3"/>
                  </a:cubicBezTo>
                  <a:lnTo>
                    <a:pt x="73" y="3"/>
                  </a:lnTo>
                  <a:cubicBezTo>
                    <a:pt x="61" y="2"/>
                    <a:pt x="49" y="1"/>
                    <a:pt x="37" y="1"/>
                  </a:cubicBezTo>
                  <a:close/>
                  <a:moveTo>
                    <a:pt x="73" y="3"/>
                  </a:moveTo>
                  <a:cubicBezTo>
                    <a:pt x="276" y="23"/>
                    <a:pt x="429" y="218"/>
                    <a:pt x="429" y="431"/>
                  </a:cubicBezTo>
                  <a:lnTo>
                    <a:pt x="429" y="7909"/>
                  </a:lnTo>
                  <a:cubicBezTo>
                    <a:pt x="429" y="8147"/>
                    <a:pt x="239" y="8362"/>
                    <a:pt x="1" y="8362"/>
                  </a:cubicBezTo>
                  <a:lnTo>
                    <a:pt x="667" y="8362"/>
                  </a:lnTo>
                  <a:cubicBezTo>
                    <a:pt x="906" y="8362"/>
                    <a:pt x="1096" y="8147"/>
                    <a:pt x="1096" y="7909"/>
                  </a:cubicBezTo>
                  <a:lnTo>
                    <a:pt x="1096" y="431"/>
                  </a:lnTo>
                  <a:cubicBezTo>
                    <a:pt x="1096" y="193"/>
                    <a:pt x="906" y="3"/>
                    <a:pt x="667" y="3"/>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59"/>
            <p:cNvSpPr/>
            <p:nvPr/>
          </p:nvSpPr>
          <p:spPr>
            <a:xfrm>
              <a:off x="6671765" y="3369241"/>
              <a:ext cx="382525" cy="277246"/>
            </a:xfrm>
            <a:custGeom>
              <a:avLst/>
              <a:gdLst/>
              <a:ahLst/>
              <a:cxnLst/>
              <a:rect l="l" t="t" r="r" b="b"/>
              <a:pathLst>
                <a:path w="9694" h="7026" extrusionOk="0">
                  <a:moveTo>
                    <a:pt x="25" y="1"/>
                  </a:moveTo>
                  <a:cubicBezTo>
                    <a:pt x="25" y="1"/>
                    <a:pt x="1" y="24"/>
                    <a:pt x="1" y="48"/>
                  </a:cubicBezTo>
                  <a:lnTo>
                    <a:pt x="1" y="6978"/>
                  </a:lnTo>
                  <a:cubicBezTo>
                    <a:pt x="1" y="7002"/>
                    <a:pt x="25" y="7026"/>
                    <a:pt x="48" y="7026"/>
                  </a:cubicBezTo>
                  <a:lnTo>
                    <a:pt x="9646" y="7026"/>
                  </a:lnTo>
                  <a:cubicBezTo>
                    <a:pt x="9670" y="7026"/>
                    <a:pt x="9693" y="7002"/>
                    <a:pt x="9693" y="6978"/>
                  </a:cubicBezTo>
                  <a:lnTo>
                    <a:pt x="9693" y="48"/>
                  </a:lnTo>
                  <a:cubicBezTo>
                    <a:pt x="9693" y="1"/>
                    <a:pt x="9670" y="1"/>
                    <a:pt x="96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59"/>
            <p:cNvSpPr/>
            <p:nvPr/>
          </p:nvSpPr>
          <p:spPr>
            <a:xfrm>
              <a:off x="7026037" y="3368846"/>
              <a:ext cx="28253" cy="277641"/>
            </a:xfrm>
            <a:custGeom>
              <a:avLst/>
              <a:gdLst/>
              <a:ahLst/>
              <a:cxnLst/>
              <a:rect l="l" t="t" r="r" b="b"/>
              <a:pathLst>
                <a:path w="716" h="7036" extrusionOk="0">
                  <a:moveTo>
                    <a:pt x="21" y="1"/>
                  </a:moveTo>
                  <a:cubicBezTo>
                    <a:pt x="15" y="1"/>
                    <a:pt x="8" y="4"/>
                    <a:pt x="1" y="11"/>
                  </a:cubicBezTo>
                  <a:lnTo>
                    <a:pt x="40" y="11"/>
                  </a:lnTo>
                  <a:cubicBezTo>
                    <a:pt x="35" y="5"/>
                    <a:pt x="29" y="1"/>
                    <a:pt x="21" y="1"/>
                  </a:cubicBezTo>
                  <a:close/>
                  <a:moveTo>
                    <a:pt x="40" y="11"/>
                  </a:moveTo>
                  <a:cubicBezTo>
                    <a:pt x="45" y="17"/>
                    <a:pt x="49" y="26"/>
                    <a:pt x="49" y="34"/>
                  </a:cubicBezTo>
                  <a:lnTo>
                    <a:pt x="49" y="6988"/>
                  </a:lnTo>
                  <a:cubicBezTo>
                    <a:pt x="49" y="7012"/>
                    <a:pt x="25" y="7036"/>
                    <a:pt x="1" y="7036"/>
                  </a:cubicBezTo>
                  <a:lnTo>
                    <a:pt x="668" y="7036"/>
                  </a:lnTo>
                  <a:cubicBezTo>
                    <a:pt x="692" y="7036"/>
                    <a:pt x="715" y="7012"/>
                    <a:pt x="715" y="6988"/>
                  </a:cubicBezTo>
                  <a:lnTo>
                    <a:pt x="715" y="58"/>
                  </a:lnTo>
                  <a:cubicBezTo>
                    <a:pt x="715" y="11"/>
                    <a:pt x="692" y="11"/>
                    <a:pt x="668" y="1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59"/>
            <p:cNvSpPr/>
            <p:nvPr/>
          </p:nvSpPr>
          <p:spPr>
            <a:xfrm>
              <a:off x="6700926" y="3440663"/>
              <a:ext cx="57335" cy="114671"/>
            </a:xfrm>
            <a:custGeom>
              <a:avLst/>
              <a:gdLst/>
              <a:ahLst/>
              <a:cxnLst/>
              <a:rect l="l" t="t" r="r" b="b"/>
              <a:pathLst>
                <a:path w="1453" h="2906" extrusionOk="0">
                  <a:moveTo>
                    <a:pt x="167" y="0"/>
                  </a:moveTo>
                  <a:cubicBezTo>
                    <a:pt x="72" y="0"/>
                    <a:pt x="0" y="96"/>
                    <a:pt x="0" y="167"/>
                  </a:cubicBezTo>
                  <a:lnTo>
                    <a:pt x="0" y="2763"/>
                  </a:lnTo>
                  <a:cubicBezTo>
                    <a:pt x="0" y="2834"/>
                    <a:pt x="72" y="2906"/>
                    <a:pt x="167" y="2906"/>
                  </a:cubicBezTo>
                  <a:lnTo>
                    <a:pt x="1262" y="2906"/>
                  </a:lnTo>
                  <a:cubicBezTo>
                    <a:pt x="1453" y="2906"/>
                    <a:pt x="1453" y="2596"/>
                    <a:pt x="1262" y="2596"/>
                  </a:cubicBezTo>
                  <a:lnTo>
                    <a:pt x="333" y="2596"/>
                  </a:lnTo>
                  <a:lnTo>
                    <a:pt x="333" y="1620"/>
                  </a:lnTo>
                  <a:lnTo>
                    <a:pt x="1167" y="1620"/>
                  </a:lnTo>
                  <a:cubicBezTo>
                    <a:pt x="1381" y="1620"/>
                    <a:pt x="1381" y="1310"/>
                    <a:pt x="1167" y="1310"/>
                  </a:cubicBezTo>
                  <a:lnTo>
                    <a:pt x="333" y="1310"/>
                  </a:lnTo>
                  <a:lnTo>
                    <a:pt x="333" y="334"/>
                  </a:lnTo>
                  <a:lnTo>
                    <a:pt x="1262" y="334"/>
                  </a:lnTo>
                  <a:cubicBezTo>
                    <a:pt x="1334" y="334"/>
                    <a:pt x="1405" y="262"/>
                    <a:pt x="1405" y="167"/>
                  </a:cubicBezTo>
                  <a:cubicBezTo>
                    <a:pt x="1405" y="96"/>
                    <a:pt x="1334" y="24"/>
                    <a:pt x="12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59"/>
            <p:cNvSpPr/>
            <p:nvPr/>
          </p:nvSpPr>
          <p:spPr>
            <a:xfrm>
              <a:off x="6832486" y="3483714"/>
              <a:ext cx="155078" cy="75566"/>
            </a:xfrm>
            <a:custGeom>
              <a:avLst/>
              <a:gdLst/>
              <a:ahLst/>
              <a:cxnLst/>
              <a:rect l="l" t="t" r="r" b="b"/>
              <a:pathLst>
                <a:path w="3930" h="1915" extrusionOk="0">
                  <a:moveTo>
                    <a:pt x="195" y="0"/>
                  </a:moveTo>
                  <a:cubicBezTo>
                    <a:pt x="186" y="0"/>
                    <a:pt x="176" y="2"/>
                    <a:pt x="167" y="5"/>
                  </a:cubicBezTo>
                  <a:cubicBezTo>
                    <a:pt x="157" y="2"/>
                    <a:pt x="147" y="1"/>
                    <a:pt x="137" y="1"/>
                  </a:cubicBezTo>
                  <a:cubicBezTo>
                    <a:pt x="57" y="1"/>
                    <a:pt x="0" y="84"/>
                    <a:pt x="0" y="148"/>
                  </a:cubicBezTo>
                  <a:lnTo>
                    <a:pt x="0" y="1696"/>
                  </a:lnTo>
                  <a:cubicBezTo>
                    <a:pt x="0" y="1791"/>
                    <a:pt x="72" y="1862"/>
                    <a:pt x="167" y="1862"/>
                  </a:cubicBezTo>
                  <a:cubicBezTo>
                    <a:pt x="238" y="1862"/>
                    <a:pt x="310" y="1791"/>
                    <a:pt x="310" y="1696"/>
                  </a:cubicBezTo>
                  <a:lnTo>
                    <a:pt x="310" y="910"/>
                  </a:lnTo>
                  <a:cubicBezTo>
                    <a:pt x="310" y="553"/>
                    <a:pt x="476" y="338"/>
                    <a:pt x="715" y="338"/>
                  </a:cubicBezTo>
                  <a:cubicBezTo>
                    <a:pt x="857" y="338"/>
                    <a:pt x="1000" y="386"/>
                    <a:pt x="1000" y="838"/>
                  </a:cubicBezTo>
                  <a:cubicBezTo>
                    <a:pt x="1000" y="838"/>
                    <a:pt x="1000" y="862"/>
                    <a:pt x="1000" y="886"/>
                  </a:cubicBezTo>
                  <a:lnTo>
                    <a:pt x="1000" y="910"/>
                  </a:lnTo>
                  <a:lnTo>
                    <a:pt x="1000" y="934"/>
                  </a:lnTo>
                  <a:lnTo>
                    <a:pt x="1000" y="1696"/>
                  </a:lnTo>
                  <a:cubicBezTo>
                    <a:pt x="1000" y="1791"/>
                    <a:pt x="1072" y="1862"/>
                    <a:pt x="1167" y="1862"/>
                  </a:cubicBezTo>
                  <a:cubicBezTo>
                    <a:pt x="1262" y="1862"/>
                    <a:pt x="1334" y="1791"/>
                    <a:pt x="1334" y="1696"/>
                  </a:cubicBezTo>
                  <a:lnTo>
                    <a:pt x="1334" y="815"/>
                  </a:lnTo>
                  <a:cubicBezTo>
                    <a:pt x="1334" y="434"/>
                    <a:pt x="1524" y="362"/>
                    <a:pt x="1691" y="362"/>
                  </a:cubicBezTo>
                  <a:cubicBezTo>
                    <a:pt x="1715" y="356"/>
                    <a:pt x="1737" y="353"/>
                    <a:pt x="1758" y="353"/>
                  </a:cubicBezTo>
                  <a:cubicBezTo>
                    <a:pt x="1822" y="353"/>
                    <a:pt x="1876" y="380"/>
                    <a:pt x="1929" y="434"/>
                  </a:cubicBezTo>
                  <a:cubicBezTo>
                    <a:pt x="2024" y="576"/>
                    <a:pt x="2048" y="743"/>
                    <a:pt x="2024" y="910"/>
                  </a:cubicBezTo>
                  <a:lnTo>
                    <a:pt x="2024" y="1720"/>
                  </a:lnTo>
                  <a:cubicBezTo>
                    <a:pt x="2024" y="1815"/>
                    <a:pt x="2096" y="1886"/>
                    <a:pt x="2191" y="1886"/>
                  </a:cubicBezTo>
                  <a:cubicBezTo>
                    <a:pt x="2262" y="1886"/>
                    <a:pt x="2334" y="1791"/>
                    <a:pt x="2334" y="1720"/>
                  </a:cubicBezTo>
                  <a:lnTo>
                    <a:pt x="2334" y="1172"/>
                  </a:lnTo>
                  <a:cubicBezTo>
                    <a:pt x="2429" y="1600"/>
                    <a:pt x="2810" y="1910"/>
                    <a:pt x="3263" y="1910"/>
                  </a:cubicBezTo>
                  <a:cubicBezTo>
                    <a:pt x="3287" y="1913"/>
                    <a:pt x="3311" y="1915"/>
                    <a:pt x="3335" y="1915"/>
                  </a:cubicBezTo>
                  <a:cubicBezTo>
                    <a:pt x="3501" y="1915"/>
                    <a:pt x="3662" y="1844"/>
                    <a:pt x="3787" y="1720"/>
                  </a:cubicBezTo>
                  <a:cubicBezTo>
                    <a:pt x="3810" y="1696"/>
                    <a:pt x="3834" y="1672"/>
                    <a:pt x="3858" y="1648"/>
                  </a:cubicBezTo>
                  <a:cubicBezTo>
                    <a:pt x="3930" y="1577"/>
                    <a:pt x="3906" y="1481"/>
                    <a:pt x="3834" y="1410"/>
                  </a:cubicBezTo>
                  <a:lnTo>
                    <a:pt x="3858" y="1410"/>
                  </a:lnTo>
                  <a:cubicBezTo>
                    <a:pt x="3826" y="1389"/>
                    <a:pt x="3789" y="1377"/>
                    <a:pt x="3752" y="1377"/>
                  </a:cubicBezTo>
                  <a:cubicBezTo>
                    <a:pt x="3706" y="1377"/>
                    <a:pt x="3659" y="1394"/>
                    <a:pt x="3620" y="1434"/>
                  </a:cubicBezTo>
                  <a:cubicBezTo>
                    <a:pt x="3620" y="1458"/>
                    <a:pt x="3596" y="1481"/>
                    <a:pt x="3572" y="1481"/>
                  </a:cubicBezTo>
                  <a:cubicBezTo>
                    <a:pt x="3501" y="1553"/>
                    <a:pt x="3382" y="1600"/>
                    <a:pt x="3263" y="1600"/>
                  </a:cubicBezTo>
                  <a:cubicBezTo>
                    <a:pt x="2593" y="1600"/>
                    <a:pt x="2879" y="406"/>
                    <a:pt x="3378" y="406"/>
                  </a:cubicBezTo>
                  <a:cubicBezTo>
                    <a:pt x="3448" y="406"/>
                    <a:pt x="3521" y="429"/>
                    <a:pt x="3596" y="481"/>
                  </a:cubicBezTo>
                  <a:cubicBezTo>
                    <a:pt x="3621" y="498"/>
                    <a:pt x="3653" y="506"/>
                    <a:pt x="3685" y="506"/>
                  </a:cubicBezTo>
                  <a:cubicBezTo>
                    <a:pt x="3743" y="506"/>
                    <a:pt x="3803" y="480"/>
                    <a:pt x="3834" y="434"/>
                  </a:cubicBezTo>
                  <a:cubicBezTo>
                    <a:pt x="3882" y="362"/>
                    <a:pt x="3858" y="267"/>
                    <a:pt x="3787" y="219"/>
                  </a:cubicBezTo>
                  <a:cubicBezTo>
                    <a:pt x="3623" y="105"/>
                    <a:pt x="3442" y="53"/>
                    <a:pt x="3265" y="53"/>
                  </a:cubicBezTo>
                  <a:cubicBezTo>
                    <a:pt x="2851" y="53"/>
                    <a:pt x="2458" y="340"/>
                    <a:pt x="2358" y="791"/>
                  </a:cubicBezTo>
                  <a:cubicBezTo>
                    <a:pt x="2358" y="576"/>
                    <a:pt x="2310" y="362"/>
                    <a:pt x="2167" y="195"/>
                  </a:cubicBezTo>
                  <a:cubicBezTo>
                    <a:pt x="2064" y="92"/>
                    <a:pt x="1924" y="24"/>
                    <a:pt x="1779" y="24"/>
                  </a:cubicBezTo>
                  <a:cubicBezTo>
                    <a:pt x="1758" y="24"/>
                    <a:pt x="1736" y="26"/>
                    <a:pt x="1715" y="29"/>
                  </a:cubicBezTo>
                  <a:cubicBezTo>
                    <a:pt x="1500" y="29"/>
                    <a:pt x="1310" y="100"/>
                    <a:pt x="1191" y="243"/>
                  </a:cubicBezTo>
                  <a:cubicBezTo>
                    <a:pt x="1084" y="115"/>
                    <a:pt x="939" y="25"/>
                    <a:pt x="773" y="25"/>
                  </a:cubicBezTo>
                  <a:cubicBezTo>
                    <a:pt x="754" y="25"/>
                    <a:pt x="734" y="26"/>
                    <a:pt x="715" y="29"/>
                  </a:cubicBezTo>
                  <a:cubicBezTo>
                    <a:pt x="690" y="25"/>
                    <a:pt x="666" y="23"/>
                    <a:pt x="641" y="23"/>
                  </a:cubicBezTo>
                  <a:cubicBezTo>
                    <a:pt x="523" y="23"/>
                    <a:pt x="408" y="69"/>
                    <a:pt x="310" y="148"/>
                  </a:cubicBezTo>
                  <a:cubicBezTo>
                    <a:pt x="310" y="65"/>
                    <a:pt x="256" y="0"/>
                    <a:pt x="1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59"/>
            <p:cNvSpPr/>
            <p:nvPr/>
          </p:nvSpPr>
          <p:spPr>
            <a:xfrm>
              <a:off x="6767614" y="3492356"/>
              <a:ext cx="51732" cy="12233"/>
            </a:xfrm>
            <a:custGeom>
              <a:avLst/>
              <a:gdLst/>
              <a:ahLst/>
              <a:cxnLst/>
              <a:rect l="l" t="t" r="r" b="b"/>
              <a:pathLst>
                <a:path w="1311" h="310" extrusionOk="0">
                  <a:moveTo>
                    <a:pt x="191" y="0"/>
                  </a:moveTo>
                  <a:cubicBezTo>
                    <a:pt x="1" y="0"/>
                    <a:pt x="1" y="310"/>
                    <a:pt x="191" y="310"/>
                  </a:cubicBezTo>
                  <a:lnTo>
                    <a:pt x="1096" y="310"/>
                  </a:lnTo>
                  <a:cubicBezTo>
                    <a:pt x="1311" y="310"/>
                    <a:pt x="1311" y="0"/>
                    <a:pt x="10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59"/>
            <p:cNvSpPr/>
            <p:nvPr/>
          </p:nvSpPr>
          <p:spPr>
            <a:xfrm>
              <a:off x="6769508" y="3514888"/>
              <a:ext cx="47983" cy="13219"/>
            </a:xfrm>
            <a:custGeom>
              <a:avLst/>
              <a:gdLst/>
              <a:ahLst/>
              <a:cxnLst/>
              <a:rect l="l" t="t" r="r" b="b"/>
              <a:pathLst>
                <a:path w="1216" h="335" extrusionOk="0">
                  <a:moveTo>
                    <a:pt x="143" y="1"/>
                  </a:moveTo>
                  <a:cubicBezTo>
                    <a:pt x="72" y="1"/>
                    <a:pt x="1" y="72"/>
                    <a:pt x="1" y="167"/>
                  </a:cubicBezTo>
                  <a:cubicBezTo>
                    <a:pt x="1" y="239"/>
                    <a:pt x="72" y="334"/>
                    <a:pt x="143" y="334"/>
                  </a:cubicBezTo>
                  <a:lnTo>
                    <a:pt x="1048" y="334"/>
                  </a:lnTo>
                  <a:cubicBezTo>
                    <a:pt x="1144" y="334"/>
                    <a:pt x="1215" y="239"/>
                    <a:pt x="1215" y="167"/>
                  </a:cubicBezTo>
                  <a:cubicBezTo>
                    <a:pt x="1215" y="72"/>
                    <a:pt x="1144" y="1"/>
                    <a:pt x="10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59"/>
            <p:cNvSpPr/>
            <p:nvPr/>
          </p:nvSpPr>
          <p:spPr>
            <a:xfrm>
              <a:off x="6985630" y="3437743"/>
              <a:ext cx="40249" cy="61242"/>
            </a:xfrm>
            <a:custGeom>
              <a:avLst/>
              <a:gdLst/>
              <a:ahLst/>
              <a:cxnLst/>
              <a:rect l="l" t="t" r="r" b="b"/>
              <a:pathLst>
                <a:path w="1020" h="1552" extrusionOk="0">
                  <a:moveTo>
                    <a:pt x="470" y="0"/>
                  </a:moveTo>
                  <a:cubicBezTo>
                    <a:pt x="267" y="0"/>
                    <a:pt x="68" y="122"/>
                    <a:pt x="25" y="384"/>
                  </a:cubicBezTo>
                  <a:cubicBezTo>
                    <a:pt x="1" y="455"/>
                    <a:pt x="49" y="551"/>
                    <a:pt x="144" y="575"/>
                  </a:cubicBezTo>
                  <a:cubicBezTo>
                    <a:pt x="156" y="578"/>
                    <a:pt x="168" y="579"/>
                    <a:pt x="180" y="579"/>
                  </a:cubicBezTo>
                  <a:cubicBezTo>
                    <a:pt x="257" y="579"/>
                    <a:pt x="314" y="514"/>
                    <a:pt x="334" y="432"/>
                  </a:cubicBezTo>
                  <a:cubicBezTo>
                    <a:pt x="334" y="342"/>
                    <a:pt x="402" y="300"/>
                    <a:pt x="472" y="300"/>
                  </a:cubicBezTo>
                  <a:cubicBezTo>
                    <a:pt x="551" y="300"/>
                    <a:pt x="633" y="354"/>
                    <a:pt x="620" y="455"/>
                  </a:cubicBezTo>
                  <a:lnTo>
                    <a:pt x="620" y="479"/>
                  </a:lnTo>
                  <a:cubicBezTo>
                    <a:pt x="596" y="551"/>
                    <a:pt x="572" y="622"/>
                    <a:pt x="525" y="694"/>
                  </a:cubicBezTo>
                  <a:cubicBezTo>
                    <a:pt x="334" y="956"/>
                    <a:pt x="215" y="1122"/>
                    <a:pt x="168" y="1194"/>
                  </a:cubicBezTo>
                  <a:cubicBezTo>
                    <a:pt x="96" y="1265"/>
                    <a:pt x="49" y="1337"/>
                    <a:pt x="72" y="1432"/>
                  </a:cubicBezTo>
                  <a:cubicBezTo>
                    <a:pt x="72" y="1479"/>
                    <a:pt x="120" y="1527"/>
                    <a:pt x="168" y="1551"/>
                  </a:cubicBezTo>
                  <a:lnTo>
                    <a:pt x="858" y="1551"/>
                  </a:lnTo>
                  <a:cubicBezTo>
                    <a:pt x="863" y="1552"/>
                    <a:pt x="868" y="1552"/>
                    <a:pt x="873" y="1552"/>
                  </a:cubicBezTo>
                  <a:cubicBezTo>
                    <a:pt x="1020" y="1552"/>
                    <a:pt x="1020" y="1216"/>
                    <a:pt x="873" y="1216"/>
                  </a:cubicBezTo>
                  <a:cubicBezTo>
                    <a:pt x="868" y="1216"/>
                    <a:pt x="863" y="1217"/>
                    <a:pt x="858" y="1218"/>
                  </a:cubicBezTo>
                  <a:lnTo>
                    <a:pt x="549" y="1218"/>
                  </a:lnTo>
                  <a:cubicBezTo>
                    <a:pt x="596" y="1122"/>
                    <a:pt x="691" y="1027"/>
                    <a:pt x="787" y="860"/>
                  </a:cubicBezTo>
                  <a:cubicBezTo>
                    <a:pt x="858" y="765"/>
                    <a:pt x="906" y="646"/>
                    <a:pt x="953" y="551"/>
                  </a:cubicBezTo>
                  <a:lnTo>
                    <a:pt x="953" y="503"/>
                  </a:lnTo>
                  <a:lnTo>
                    <a:pt x="953" y="479"/>
                  </a:lnTo>
                  <a:cubicBezTo>
                    <a:pt x="953" y="170"/>
                    <a:pt x="709" y="0"/>
                    <a:pt x="4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8" name="Google Shape;2228;p59"/>
          <p:cNvGrpSpPr/>
          <p:nvPr/>
        </p:nvGrpSpPr>
        <p:grpSpPr>
          <a:xfrm>
            <a:off x="5734922" y="1570784"/>
            <a:ext cx="299817" cy="436072"/>
            <a:chOff x="5796898" y="1271784"/>
            <a:chExt cx="299817" cy="436072"/>
          </a:xfrm>
        </p:grpSpPr>
        <p:sp>
          <p:nvSpPr>
            <p:cNvPr id="2229" name="Google Shape;2229;p59"/>
            <p:cNvSpPr/>
            <p:nvPr/>
          </p:nvSpPr>
          <p:spPr>
            <a:xfrm>
              <a:off x="5877712" y="1271784"/>
              <a:ext cx="138189" cy="308262"/>
            </a:xfrm>
            <a:custGeom>
              <a:avLst/>
              <a:gdLst/>
              <a:ahLst/>
              <a:cxnLst/>
              <a:rect l="l" t="t" r="r" b="b"/>
              <a:pathLst>
                <a:path w="3502" h="7812" extrusionOk="0">
                  <a:moveTo>
                    <a:pt x="2930" y="1"/>
                  </a:moveTo>
                  <a:cubicBezTo>
                    <a:pt x="2882" y="1"/>
                    <a:pt x="2835" y="49"/>
                    <a:pt x="2835" y="96"/>
                  </a:cubicBezTo>
                  <a:lnTo>
                    <a:pt x="2835" y="4930"/>
                  </a:lnTo>
                  <a:cubicBezTo>
                    <a:pt x="2883" y="5698"/>
                    <a:pt x="2314" y="6086"/>
                    <a:pt x="1747" y="6086"/>
                  </a:cubicBezTo>
                  <a:cubicBezTo>
                    <a:pt x="1188" y="6086"/>
                    <a:pt x="632" y="5710"/>
                    <a:pt x="667" y="4954"/>
                  </a:cubicBezTo>
                  <a:lnTo>
                    <a:pt x="667" y="96"/>
                  </a:lnTo>
                  <a:cubicBezTo>
                    <a:pt x="667" y="57"/>
                    <a:pt x="636" y="18"/>
                    <a:pt x="598" y="18"/>
                  </a:cubicBezTo>
                  <a:cubicBezTo>
                    <a:pt x="590" y="18"/>
                    <a:pt x="581" y="20"/>
                    <a:pt x="572" y="25"/>
                  </a:cubicBezTo>
                  <a:lnTo>
                    <a:pt x="72" y="25"/>
                  </a:lnTo>
                  <a:cubicBezTo>
                    <a:pt x="63" y="20"/>
                    <a:pt x="55" y="18"/>
                    <a:pt x="48" y="18"/>
                  </a:cubicBezTo>
                  <a:cubicBezTo>
                    <a:pt x="16" y="18"/>
                    <a:pt x="1" y="57"/>
                    <a:pt x="1" y="96"/>
                  </a:cubicBezTo>
                  <a:lnTo>
                    <a:pt x="1" y="4954"/>
                  </a:lnTo>
                  <a:cubicBezTo>
                    <a:pt x="1" y="5716"/>
                    <a:pt x="501" y="6407"/>
                    <a:pt x="1263" y="6621"/>
                  </a:cubicBezTo>
                  <a:cubicBezTo>
                    <a:pt x="1358" y="6645"/>
                    <a:pt x="1406" y="6740"/>
                    <a:pt x="1406" y="6812"/>
                  </a:cubicBezTo>
                  <a:lnTo>
                    <a:pt x="1406" y="7812"/>
                  </a:lnTo>
                  <a:lnTo>
                    <a:pt x="2072" y="7812"/>
                  </a:lnTo>
                  <a:lnTo>
                    <a:pt x="2072" y="6812"/>
                  </a:lnTo>
                  <a:cubicBezTo>
                    <a:pt x="2072" y="6740"/>
                    <a:pt x="2144" y="6645"/>
                    <a:pt x="2239" y="6621"/>
                  </a:cubicBezTo>
                  <a:cubicBezTo>
                    <a:pt x="2977" y="6407"/>
                    <a:pt x="3501" y="5716"/>
                    <a:pt x="3501" y="4954"/>
                  </a:cubicBezTo>
                  <a:lnTo>
                    <a:pt x="3501" y="96"/>
                  </a:lnTo>
                  <a:cubicBezTo>
                    <a:pt x="3501" y="49"/>
                    <a:pt x="3454" y="1"/>
                    <a:pt x="34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59"/>
            <p:cNvSpPr/>
            <p:nvPr/>
          </p:nvSpPr>
          <p:spPr>
            <a:xfrm>
              <a:off x="5913423" y="1569707"/>
              <a:ext cx="66766" cy="41354"/>
            </a:xfrm>
            <a:custGeom>
              <a:avLst/>
              <a:gdLst/>
              <a:ahLst/>
              <a:cxnLst/>
              <a:rect l="l" t="t" r="r" b="b"/>
              <a:pathLst>
                <a:path w="1692" h="1048" extrusionOk="0">
                  <a:moveTo>
                    <a:pt x="453" y="0"/>
                  </a:moveTo>
                  <a:cubicBezTo>
                    <a:pt x="191" y="0"/>
                    <a:pt x="1" y="191"/>
                    <a:pt x="1" y="429"/>
                  </a:cubicBezTo>
                  <a:lnTo>
                    <a:pt x="1" y="1048"/>
                  </a:lnTo>
                  <a:lnTo>
                    <a:pt x="1691" y="1048"/>
                  </a:lnTo>
                  <a:lnTo>
                    <a:pt x="1691" y="429"/>
                  </a:lnTo>
                  <a:cubicBezTo>
                    <a:pt x="1691" y="191"/>
                    <a:pt x="1501" y="0"/>
                    <a:pt x="12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59"/>
            <p:cNvSpPr/>
            <p:nvPr/>
          </p:nvSpPr>
          <p:spPr>
            <a:xfrm>
              <a:off x="5935994" y="1569707"/>
              <a:ext cx="44195" cy="41354"/>
            </a:xfrm>
            <a:custGeom>
              <a:avLst/>
              <a:gdLst/>
              <a:ahLst/>
              <a:cxnLst/>
              <a:rect l="l" t="t" r="r" b="b"/>
              <a:pathLst>
                <a:path w="1120" h="1048" extrusionOk="0">
                  <a:moveTo>
                    <a:pt x="0" y="0"/>
                  </a:moveTo>
                  <a:cubicBezTo>
                    <a:pt x="262" y="0"/>
                    <a:pt x="453" y="191"/>
                    <a:pt x="453" y="429"/>
                  </a:cubicBezTo>
                  <a:lnTo>
                    <a:pt x="453" y="1048"/>
                  </a:lnTo>
                  <a:lnTo>
                    <a:pt x="1119" y="1048"/>
                  </a:lnTo>
                  <a:lnTo>
                    <a:pt x="1119" y="429"/>
                  </a:lnTo>
                  <a:cubicBezTo>
                    <a:pt x="1119" y="191"/>
                    <a:pt x="929" y="0"/>
                    <a:pt x="667"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59"/>
            <p:cNvSpPr/>
            <p:nvPr/>
          </p:nvSpPr>
          <p:spPr>
            <a:xfrm>
              <a:off x="5796898" y="1602577"/>
              <a:ext cx="299817" cy="105279"/>
            </a:xfrm>
            <a:custGeom>
              <a:avLst/>
              <a:gdLst/>
              <a:ahLst/>
              <a:cxnLst/>
              <a:rect l="l" t="t" r="r" b="b"/>
              <a:pathLst>
                <a:path w="7598" h="2668" extrusionOk="0">
                  <a:moveTo>
                    <a:pt x="6883" y="667"/>
                  </a:moveTo>
                  <a:cubicBezTo>
                    <a:pt x="6907" y="667"/>
                    <a:pt x="6931" y="691"/>
                    <a:pt x="6931" y="715"/>
                  </a:cubicBezTo>
                  <a:lnTo>
                    <a:pt x="6931" y="1953"/>
                  </a:lnTo>
                  <a:cubicBezTo>
                    <a:pt x="6931" y="1953"/>
                    <a:pt x="6907" y="1977"/>
                    <a:pt x="6883" y="1977"/>
                  </a:cubicBezTo>
                  <a:lnTo>
                    <a:pt x="6883" y="2001"/>
                  </a:lnTo>
                  <a:lnTo>
                    <a:pt x="715" y="2001"/>
                  </a:lnTo>
                  <a:cubicBezTo>
                    <a:pt x="691" y="2001"/>
                    <a:pt x="667" y="1977"/>
                    <a:pt x="667" y="1953"/>
                  </a:cubicBezTo>
                  <a:lnTo>
                    <a:pt x="667" y="715"/>
                  </a:lnTo>
                  <a:cubicBezTo>
                    <a:pt x="667" y="691"/>
                    <a:pt x="691" y="667"/>
                    <a:pt x="715" y="667"/>
                  </a:cubicBezTo>
                  <a:close/>
                  <a:moveTo>
                    <a:pt x="191" y="1"/>
                  </a:moveTo>
                  <a:cubicBezTo>
                    <a:pt x="96" y="1"/>
                    <a:pt x="1" y="72"/>
                    <a:pt x="1" y="167"/>
                  </a:cubicBezTo>
                  <a:lnTo>
                    <a:pt x="1" y="2477"/>
                  </a:lnTo>
                  <a:cubicBezTo>
                    <a:pt x="1" y="2596"/>
                    <a:pt x="72" y="2668"/>
                    <a:pt x="191" y="2668"/>
                  </a:cubicBezTo>
                  <a:lnTo>
                    <a:pt x="7407" y="2668"/>
                  </a:lnTo>
                  <a:cubicBezTo>
                    <a:pt x="7502" y="2668"/>
                    <a:pt x="7597" y="2596"/>
                    <a:pt x="7597" y="2477"/>
                  </a:cubicBezTo>
                  <a:lnTo>
                    <a:pt x="7597" y="167"/>
                  </a:lnTo>
                  <a:cubicBezTo>
                    <a:pt x="7597" y="72"/>
                    <a:pt x="7502" y="1"/>
                    <a:pt x="74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59"/>
            <p:cNvSpPr/>
            <p:nvPr/>
          </p:nvSpPr>
          <p:spPr>
            <a:xfrm>
              <a:off x="6062858" y="1602577"/>
              <a:ext cx="33857" cy="105279"/>
            </a:xfrm>
            <a:custGeom>
              <a:avLst/>
              <a:gdLst/>
              <a:ahLst/>
              <a:cxnLst/>
              <a:rect l="l" t="t" r="r" b="b"/>
              <a:pathLst>
                <a:path w="858" h="2668" extrusionOk="0">
                  <a:moveTo>
                    <a:pt x="0" y="1"/>
                  </a:moveTo>
                  <a:cubicBezTo>
                    <a:pt x="95" y="1"/>
                    <a:pt x="191" y="72"/>
                    <a:pt x="191" y="167"/>
                  </a:cubicBezTo>
                  <a:lnTo>
                    <a:pt x="191" y="2477"/>
                  </a:lnTo>
                  <a:cubicBezTo>
                    <a:pt x="191" y="2572"/>
                    <a:pt x="95" y="2668"/>
                    <a:pt x="0" y="2668"/>
                  </a:cubicBezTo>
                  <a:lnTo>
                    <a:pt x="667" y="2668"/>
                  </a:lnTo>
                  <a:cubicBezTo>
                    <a:pt x="762" y="2668"/>
                    <a:pt x="857" y="2596"/>
                    <a:pt x="857" y="2477"/>
                  </a:cubicBezTo>
                  <a:lnTo>
                    <a:pt x="857" y="167"/>
                  </a:lnTo>
                  <a:cubicBezTo>
                    <a:pt x="857" y="72"/>
                    <a:pt x="762" y="1"/>
                    <a:pt x="667"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4" name="Google Shape;2234;p59"/>
          <p:cNvGrpSpPr/>
          <p:nvPr/>
        </p:nvGrpSpPr>
        <p:grpSpPr>
          <a:xfrm>
            <a:off x="5637419" y="2728380"/>
            <a:ext cx="437967" cy="436072"/>
            <a:chOff x="4798915" y="1953100"/>
            <a:chExt cx="437967" cy="436072"/>
          </a:xfrm>
        </p:grpSpPr>
        <p:sp>
          <p:nvSpPr>
            <p:cNvPr id="2235" name="Google Shape;2235;p59"/>
            <p:cNvSpPr/>
            <p:nvPr/>
          </p:nvSpPr>
          <p:spPr>
            <a:xfrm>
              <a:off x="4843070" y="1995362"/>
              <a:ext cx="107173" cy="107173"/>
            </a:xfrm>
            <a:custGeom>
              <a:avLst/>
              <a:gdLst/>
              <a:ahLst/>
              <a:cxnLst/>
              <a:rect l="l" t="t" r="r" b="b"/>
              <a:pathLst>
                <a:path w="2716" h="2716" extrusionOk="0">
                  <a:moveTo>
                    <a:pt x="1358" y="1"/>
                  </a:moveTo>
                  <a:cubicBezTo>
                    <a:pt x="620" y="1"/>
                    <a:pt x="1" y="620"/>
                    <a:pt x="1" y="1358"/>
                  </a:cubicBezTo>
                  <a:cubicBezTo>
                    <a:pt x="1" y="2120"/>
                    <a:pt x="620" y="2716"/>
                    <a:pt x="1358" y="2716"/>
                  </a:cubicBezTo>
                  <a:cubicBezTo>
                    <a:pt x="2097" y="2716"/>
                    <a:pt x="2716" y="2120"/>
                    <a:pt x="2716" y="1358"/>
                  </a:cubicBezTo>
                  <a:cubicBezTo>
                    <a:pt x="2716" y="620"/>
                    <a:pt x="2097" y="1"/>
                    <a:pt x="13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59"/>
            <p:cNvSpPr/>
            <p:nvPr/>
          </p:nvSpPr>
          <p:spPr>
            <a:xfrm>
              <a:off x="4884425" y="1995362"/>
              <a:ext cx="83695" cy="107173"/>
            </a:xfrm>
            <a:custGeom>
              <a:avLst/>
              <a:gdLst/>
              <a:ahLst/>
              <a:cxnLst/>
              <a:rect l="l" t="t" r="r" b="b"/>
              <a:pathLst>
                <a:path w="2121" h="2716" extrusionOk="0">
                  <a:moveTo>
                    <a:pt x="334" y="1"/>
                  </a:moveTo>
                  <a:cubicBezTo>
                    <a:pt x="215" y="1"/>
                    <a:pt x="96" y="25"/>
                    <a:pt x="1" y="49"/>
                  </a:cubicBezTo>
                  <a:cubicBezTo>
                    <a:pt x="1382" y="382"/>
                    <a:pt x="1382" y="2335"/>
                    <a:pt x="1" y="2692"/>
                  </a:cubicBezTo>
                  <a:cubicBezTo>
                    <a:pt x="96" y="2716"/>
                    <a:pt x="215" y="2716"/>
                    <a:pt x="334" y="2716"/>
                  </a:cubicBezTo>
                  <a:cubicBezTo>
                    <a:pt x="2120" y="2716"/>
                    <a:pt x="2120" y="1"/>
                    <a:pt x="334"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59"/>
            <p:cNvSpPr/>
            <p:nvPr/>
          </p:nvSpPr>
          <p:spPr>
            <a:xfrm>
              <a:off x="4891014" y="1953100"/>
              <a:ext cx="12233" cy="30108"/>
            </a:xfrm>
            <a:custGeom>
              <a:avLst/>
              <a:gdLst/>
              <a:ahLst/>
              <a:cxnLst/>
              <a:rect l="l" t="t" r="r" b="b"/>
              <a:pathLst>
                <a:path w="310" h="763" extrusionOk="0">
                  <a:moveTo>
                    <a:pt x="167" y="0"/>
                  </a:moveTo>
                  <a:cubicBezTo>
                    <a:pt x="72" y="0"/>
                    <a:pt x="0" y="96"/>
                    <a:pt x="0" y="167"/>
                  </a:cubicBezTo>
                  <a:lnTo>
                    <a:pt x="0" y="596"/>
                  </a:lnTo>
                  <a:cubicBezTo>
                    <a:pt x="0" y="691"/>
                    <a:pt x="72" y="762"/>
                    <a:pt x="167" y="762"/>
                  </a:cubicBezTo>
                  <a:cubicBezTo>
                    <a:pt x="239" y="762"/>
                    <a:pt x="310" y="691"/>
                    <a:pt x="310" y="596"/>
                  </a:cubicBezTo>
                  <a:lnTo>
                    <a:pt x="310" y="167"/>
                  </a:lnTo>
                  <a:cubicBezTo>
                    <a:pt x="310" y="72"/>
                    <a:pt x="239" y="0"/>
                    <a:pt x="1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59"/>
            <p:cNvSpPr/>
            <p:nvPr/>
          </p:nvSpPr>
          <p:spPr>
            <a:xfrm>
              <a:off x="4891014" y="2115675"/>
              <a:ext cx="12233" cy="29161"/>
            </a:xfrm>
            <a:custGeom>
              <a:avLst/>
              <a:gdLst/>
              <a:ahLst/>
              <a:cxnLst/>
              <a:rect l="l" t="t" r="r" b="b"/>
              <a:pathLst>
                <a:path w="310" h="739" extrusionOk="0">
                  <a:moveTo>
                    <a:pt x="167" y="0"/>
                  </a:moveTo>
                  <a:cubicBezTo>
                    <a:pt x="72" y="0"/>
                    <a:pt x="0" y="72"/>
                    <a:pt x="0" y="167"/>
                  </a:cubicBezTo>
                  <a:lnTo>
                    <a:pt x="0" y="572"/>
                  </a:lnTo>
                  <a:cubicBezTo>
                    <a:pt x="0" y="667"/>
                    <a:pt x="72" y="738"/>
                    <a:pt x="167" y="738"/>
                  </a:cubicBezTo>
                  <a:cubicBezTo>
                    <a:pt x="239" y="738"/>
                    <a:pt x="310" y="667"/>
                    <a:pt x="310" y="572"/>
                  </a:cubicBezTo>
                  <a:lnTo>
                    <a:pt x="310" y="167"/>
                  </a:lnTo>
                  <a:cubicBezTo>
                    <a:pt x="310" y="72"/>
                    <a:pt x="239" y="0"/>
                    <a:pt x="1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59"/>
            <p:cNvSpPr/>
            <p:nvPr/>
          </p:nvSpPr>
          <p:spPr>
            <a:xfrm>
              <a:off x="4843623" y="1965727"/>
              <a:ext cx="23952" cy="26872"/>
            </a:xfrm>
            <a:custGeom>
              <a:avLst/>
              <a:gdLst/>
              <a:ahLst/>
              <a:cxnLst/>
              <a:rect l="l" t="t" r="r" b="b"/>
              <a:pathLst>
                <a:path w="607" h="681" extrusionOk="0">
                  <a:moveTo>
                    <a:pt x="215" y="0"/>
                  </a:moveTo>
                  <a:cubicBezTo>
                    <a:pt x="108" y="0"/>
                    <a:pt x="1" y="114"/>
                    <a:pt x="82" y="228"/>
                  </a:cubicBezTo>
                  <a:lnTo>
                    <a:pt x="296" y="609"/>
                  </a:lnTo>
                  <a:cubicBezTo>
                    <a:pt x="320" y="657"/>
                    <a:pt x="368" y="680"/>
                    <a:pt x="416" y="680"/>
                  </a:cubicBezTo>
                  <a:cubicBezTo>
                    <a:pt x="463" y="680"/>
                    <a:pt x="487" y="680"/>
                    <a:pt x="511" y="657"/>
                  </a:cubicBezTo>
                  <a:cubicBezTo>
                    <a:pt x="582" y="609"/>
                    <a:pt x="606" y="514"/>
                    <a:pt x="558" y="442"/>
                  </a:cubicBezTo>
                  <a:lnTo>
                    <a:pt x="344" y="85"/>
                  </a:lnTo>
                  <a:cubicBezTo>
                    <a:pt x="314" y="25"/>
                    <a:pt x="265" y="0"/>
                    <a:pt x="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59"/>
            <p:cNvSpPr/>
            <p:nvPr/>
          </p:nvSpPr>
          <p:spPr>
            <a:xfrm>
              <a:off x="4924437" y="2105771"/>
              <a:ext cx="23952" cy="27188"/>
            </a:xfrm>
            <a:custGeom>
              <a:avLst/>
              <a:gdLst/>
              <a:ahLst/>
              <a:cxnLst/>
              <a:rect l="l" t="t" r="r" b="b"/>
              <a:pathLst>
                <a:path w="607" h="689" extrusionOk="0">
                  <a:moveTo>
                    <a:pt x="225" y="0"/>
                  </a:moveTo>
                  <a:cubicBezTo>
                    <a:pt x="110" y="0"/>
                    <a:pt x="0" y="120"/>
                    <a:pt x="82" y="251"/>
                  </a:cubicBezTo>
                  <a:lnTo>
                    <a:pt x="296" y="608"/>
                  </a:lnTo>
                  <a:cubicBezTo>
                    <a:pt x="332" y="662"/>
                    <a:pt x="395" y="689"/>
                    <a:pt x="454" y="689"/>
                  </a:cubicBezTo>
                  <a:cubicBezTo>
                    <a:pt x="474" y="689"/>
                    <a:pt x="493" y="686"/>
                    <a:pt x="511" y="680"/>
                  </a:cubicBezTo>
                  <a:cubicBezTo>
                    <a:pt x="582" y="632"/>
                    <a:pt x="606" y="513"/>
                    <a:pt x="558" y="442"/>
                  </a:cubicBezTo>
                  <a:lnTo>
                    <a:pt x="368" y="84"/>
                  </a:lnTo>
                  <a:cubicBezTo>
                    <a:pt x="331" y="25"/>
                    <a:pt x="277" y="0"/>
                    <a:pt x="2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59"/>
            <p:cNvSpPr/>
            <p:nvPr/>
          </p:nvSpPr>
          <p:spPr>
            <a:xfrm>
              <a:off x="4810358" y="1998006"/>
              <a:ext cx="30897" cy="20914"/>
            </a:xfrm>
            <a:custGeom>
              <a:avLst/>
              <a:gdLst/>
              <a:ahLst/>
              <a:cxnLst/>
              <a:rect l="l" t="t" r="r" b="b"/>
              <a:pathLst>
                <a:path w="783" h="530" extrusionOk="0">
                  <a:moveTo>
                    <a:pt x="216" y="1"/>
                  </a:moveTo>
                  <a:cubicBezTo>
                    <a:pt x="76" y="1"/>
                    <a:pt x="0" y="216"/>
                    <a:pt x="139" y="315"/>
                  </a:cubicBezTo>
                  <a:lnTo>
                    <a:pt x="520" y="529"/>
                  </a:lnTo>
                  <a:lnTo>
                    <a:pt x="592" y="529"/>
                  </a:lnTo>
                  <a:cubicBezTo>
                    <a:pt x="663" y="529"/>
                    <a:pt x="711" y="505"/>
                    <a:pt x="735" y="458"/>
                  </a:cubicBezTo>
                  <a:cubicBezTo>
                    <a:pt x="782" y="386"/>
                    <a:pt x="758" y="291"/>
                    <a:pt x="687" y="244"/>
                  </a:cubicBezTo>
                  <a:lnTo>
                    <a:pt x="306" y="29"/>
                  </a:lnTo>
                  <a:cubicBezTo>
                    <a:pt x="274" y="9"/>
                    <a:pt x="244" y="1"/>
                    <a:pt x="2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59"/>
            <p:cNvSpPr/>
            <p:nvPr/>
          </p:nvSpPr>
          <p:spPr>
            <a:xfrm>
              <a:off x="4950402" y="2079135"/>
              <a:ext cx="30858" cy="21545"/>
            </a:xfrm>
            <a:custGeom>
              <a:avLst/>
              <a:gdLst/>
              <a:ahLst/>
              <a:cxnLst/>
              <a:rect l="l" t="t" r="r" b="b"/>
              <a:pathLst>
                <a:path w="782" h="546" extrusionOk="0">
                  <a:moveTo>
                    <a:pt x="232" y="1"/>
                  </a:moveTo>
                  <a:cubicBezTo>
                    <a:pt x="97" y="1"/>
                    <a:pt x="0" y="206"/>
                    <a:pt x="162" y="307"/>
                  </a:cubicBezTo>
                  <a:lnTo>
                    <a:pt x="520" y="521"/>
                  </a:lnTo>
                  <a:cubicBezTo>
                    <a:pt x="543" y="537"/>
                    <a:pt x="570" y="545"/>
                    <a:pt x="596" y="545"/>
                  </a:cubicBezTo>
                  <a:cubicBezTo>
                    <a:pt x="649" y="545"/>
                    <a:pt x="702" y="513"/>
                    <a:pt x="734" y="450"/>
                  </a:cubicBezTo>
                  <a:cubicBezTo>
                    <a:pt x="782" y="378"/>
                    <a:pt x="758" y="283"/>
                    <a:pt x="686" y="236"/>
                  </a:cubicBezTo>
                  <a:lnTo>
                    <a:pt x="305" y="21"/>
                  </a:lnTo>
                  <a:cubicBezTo>
                    <a:pt x="280" y="7"/>
                    <a:pt x="256" y="1"/>
                    <a:pt x="2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59"/>
            <p:cNvSpPr/>
            <p:nvPr/>
          </p:nvSpPr>
          <p:spPr>
            <a:xfrm>
              <a:off x="4798915" y="2042359"/>
              <a:ext cx="32002" cy="13219"/>
            </a:xfrm>
            <a:custGeom>
              <a:avLst/>
              <a:gdLst/>
              <a:ahLst/>
              <a:cxnLst/>
              <a:rect l="l" t="t" r="r" b="b"/>
              <a:pathLst>
                <a:path w="811" h="335" extrusionOk="0">
                  <a:moveTo>
                    <a:pt x="215" y="1"/>
                  </a:moveTo>
                  <a:cubicBezTo>
                    <a:pt x="1" y="1"/>
                    <a:pt x="1" y="334"/>
                    <a:pt x="215" y="334"/>
                  </a:cubicBezTo>
                  <a:lnTo>
                    <a:pt x="644" y="334"/>
                  </a:lnTo>
                  <a:cubicBezTo>
                    <a:pt x="715" y="334"/>
                    <a:pt x="786" y="263"/>
                    <a:pt x="810" y="167"/>
                  </a:cubicBezTo>
                  <a:cubicBezTo>
                    <a:pt x="786" y="96"/>
                    <a:pt x="715" y="24"/>
                    <a:pt x="6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59"/>
            <p:cNvSpPr/>
            <p:nvPr/>
          </p:nvSpPr>
          <p:spPr>
            <a:xfrm>
              <a:off x="4960543" y="2043306"/>
              <a:ext cx="33857" cy="13180"/>
            </a:xfrm>
            <a:custGeom>
              <a:avLst/>
              <a:gdLst/>
              <a:ahLst/>
              <a:cxnLst/>
              <a:rect l="l" t="t" r="r" b="b"/>
              <a:pathLst>
                <a:path w="858" h="334" extrusionOk="0">
                  <a:moveTo>
                    <a:pt x="215" y="0"/>
                  </a:moveTo>
                  <a:cubicBezTo>
                    <a:pt x="1" y="0"/>
                    <a:pt x="1" y="334"/>
                    <a:pt x="215" y="334"/>
                  </a:cubicBezTo>
                  <a:lnTo>
                    <a:pt x="644" y="334"/>
                  </a:lnTo>
                  <a:cubicBezTo>
                    <a:pt x="858" y="334"/>
                    <a:pt x="858" y="0"/>
                    <a:pt x="6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59"/>
            <p:cNvSpPr/>
            <p:nvPr/>
          </p:nvSpPr>
          <p:spPr>
            <a:xfrm>
              <a:off x="4812055" y="2079135"/>
              <a:ext cx="31016" cy="21545"/>
            </a:xfrm>
            <a:custGeom>
              <a:avLst/>
              <a:gdLst/>
              <a:ahLst/>
              <a:cxnLst/>
              <a:rect l="l" t="t" r="r" b="b"/>
              <a:pathLst>
                <a:path w="786" h="546" extrusionOk="0">
                  <a:moveTo>
                    <a:pt x="558" y="1"/>
                  </a:moveTo>
                  <a:cubicBezTo>
                    <a:pt x="533" y="1"/>
                    <a:pt x="506" y="7"/>
                    <a:pt x="477" y="21"/>
                  </a:cubicBezTo>
                  <a:lnTo>
                    <a:pt x="96" y="236"/>
                  </a:lnTo>
                  <a:cubicBezTo>
                    <a:pt x="25" y="283"/>
                    <a:pt x="1" y="378"/>
                    <a:pt x="49" y="450"/>
                  </a:cubicBezTo>
                  <a:cubicBezTo>
                    <a:pt x="80" y="513"/>
                    <a:pt x="133" y="545"/>
                    <a:pt x="186" y="545"/>
                  </a:cubicBezTo>
                  <a:cubicBezTo>
                    <a:pt x="213" y="545"/>
                    <a:pt x="239" y="537"/>
                    <a:pt x="263" y="521"/>
                  </a:cubicBezTo>
                  <a:lnTo>
                    <a:pt x="644" y="307"/>
                  </a:lnTo>
                  <a:cubicBezTo>
                    <a:pt x="786" y="206"/>
                    <a:pt x="703" y="1"/>
                    <a:pt x="5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59"/>
            <p:cNvSpPr/>
            <p:nvPr/>
          </p:nvSpPr>
          <p:spPr>
            <a:xfrm>
              <a:off x="4951151" y="1998953"/>
              <a:ext cx="32594" cy="20914"/>
            </a:xfrm>
            <a:custGeom>
              <a:avLst/>
              <a:gdLst/>
              <a:ahLst/>
              <a:cxnLst/>
              <a:rect l="l" t="t" r="r" b="b"/>
              <a:pathLst>
                <a:path w="826" h="530" extrusionOk="0">
                  <a:moveTo>
                    <a:pt x="593" y="0"/>
                  </a:moveTo>
                  <a:cubicBezTo>
                    <a:pt x="564" y="0"/>
                    <a:pt x="533" y="9"/>
                    <a:pt x="501" y="29"/>
                  </a:cubicBezTo>
                  <a:lnTo>
                    <a:pt x="143" y="220"/>
                  </a:lnTo>
                  <a:cubicBezTo>
                    <a:pt x="1" y="315"/>
                    <a:pt x="48" y="529"/>
                    <a:pt x="215" y="529"/>
                  </a:cubicBezTo>
                  <a:cubicBezTo>
                    <a:pt x="239" y="529"/>
                    <a:pt x="262" y="529"/>
                    <a:pt x="286" y="505"/>
                  </a:cubicBezTo>
                  <a:lnTo>
                    <a:pt x="667" y="291"/>
                  </a:lnTo>
                  <a:cubicBezTo>
                    <a:pt x="826" y="212"/>
                    <a:pt x="737" y="0"/>
                    <a:pt x="5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59"/>
            <p:cNvSpPr/>
            <p:nvPr/>
          </p:nvSpPr>
          <p:spPr>
            <a:xfrm>
              <a:off x="4844965" y="2105495"/>
              <a:ext cx="22611" cy="27464"/>
            </a:xfrm>
            <a:custGeom>
              <a:avLst/>
              <a:gdLst/>
              <a:ahLst/>
              <a:cxnLst/>
              <a:rect l="l" t="t" r="r" b="b"/>
              <a:pathLst>
                <a:path w="573" h="696" extrusionOk="0">
                  <a:moveTo>
                    <a:pt x="409" y="1"/>
                  </a:moveTo>
                  <a:cubicBezTo>
                    <a:pt x="346" y="1"/>
                    <a:pt x="280" y="40"/>
                    <a:pt x="262" y="91"/>
                  </a:cubicBezTo>
                  <a:lnTo>
                    <a:pt x="48" y="449"/>
                  </a:lnTo>
                  <a:cubicBezTo>
                    <a:pt x="0" y="520"/>
                    <a:pt x="24" y="639"/>
                    <a:pt x="96" y="687"/>
                  </a:cubicBezTo>
                  <a:cubicBezTo>
                    <a:pt x="114" y="693"/>
                    <a:pt x="133" y="696"/>
                    <a:pt x="153" y="696"/>
                  </a:cubicBezTo>
                  <a:cubicBezTo>
                    <a:pt x="212" y="696"/>
                    <a:pt x="274" y="669"/>
                    <a:pt x="310" y="615"/>
                  </a:cubicBezTo>
                  <a:lnTo>
                    <a:pt x="524" y="258"/>
                  </a:lnTo>
                  <a:cubicBezTo>
                    <a:pt x="572" y="163"/>
                    <a:pt x="548" y="68"/>
                    <a:pt x="477" y="20"/>
                  </a:cubicBezTo>
                  <a:cubicBezTo>
                    <a:pt x="457" y="7"/>
                    <a:pt x="433" y="1"/>
                    <a:pt x="4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59"/>
            <p:cNvSpPr/>
            <p:nvPr/>
          </p:nvSpPr>
          <p:spPr>
            <a:xfrm>
              <a:off x="4924832" y="1965293"/>
              <a:ext cx="23558" cy="27306"/>
            </a:xfrm>
            <a:custGeom>
              <a:avLst/>
              <a:gdLst/>
              <a:ahLst/>
              <a:cxnLst/>
              <a:rect l="l" t="t" r="r" b="b"/>
              <a:pathLst>
                <a:path w="597" h="692" extrusionOk="0">
                  <a:moveTo>
                    <a:pt x="407" y="1"/>
                  </a:moveTo>
                  <a:cubicBezTo>
                    <a:pt x="347" y="1"/>
                    <a:pt x="294" y="33"/>
                    <a:pt x="263" y="96"/>
                  </a:cubicBezTo>
                  <a:lnTo>
                    <a:pt x="48" y="453"/>
                  </a:lnTo>
                  <a:cubicBezTo>
                    <a:pt x="1" y="525"/>
                    <a:pt x="48" y="620"/>
                    <a:pt x="120" y="668"/>
                  </a:cubicBezTo>
                  <a:cubicBezTo>
                    <a:pt x="144" y="691"/>
                    <a:pt x="167" y="691"/>
                    <a:pt x="191" y="691"/>
                  </a:cubicBezTo>
                  <a:cubicBezTo>
                    <a:pt x="263" y="691"/>
                    <a:pt x="310" y="668"/>
                    <a:pt x="334" y="620"/>
                  </a:cubicBezTo>
                  <a:lnTo>
                    <a:pt x="548" y="239"/>
                  </a:lnTo>
                  <a:cubicBezTo>
                    <a:pt x="596" y="168"/>
                    <a:pt x="572" y="72"/>
                    <a:pt x="501" y="25"/>
                  </a:cubicBezTo>
                  <a:cubicBezTo>
                    <a:pt x="469" y="9"/>
                    <a:pt x="437" y="1"/>
                    <a:pt x="4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59"/>
            <p:cNvSpPr/>
            <p:nvPr/>
          </p:nvSpPr>
          <p:spPr>
            <a:xfrm>
              <a:off x="5178559" y="1953100"/>
              <a:ext cx="58322" cy="436072"/>
            </a:xfrm>
            <a:custGeom>
              <a:avLst/>
              <a:gdLst/>
              <a:ahLst/>
              <a:cxnLst/>
              <a:rect l="l" t="t" r="r" b="b"/>
              <a:pathLst>
                <a:path w="1478" h="11051" extrusionOk="0">
                  <a:moveTo>
                    <a:pt x="96" y="0"/>
                  </a:moveTo>
                  <a:cubicBezTo>
                    <a:pt x="48" y="0"/>
                    <a:pt x="1" y="48"/>
                    <a:pt x="1" y="96"/>
                  </a:cubicBezTo>
                  <a:lnTo>
                    <a:pt x="1" y="10955"/>
                  </a:lnTo>
                  <a:cubicBezTo>
                    <a:pt x="1" y="11003"/>
                    <a:pt x="48" y="11050"/>
                    <a:pt x="96" y="11050"/>
                  </a:cubicBezTo>
                  <a:lnTo>
                    <a:pt x="1382" y="11050"/>
                  </a:lnTo>
                  <a:cubicBezTo>
                    <a:pt x="1429" y="11050"/>
                    <a:pt x="1477" y="11003"/>
                    <a:pt x="1477" y="10955"/>
                  </a:cubicBezTo>
                  <a:lnTo>
                    <a:pt x="1477" y="96"/>
                  </a:lnTo>
                  <a:cubicBezTo>
                    <a:pt x="1477" y="48"/>
                    <a:pt x="1429" y="0"/>
                    <a:pt x="13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59"/>
            <p:cNvSpPr/>
            <p:nvPr/>
          </p:nvSpPr>
          <p:spPr>
            <a:xfrm>
              <a:off x="5210522" y="1953100"/>
              <a:ext cx="26359" cy="436072"/>
            </a:xfrm>
            <a:custGeom>
              <a:avLst/>
              <a:gdLst/>
              <a:ahLst/>
              <a:cxnLst/>
              <a:rect l="l" t="t" r="r" b="b"/>
              <a:pathLst>
                <a:path w="668" h="11051" extrusionOk="0">
                  <a:moveTo>
                    <a:pt x="0" y="0"/>
                  </a:moveTo>
                  <a:lnTo>
                    <a:pt x="0" y="11050"/>
                  </a:lnTo>
                  <a:lnTo>
                    <a:pt x="572" y="11050"/>
                  </a:lnTo>
                  <a:cubicBezTo>
                    <a:pt x="619" y="11050"/>
                    <a:pt x="667" y="11003"/>
                    <a:pt x="667" y="10955"/>
                  </a:cubicBezTo>
                  <a:lnTo>
                    <a:pt x="667" y="96"/>
                  </a:lnTo>
                  <a:cubicBezTo>
                    <a:pt x="667" y="48"/>
                    <a:pt x="619" y="0"/>
                    <a:pt x="572"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59"/>
            <p:cNvSpPr/>
            <p:nvPr/>
          </p:nvSpPr>
          <p:spPr>
            <a:xfrm>
              <a:off x="4988994" y="2102377"/>
              <a:ext cx="25175" cy="17086"/>
            </a:xfrm>
            <a:custGeom>
              <a:avLst/>
              <a:gdLst/>
              <a:ahLst/>
              <a:cxnLst/>
              <a:rect l="l" t="t" r="r" b="b"/>
              <a:pathLst>
                <a:path w="638" h="433" extrusionOk="0">
                  <a:moveTo>
                    <a:pt x="241" y="1"/>
                  </a:moveTo>
                  <a:cubicBezTo>
                    <a:pt x="93" y="1"/>
                    <a:pt x="0" y="233"/>
                    <a:pt x="161" y="313"/>
                  </a:cubicBezTo>
                  <a:lnTo>
                    <a:pt x="351" y="432"/>
                  </a:lnTo>
                  <a:lnTo>
                    <a:pt x="447" y="432"/>
                  </a:lnTo>
                  <a:cubicBezTo>
                    <a:pt x="494" y="432"/>
                    <a:pt x="542" y="409"/>
                    <a:pt x="589" y="361"/>
                  </a:cubicBezTo>
                  <a:cubicBezTo>
                    <a:pt x="637" y="290"/>
                    <a:pt x="613" y="170"/>
                    <a:pt x="518" y="123"/>
                  </a:cubicBezTo>
                  <a:lnTo>
                    <a:pt x="327" y="28"/>
                  </a:lnTo>
                  <a:cubicBezTo>
                    <a:pt x="297" y="9"/>
                    <a:pt x="268" y="1"/>
                    <a:pt x="2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59"/>
            <p:cNvSpPr/>
            <p:nvPr/>
          </p:nvSpPr>
          <p:spPr>
            <a:xfrm>
              <a:off x="5069650" y="2146849"/>
              <a:ext cx="32831" cy="21466"/>
            </a:xfrm>
            <a:custGeom>
              <a:avLst/>
              <a:gdLst/>
              <a:ahLst/>
              <a:cxnLst/>
              <a:rect l="l" t="t" r="r" b="b"/>
              <a:pathLst>
                <a:path w="832" h="544" extrusionOk="0">
                  <a:moveTo>
                    <a:pt x="254" y="1"/>
                  </a:moveTo>
                  <a:cubicBezTo>
                    <a:pt x="101" y="1"/>
                    <a:pt x="1" y="224"/>
                    <a:pt x="165" y="306"/>
                  </a:cubicBezTo>
                  <a:lnTo>
                    <a:pt x="522" y="520"/>
                  </a:lnTo>
                  <a:cubicBezTo>
                    <a:pt x="546" y="520"/>
                    <a:pt x="570" y="544"/>
                    <a:pt x="617" y="544"/>
                  </a:cubicBezTo>
                  <a:cubicBezTo>
                    <a:pt x="760" y="544"/>
                    <a:pt x="832" y="329"/>
                    <a:pt x="689" y="234"/>
                  </a:cubicBezTo>
                  <a:lnTo>
                    <a:pt x="332" y="20"/>
                  </a:lnTo>
                  <a:cubicBezTo>
                    <a:pt x="305" y="7"/>
                    <a:pt x="279" y="1"/>
                    <a:pt x="2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59"/>
            <p:cNvSpPr/>
            <p:nvPr/>
          </p:nvSpPr>
          <p:spPr>
            <a:xfrm>
              <a:off x="5112898" y="2171275"/>
              <a:ext cx="31884" cy="21466"/>
            </a:xfrm>
            <a:custGeom>
              <a:avLst/>
              <a:gdLst/>
              <a:ahLst/>
              <a:cxnLst/>
              <a:rect l="l" t="t" r="r" b="b"/>
              <a:pathLst>
                <a:path w="808" h="544" extrusionOk="0">
                  <a:moveTo>
                    <a:pt x="254" y="1"/>
                  </a:moveTo>
                  <a:cubicBezTo>
                    <a:pt x="101" y="1"/>
                    <a:pt x="0" y="224"/>
                    <a:pt x="164" y="306"/>
                  </a:cubicBezTo>
                  <a:lnTo>
                    <a:pt x="545" y="520"/>
                  </a:lnTo>
                  <a:cubicBezTo>
                    <a:pt x="569" y="520"/>
                    <a:pt x="593" y="544"/>
                    <a:pt x="617" y="544"/>
                  </a:cubicBezTo>
                  <a:cubicBezTo>
                    <a:pt x="688" y="544"/>
                    <a:pt x="736" y="496"/>
                    <a:pt x="760" y="449"/>
                  </a:cubicBezTo>
                  <a:cubicBezTo>
                    <a:pt x="807" y="377"/>
                    <a:pt x="783" y="282"/>
                    <a:pt x="712" y="234"/>
                  </a:cubicBezTo>
                  <a:lnTo>
                    <a:pt x="331" y="20"/>
                  </a:lnTo>
                  <a:cubicBezTo>
                    <a:pt x="304" y="7"/>
                    <a:pt x="278" y="1"/>
                    <a:pt x="2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59"/>
            <p:cNvSpPr/>
            <p:nvPr/>
          </p:nvSpPr>
          <p:spPr>
            <a:xfrm>
              <a:off x="5025731" y="2122976"/>
              <a:ext cx="32594" cy="20914"/>
            </a:xfrm>
            <a:custGeom>
              <a:avLst/>
              <a:gdLst/>
              <a:ahLst/>
              <a:cxnLst/>
              <a:rect l="l" t="t" r="r" b="b"/>
              <a:pathLst>
                <a:path w="826" h="530" extrusionOk="0">
                  <a:moveTo>
                    <a:pt x="233" y="1"/>
                  </a:moveTo>
                  <a:cubicBezTo>
                    <a:pt x="89" y="1"/>
                    <a:pt x="0" y="212"/>
                    <a:pt x="159" y="291"/>
                  </a:cubicBezTo>
                  <a:lnTo>
                    <a:pt x="540" y="506"/>
                  </a:lnTo>
                  <a:cubicBezTo>
                    <a:pt x="563" y="506"/>
                    <a:pt x="587" y="530"/>
                    <a:pt x="611" y="530"/>
                  </a:cubicBezTo>
                  <a:cubicBezTo>
                    <a:pt x="778" y="530"/>
                    <a:pt x="825" y="315"/>
                    <a:pt x="706" y="220"/>
                  </a:cubicBezTo>
                  <a:lnTo>
                    <a:pt x="325" y="30"/>
                  </a:lnTo>
                  <a:cubicBezTo>
                    <a:pt x="293" y="10"/>
                    <a:pt x="262" y="1"/>
                    <a:pt x="23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59"/>
            <p:cNvSpPr/>
            <p:nvPr/>
          </p:nvSpPr>
          <p:spPr>
            <a:xfrm>
              <a:off x="5152240" y="2193491"/>
              <a:ext cx="28253" cy="31607"/>
            </a:xfrm>
            <a:custGeom>
              <a:avLst/>
              <a:gdLst/>
              <a:ahLst/>
              <a:cxnLst/>
              <a:rect l="l" t="t" r="r" b="b"/>
              <a:pathLst>
                <a:path w="716" h="801" extrusionOk="0">
                  <a:moveTo>
                    <a:pt x="242" y="0"/>
                  </a:moveTo>
                  <a:cubicBezTo>
                    <a:pt x="98" y="0"/>
                    <a:pt x="9" y="215"/>
                    <a:pt x="168" y="314"/>
                  </a:cubicBezTo>
                  <a:lnTo>
                    <a:pt x="263" y="362"/>
                  </a:lnTo>
                  <a:lnTo>
                    <a:pt x="72" y="529"/>
                  </a:lnTo>
                  <a:cubicBezTo>
                    <a:pt x="1" y="576"/>
                    <a:pt x="1" y="672"/>
                    <a:pt x="48" y="743"/>
                  </a:cubicBezTo>
                  <a:cubicBezTo>
                    <a:pt x="96" y="791"/>
                    <a:pt x="120" y="791"/>
                    <a:pt x="168" y="791"/>
                  </a:cubicBezTo>
                  <a:cubicBezTo>
                    <a:pt x="181" y="798"/>
                    <a:pt x="195" y="801"/>
                    <a:pt x="209" y="801"/>
                  </a:cubicBezTo>
                  <a:cubicBezTo>
                    <a:pt x="241" y="801"/>
                    <a:pt x="270" y="784"/>
                    <a:pt x="287" y="767"/>
                  </a:cubicBezTo>
                  <a:lnTo>
                    <a:pt x="644" y="457"/>
                  </a:lnTo>
                  <a:cubicBezTo>
                    <a:pt x="691" y="410"/>
                    <a:pt x="715" y="362"/>
                    <a:pt x="715" y="314"/>
                  </a:cubicBezTo>
                  <a:cubicBezTo>
                    <a:pt x="715" y="267"/>
                    <a:pt x="668" y="219"/>
                    <a:pt x="644" y="195"/>
                  </a:cubicBezTo>
                  <a:lnTo>
                    <a:pt x="334" y="29"/>
                  </a:lnTo>
                  <a:cubicBezTo>
                    <a:pt x="302" y="9"/>
                    <a:pt x="271" y="0"/>
                    <a:pt x="2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59"/>
            <p:cNvSpPr/>
            <p:nvPr/>
          </p:nvSpPr>
          <p:spPr>
            <a:xfrm>
              <a:off x="5115621" y="2230859"/>
              <a:ext cx="29161" cy="25807"/>
            </a:xfrm>
            <a:custGeom>
              <a:avLst/>
              <a:gdLst/>
              <a:ahLst/>
              <a:cxnLst/>
              <a:rect l="l" t="t" r="r" b="b"/>
              <a:pathLst>
                <a:path w="739" h="654" extrusionOk="0">
                  <a:moveTo>
                    <a:pt x="557" y="1"/>
                  </a:moveTo>
                  <a:cubicBezTo>
                    <a:pt x="522" y="1"/>
                    <a:pt x="485" y="13"/>
                    <a:pt x="453" y="34"/>
                  </a:cubicBezTo>
                  <a:lnTo>
                    <a:pt x="71" y="368"/>
                  </a:lnTo>
                  <a:cubicBezTo>
                    <a:pt x="0" y="415"/>
                    <a:pt x="0" y="534"/>
                    <a:pt x="48" y="582"/>
                  </a:cubicBezTo>
                  <a:cubicBezTo>
                    <a:pt x="71" y="630"/>
                    <a:pt x="119" y="653"/>
                    <a:pt x="167" y="653"/>
                  </a:cubicBezTo>
                  <a:cubicBezTo>
                    <a:pt x="214" y="653"/>
                    <a:pt x="238" y="630"/>
                    <a:pt x="286" y="606"/>
                  </a:cubicBezTo>
                  <a:lnTo>
                    <a:pt x="667" y="296"/>
                  </a:lnTo>
                  <a:cubicBezTo>
                    <a:pt x="714" y="225"/>
                    <a:pt x="738" y="129"/>
                    <a:pt x="667" y="58"/>
                  </a:cubicBezTo>
                  <a:cubicBezTo>
                    <a:pt x="641" y="19"/>
                    <a:pt x="600" y="1"/>
                    <a:pt x="5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59"/>
            <p:cNvSpPr/>
            <p:nvPr/>
          </p:nvSpPr>
          <p:spPr>
            <a:xfrm>
              <a:off x="5070478" y="2269017"/>
              <a:ext cx="29200" cy="25610"/>
            </a:xfrm>
            <a:custGeom>
              <a:avLst/>
              <a:gdLst/>
              <a:ahLst/>
              <a:cxnLst/>
              <a:rect l="l" t="t" r="r" b="b"/>
              <a:pathLst>
                <a:path w="740" h="649" extrusionOk="0">
                  <a:moveTo>
                    <a:pt x="552" y="0"/>
                  </a:moveTo>
                  <a:cubicBezTo>
                    <a:pt x="517" y="0"/>
                    <a:pt x="483" y="14"/>
                    <a:pt x="453" y="44"/>
                  </a:cubicBezTo>
                  <a:lnTo>
                    <a:pt x="72" y="377"/>
                  </a:lnTo>
                  <a:cubicBezTo>
                    <a:pt x="1" y="425"/>
                    <a:pt x="1" y="520"/>
                    <a:pt x="49" y="591"/>
                  </a:cubicBezTo>
                  <a:cubicBezTo>
                    <a:pt x="72" y="639"/>
                    <a:pt x="120" y="639"/>
                    <a:pt x="168" y="639"/>
                  </a:cubicBezTo>
                  <a:cubicBezTo>
                    <a:pt x="182" y="646"/>
                    <a:pt x="196" y="649"/>
                    <a:pt x="209" y="649"/>
                  </a:cubicBezTo>
                  <a:cubicBezTo>
                    <a:pt x="241" y="649"/>
                    <a:pt x="270" y="632"/>
                    <a:pt x="287" y="615"/>
                  </a:cubicBezTo>
                  <a:lnTo>
                    <a:pt x="668" y="282"/>
                  </a:lnTo>
                  <a:cubicBezTo>
                    <a:pt x="739" y="234"/>
                    <a:pt x="739" y="139"/>
                    <a:pt x="692" y="67"/>
                  </a:cubicBezTo>
                  <a:cubicBezTo>
                    <a:pt x="650" y="26"/>
                    <a:pt x="600" y="0"/>
                    <a:pt x="5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59"/>
            <p:cNvSpPr/>
            <p:nvPr/>
          </p:nvSpPr>
          <p:spPr>
            <a:xfrm>
              <a:off x="5023521" y="2299835"/>
              <a:ext cx="34804" cy="35751"/>
            </a:xfrm>
            <a:custGeom>
              <a:avLst/>
              <a:gdLst/>
              <a:ahLst/>
              <a:cxnLst/>
              <a:rect l="l" t="t" r="r" b="b"/>
              <a:pathLst>
                <a:path w="882" h="906" extrusionOk="0">
                  <a:moveTo>
                    <a:pt x="167" y="1"/>
                  </a:moveTo>
                  <a:cubicBezTo>
                    <a:pt x="72" y="1"/>
                    <a:pt x="0" y="72"/>
                    <a:pt x="0" y="167"/>
                  </a:cubicBezTo>
                  <a:lnTo>
                    <a:pt x="0" y="739"/>
                  </a:lnTo>
                  <a:cubicBezTo>
                    <a:pt x="0" y="810"/>
                    <a:pt x="72" y="882"/>
                    <a:pt x="167" y="906"/>
                  </a:cubicBezTo>
                  <a:lnTo>
                    <a:pt x="738" y="906"/>
                  </a:lnTo>
                  <a:cubicBezTo>
                    <a:pt x="810" y="882"/>
                    <a:pt x="881" y="810"/>
                    <a:pt x="881" y="739"/>
                  </a:cubicBezTo>
                  <a:cubicBezTo>
                    <a:pt x="881" y="644"/>
                    <a:pt x="810" y="572"/>
                    <a:pt x="738" y="572"/>
                  </a:cubicBezTo>
                  <a:lnTo>
                    <a:pt x="572" y="572"/>
                  </a:lnTo>
                  <a:lnTo>
                    <a:pt x="691" y="477"/>
                  </a:lnTo>
                  <a:cubicBezTo>
                    <a:pt x="821" y="365"/>
                    <a:pt x="733" y="195"/>
                    <a:pt x="608" y="195"/>
                  </a:cubicBezTo>
                  <a:cubicBezTo>
                    <a:pt x="574" y="195"/>
                    <a:pt x="536" y="208"/>
                    <a:pt x="500" y="239"/>
                  </a:cubicBezTo>
                  <a:lnTo>
                    <a:pt x="334" y="382"/>
                  </a:lnTo>
                  <a:lnTo>
                    <a:pt x="334" y="167"/>
                  </a:lnTo>
                  <a:cubicBezTo>
                    <a:pt x="334" y="72"/>
                    <a:pt x="262" y="1"/>
                    <a:pt x="1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59" name="Google Shape;2259;p59"/>
          <p:cNvGrpSpPr/>
          <p:nvPr/>
        </p:nvGrpSpPr>
        <p:grpSpPr>
          <a:xfrm>
            <a:off x="3095496" y="3799356"/>
            <a:ext cx="370293" cy="435125"/>
            <a:chOff x="3917457" y="3962206"/>
            <a:chExt cx="370293" cy="435125"/>
          </a:xfrm>
        </p:grpSpPr>
        <p:sp>
          <p:nvSpPr>
            <p:cNvPr id="2260" name="Google Shape;2260;p59"/>
            <p:cNvSpPr/>
            <p:nvPr/>
          </p:nvSpPr>
          <p:spPr>
            <a:xfrm>
              <a:off x="4096014" y="3982883"/>
              <a:ext cx="13180" cy="166363"/>
            </a:xfrm>
            <a:custGeom>
              <a:avLst/>
              <a:gdLst/>
              <a:ahLst/>
              <a:cxnLst/>
              <a:rect l="l" t="t" r="r" b="b"/>
              <a:pathLst>
                <a:path w="334" h="4216" extrusionOk="0">
                  <a:moveTo>
                    <a:pt x="167" y="0"/>
                  </a:moveTo>
                  <a:cubicBezTo>
                    <a:pt x="72" y="0"/>
                    <a:pt x="0" y="72"/>
                    <a:pt x="0" y="167"/>
                  </a:cubicBezTo>
                  <a:lnTo>
                    <a:pt x="0" y="4073"/>
                  </a:lnTo>
                  <a:cubicBezTo>
                    <a:pt x="0" y="4144"/>
                    <a:pt x="72" y="4215"/>
                    <a:pt x="167" y="4215"/>
                  </a:cubicBezTo>
                  <a:cubicBezTo>
                    <a:pt x="262" y="4215"/>
                    <a:pt x="334" y="4144"/>
                    <a:pt x="334" y="4073"/>
                  </a:cubicBezTo>
                  <a:lnTo>
                    <a:pt x="334" y="167"/>
                  </a:lnTo>
                  <a:cubicBezTo>
                    <a:pt x="334" y="72"/>
                    <a:pt x="262" y="0"/>
                    <a:pt x="16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59"/>
            <p:cNvSpPr/>
            <p:nvPr/>
          </p:nvSpPr>
          <p:spPr>
            <a:xfrm>
              <a:off x="3939121" y="4208634"/>
              <a:ext cx="330793" cy="83261"/>
            </a:xfrm>
            <a:custGeom>
              <a:avLst/>
              <a:gdLst/>
              <a:ahLst/>
              <a:cxnLst/>
              <a:rect l="l" t="t" r="r" b="b"/>
              <a:pathLst>
                <a:path w="8383" h="2110" extrusionOk="0">
                  <a:moveTo>
                    <a:pt x="4143" y="1"/>
                  </a:moveTo>
                  <a:cubicBezTo>
                    <a:pt x="4119" y="1"/>
                    <a:pt x="4095" y="7"/>
                    <a:pt x="4072" y="19"/>
                  </a:cubicBezTo>
                  <a:lnTo>
                    <a:pt x="166" y="1733"/>
                  </a:lnTo>
                  <a:cubicBezTo>
                    <a:pt x="1" y="1795"/>
                    <a:pt x="69" y="2037"/>
                    <a:pt x="230" y="2037"/>
                  </a:cubicBezTo>
                  <a:cubicBezTo>
                    <a:pt x="254" y="2037"/>
                    <a:pt x="281" y="2031"/>
                    <a:pt x="309" y="2019"/>
                  </a:cubicBezTo>
                  <a:lnTo>
                    <a:pt x="4143" y="328"/>
                  </a:lnTo>
                  <a:lnTo>
                    <a:pt x="8120" y="2090"/>
                  </a:lnTo>
                  <a:cubicBezTo>
                    <a:pt x="8147" y="2104"/>
                    <a:pt x="8173" y="2110"/>
                    <a:pt x="8198" y="2110"/>
                  </a:cubicBezTo>
                  <a:cubicBezTo>
                    <a:pt x="8263" y="2110"/>
                    <a:pt x="8317" y="2070"/>
                    <a:pt x="8334" y="2019"/>
                  </a:cubicBezTo>
                  <a:cubicBezTo>
                    <a:pt x="8382" y="1924"/>
                    <a:pt x="8334" y="1828"/>
                    <a:pt x="8263" y="1805"/>
                  </a:cubicBezTo>
                  <a:lnTo>
                    <a:pt x="4214" y="19"/>
                  </a:lnTo>
                  <a:cubicBezTo>
                    <a:pt x="4191" y="7"/>
                    <a:pt x="4167" y="1"/>
                    <a:pt x="41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59"/>
            <p:cNvSpPr/>
            <p:nvPr/>
          </p:nvSpPr>
          <p:spPr>
            <a:xfrm>
              <a:off x="4076284" y="4190561"/>
              <a:ext cx="52640" cy="52640"/>
            </a:xfrm>
            <a:custGeom>
              <a:avLst/>
              <a:gdLst/>
              <a:ahLst/>
              <a:cxnLst/>
              <a:rect l="l" t="t" r="r" b="b"/>
              <a:pathLst>
                <a:path w="1334" h="1334" extrusionOk="0">
                  <a:moveTo>
                    <a:pt x="667" y="0"/>
                  </a:moveTo>
                  <a:cubicBezTo>
                    <a:pt x="310" y="0"/>
                    <a:pt x="0" y="286"/>
                    <a:pt x="0" y="667"/>
                  </a:cubicBezTo>
                  <a:cubicBezTo>
                    <a:pt x="0" y="1024"/>
                    <a:pt x="310" y="1334"/>
                    <a:pt x="667" y="1334"/>
                  </a:cubicBezTo>
                  <a:cubicBezTo>
                    <a:pt x="1024" y="1334"/>
                    <a:pt x="1334" y="1024"/>
                    <a:pt x="1334" y="667"/>
                  </a:cubicBezTo>
                  <a:cubicBezTo>
                    <a:pt x="1334" y="286"/>
                    <a:pt x="1024" y="0"/>
                    <a:pt x="6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59"/>
            <p:cNvSpPr/>
            <p:nvPr/>
          </p:nvSpPr>
          <p:spPr>
            <a:xfrm>
              <a:off x="4089424" y="4190561"/>
              <a:ext cx="42341" cy="52403"/>
            </a:xfrm>
            <a:custGeom>
              <a:avLst/>
              <a:gdLst/>
              <a:ahLst/>
              <a:cxnLst/>
              <a:rect l="l" t="t" r="r" b="b"/>
              <a:pathLst>
                <a:path w="1073" h="1328" extrusionOk="0">
                  <a:moveTo>
                    <a:pt x="334" y="0"/>
                  </a:moveTo>
                  <a:cubicBezTo>
                    <a:pt x="215" y="0"/>
                    <a:pt x="96" y="24"/>
                    <a:pt x="1" y="96"/>
                  </a:cubicBezTo>
                  <a:cubicBezTo>
                    <a:pt x="453" y="334"/>
                    <a:pt x="453" y="977"/>
                    <a:pt x="1" y="1239"/>
                  </a:cubicBezTo>
                  <a:cubicBezTo>
                    <a:pt x="108" y="1299"/>
                    <a:pt x="222" y="1327"/>
                    <a:pt x="334" y="1327"/>
                  </a:cubicBezTo>
                  <a:cubicBezTo>
                    <a:pt x="621" y="1327"/>
                    <a:pt x="891" y="1142"/>
                    <a:pt x="977" y="834"/>
                  </a:cubicBezTo>
                  <a:cubicBezTo>
                    <a:pt x="1072" y="405"/>
                    <a:pt x="763" y="0"/>
                    <a:pt x="334"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59"/>
            <p:cNvSpPr/>
            <p:nvPr/>
          </p:nvSpPr>
          <p:spPr>
            <a:xfrm>
              <a:off x="3937187" y="3980279"/>
              <a:ext cx="342118" cy="402966"/>
            </a:xfrm>
            <a:custGeom>
              <a:avLst/>
              <a:gdLst/>
              <a:ahLst/>
              <a:cxnLst/>
              <a:rect l="l" t="t" r="r" b="b"/>
              <a:pathLst>
                <a:path w="8670" h="10212" extrusionOk="0">
                  <a:moveTo>
                    <a:pt x="4192" y="209"/>
                  </a:moveTo>
                  <a:lnTo>
                    <a:pt x="7979" y="1829"/>
                  </a:lnTo>
                  <a:lnTo>
                    <a:pt x="4192" y="3758"/>
                  </a:lnTo>
                  <a:lnTo>
                    <a:pt x="406" y="1829"/>
                  </a:lnTo>
                  <a:lnTo>
                    <a:pt x="4192" y="209"/>
                  </a:lnTo>
                  <a:close/>
                  <a:moveTo>
                    <a:pt x="167" y="2067"/>
                  </a:moveTo>
                  <a:lnTo>
                    <a:pt x="2787" y="3400"/>
                  </a:lnTo>
                  <a:lnTo>
                    <a:pt x="4025" y="4043"/>
                  </a:lnTo>
                  <a:lnTo>
                    <a:pt x="4025" y="9783"/>
                  </a:lnTo>
                  <a:lnTo>
                    <a:pt x="167" y="7806"/>
                  </a:lnTo>
                  <a:lnTo>
                    <a:pt x="167" y="2067"/>
                  </a:lnTo>
                  <a:close/>
                  <a:moveTo>
                    <a:pt x="8193" y="2067"/>
                  </a:moveTo>
                  <a:lnTo>
                    <a:pt x="8217" y="7806"/>
                  </a:lnTo>
                  <a:lnTo>
                    <a:pt x="4335" y="9783"/>
                  </a:lnTo>
                  <a:lnTo>
                    <a:pt x="4335" y="4043"/>
                  </a:lnTo>
                  <a:lnTo>
                    <a:pt x="5597" y="3400"/>
                  </a:lnTo>
                  <a:lnTo>
                    <a:pt x="8193" y="2067"/>
                  </a:lnTo>
                  <a:close/>
                  <a:moveTo>
                    <a:pt x="4263" y="1"/>
                  </a:moveTo>
                  <a:cubicBezTo>
                    <a:pt x="4240" y="1"/>
                    <a:pt x="4216" y="7"/>
                    <a:pt x="4192" y="19"/>
                  </a:cubicBezTo>
                  <a:lnTo>
                    <a:pt x="24" y="1781"/>
                  </a:lnTo>
                  <a:lnTo>
                    <a:pt x="1" y="1781"/>
                  </a:lnTo>
                  <a:cubicBezTo>
                    <a:pt x="1" y="1781"/>
                    <a:pt x="1" y="1805"/>
                    <a:pt x="1" y="1805"/>
                  </a:cubicBezTo>
                  <a:lnTo>
                    <a:pt x="1" y="7901"/>
                  </a:lnTo>
                  <a:cubicBezTo>
                    <a:pt x="1" y="7973"/>
                    <a:pt x="24" y="8020"/>
                    <a:pt x="96" y="8044"/>
                  </a:cubicBezTo>
                  <a:lnTo>
                    <a:pt x="4263" y="10187"/>
                  </a:lnTo>
                  <a:cubicBezTo>
                    <a:pt x="4287" y="10187"/>
                    <a:pt x="4311" y="10211"/>
                    <a:pt x="4335" y="10211"/>
                  </a:cubicBezTo>
                  <a:cubicBezTo>
                    <a:pt x="4359" y="10211"/>
                    <a:pt x="4383" y="10187"/>
                    <a:pt x="4406" y="10187"/>
                  </a:cubicBezTo>
                  <a:lnTo>
                    <a:pt x="8574" y="8044"/>
                  </a:lnTo>
                  <a:cubicBezTo>
                    <a:pt x="8622" y="8020"/>
                    <a:pt x="8669" y="7973"/>
                    <a:pt x="8669" y="7901"/>
                  </a:cubicBezTo>
                  <a:lnTo>
                    <a:pt x="8669" y="1829"/>
                  </a:lnTo>
                  <a:lnTo>
                    <a:pt x="8526" y="1805"/>
                  </a:lnTo>
                  <a:lnTo>
                    <a:pt x="8526" y="1781"/>
                  </a:lnTo>
                  <a:lnTo>
                    <a:pt x="8502" y="1781"/>
                  </a:lnTo>
                  <a:lnTo>
                    <a:pt x="4335" y="19"/>
                  </a:lnTo>
                  <a:cubicBezTo>
                    <a:pt x="4311" y="7"/>
                    <a:pt x="4287" y="1"/>
                    <a:pt x="42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59"/>
            <p:cNvSpPr/>
            <p:nvPr/>
          </p:nvSpPr>
          <p:spPr>
            <a:xfrm>
              <a:off x="4082834" y="3962206"/>
              <a:ext cx="38592" cy="38552"/>
            </a:xfrm>
            <a:custGeom>
              <a:avLst/>
              <a:gdLst/>
              <a:ahLst/>
              <a:cxnLst/>
              <a:rect l="l" t="t" r="r" b="b"/>
              <a:pathLst>
                <a:path w="978" h="977" extrusionOk="0">
                  <a:moveTo>
                    <a:pt x="501" y="0"/>
                  </a:moveTo>
                  <a:cubicBezTo>
                    <a:pt x="239" y="0"/>
                    <a:pt x="1" y="215"/>
                    <a:pt x="1" y="500"/>
                  </a:cubicBezTo>
                  <a:cubicBezTo>
                    <a:pt x="1" y="762"/>
                    <a:pt x="239" y="977"/>
                    <a:pt x="501" y="977"/>
                  </a:cubicBezTo>
                  <a:cubicBezTo>
                    <a:pt x="763" y="977"/>
                    <a:pt x="977" y="762"/>
                    <a:pt x="977" y="500"/>
                  </a:cubicBezTo>
                  <a:cubicBezTo>
                    <a:pt x="977" y="215"/>
                    <a:pt x="763" y="0"/>
                    <a:pt x="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59"/>
            <p:cNvSpPr/>
            <p:nvPr/>
          </p:nvSpPr>
          <p:spPr>
            <a:xfrm>
              <a:off x="3917457" y="4031735"/>
              <a:ext cx="37645" cy="38592"/>
            </a:xfrm>
            <a:custGeom>
              <a:avLst/>
              <a:gdLst/>
              <a:ahLst/>
              <a:cxnLst/>
              <a:rect l="l" t="t" r="r" b="b"/>
              <a:pathLst>
                <a:path w="954" h="978" extrusionOk="0">
                  <a:moveTo>
                    <a:pt x="477" y="1"/>
                  </a:moveTo>
                  <a:cubicBezTo>
                    <a:pt x="215" y="1"/>
                    <a:pt x="1" y="215"/>
                    <a:pt x="1" y="501"/>
                  </a:cubicBezTo>
                  <a:cubicBezTo>
                    <a:pt x="1" y="763"/>
                    <a:pt x="215" y="977"/>
                    <a:pt x="477" y="977"/>
                  </a:cubicBezTo>
                  <a:cubicBezTo>
                    <a:pt x="739" y="977"/>
                    <a:pt x="953" y="763"/>
                    <a:pt x="953" y="501"/>
                  </a:cubicBezTo>
                  <a:cubicBezTo>
                    <a:pt x="953" y="215"/>
                    <a:pt x="739" y="1"/>
                    <a:pt x="4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59"/>
            <p:cNvSpPr/>
            <p:nvPr/>
          </p:nvSpPr>
          <p:spPr>
            <a:xfrm>
              <a:off x="3917457" y="4270428"/>
              <a:ext cx="37645" cy="38552"/>
            </a:xfrm>
            <a:custGeom>
              <a:avLst/>
              <a:gdLst/>
              <a:ahLst/>
              <a:cxnLst/>
              <a:rect l="l" t="t" r="r" b="b"/>
              <a:pathLst>
                <a:path w="954" h="977" extrusionOk="0">
                  <a:moveTo>
                    <a:pt x="477" y="1"/>
                  </a:moveTo>
                  <a:cubicBezTo>
                    <a:pt x="215" y="1"/>
                    <a:pt x="1" y="215"/>
                    <a:pt x="1" y="477"/>
                  </a:cubicBezTo>
                  <a:cubicBezTo>
                    <a:pt x="1" y="763"/>
                    <a:pt x="215" y="977"/>
                    <a:pt x="477" y="977"/>
                  </a:cubicBezTo>
                  <a:cubicBezTo>
                    <a:pt x="739" y="977"/>
                    <a:pt x="953" y="763"/>
                    <a:pt x="953" y="477"/>
                  </a:cubicBezTo>
                  <a:cubicBezTo>
                    <a:pt x="953" y="215"/>
                    <a:pt x="739" y="1"/>
                    <a:pt x="4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59"/>
            <p:cNvSpPr/>
            <p:nvPr/>
          </p:nvSpPr>
          <p:spPr>
            <a:xfrm>
              <a:off x="4250105" y="4031735"/>
              <a:ext cx="37645" cy="38592"/>
            </a:xfrm>
            <a:custGeom>
              <a:avLst/>
              <a:gdLst/>
              <a:ahLst/>
              <a:cxnLst/>
              <a:rect l="l" t="t" r="r" b="b"/>
              <a:pathLst>
                <a:path w="954" h="978" extrusionOk="0">
                  <a:moveTo>
                    <a:pt x="477" y="1"/>
                  </a:moveTo>
                  <a:cubicBezTo>
                    <a:pt x="215" y="1"/>
                    <a:pt x="1" y="215"/>
                    <a:pt x="1" y="501"/>
                  </a:cubicBezTo>
                  <a:cubicBezTo>
                    <a:pt x="1" y="763"/>
                    <a:pt x="215" y="977"/>
                    <a:pt x="477" y="977"/>
                  </a:cubicBezTo>
                  <a:cubicBezTo>
                    <a:pt x="739" y="977"/>
                    <a:pt x="953" y="763"/>
                    <a:pt x="953" y="501"/>
                  </a:cubicBezTo>
                  <a:cubicBezTo>
                    <a:pt x="953" y="215"/>
                    <a:pt x="739" y="1"/>
                    <a:pt x="4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59"/>
            <p:cNvSpPr/>
            <p:nvPr/>
          </p:nvSpPr>
          <p:spPr>
            <a:xfrm>
              <a:off x="4250105" y="4270428"/>
              <a:ext cx="37645" cy="38552"/>
            </a:xfrm>
            <a:custGeom>
              <a:avLst/>
              <a:gdLst/>
              <a:ahLst/>
              <a:cxnLst/>
              <a:rect l="l" t="t" r="r" b="b"/>
              <a:pathLst>
                <a:path w="954" h="977" extrusionOk="0">
                  <a:moveTo>
                    <a:pt x="477" y="1"/>
                  </a:moveTo>
                  <a:cubicBezTo>
                    <a:pt x="215" y="1"/>
                    <a:pt x="1" y="215"/>
                    <a:pt x="1" y="477"/>
                  </a:cubicBezTo>
                  <a:cubicBezTo>
                    <a:pt x="1" y="763"/>
                    <a:pt x="215" y="977"/>
                    <a:pt x="477" y="977"/>
                  </a:cubicBezTo>
                  <a:cubicBezTo>
                    <a:pt x="739" y="977"/>
                    <a:pt x="953" y="763"/>
                    <a:pt x="953" y="477"/>
                  </a:cubicBezTo>
                  <a:cubicBezTo>
                    <a:pt x="953" y="215"/>
                    <a:pt x="739" y="1"/>
                    <a:pt x="4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59"/>
            <p:cNvSpPr/>
            <p:nvPr/>
          </p:nvSpPr>
          <p:spPr>
            <a:xfrm>
              <a:off x="4082834" y="4358779"/>
              <a:ext cx="38592" cy="38552"/>
            </a:xfrm>
            <a:custGeom>
              <a:avLst/>
              <a:gdLst/>
              <a:ahLst/>
              <a:cxnLst/>
              <a:rect l="l" t="t" r="r" b="b"/>
              <a:pathLst>
                <a:path w="978" h="977" extrusionOk="0">
                  <a:moveTo>
                    <a:pt x="501" y="0"/>
                  </a:moveTo>
                  <a:cubicBezTo>
                    <a:pt x="239" y="0"/>
                    <a:pt x="1" y="238"/>
                    <a:pt x="1" y="500"/>
                  </a:cubicBezTo>
                  <a:cubicBezTo>
                    <a:pt x="1" y="762"/>
                    <a:pt x="239" y="976"/>
                    <a:pt x="501" y="976"/>
                  </a:cubicBezTo>
                  <a:cubicBezTo>
                    <a:pt x="763" y="976"/>
                    <a:pt x="977" y="762"/>
                    <a:pt x="977" y="500"/>
                  </a:cubicBezTo>
                  <a:cubicBezTo>
                    <a:pt x="977" y="238"/>
                    <a:pt x="763" y="0"/>
                    <a:pt x="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59"/>
            <p:cNvSpPr/>
            <p:nvPr/>
          </p:nvSpPr>
          <p:spPr>
            <a:xfrm>
              <a:off x="4076284" y="4104104"/>
              <a:ext cx="52640" cy="52640"/>
            </a:xfrm>
            <a:custGeom>
              <a:avLst/>
              <a:gdLst/>
              <a:ahLst/>
              <a:cxnLst/>
              <a:rect l="l" t="t" r="r" b="b"/>
              <a:pathLst>
                <a:path w="1334" h="1334" extrusionOk="0">
                  <a:moveTo>
                    <a:pt x="667" y="0"/>
                  </a:moveTo>
                  <a:cubicBezTo>
                    <a:pt x="310" y="0"/>
                    <a:pt x="0" y="310"/>
                    <a:pt x="0" y="667"/>
                  </a:cubicBezTo>
                  <a:cubicBezTo>
                    <a:pt x="0" y="1024"/>
                    <a:pt x="310" y="1334"/>
                    <a:pt x="667" y="1334"/>
                  </a:cubicBezTo>
                  <a:cubicBezTo>
                    <a:pt x="1024" y="1334"/>
                    <a:pt x="1334" y="1024"/>
                    <a:pt x="1334" y="667"/>
                  </a:cubicBezTo>
                  <a:cubicBezTo>
                    <a:pt x="1334" y="310"/>
                    <a:pt x="1024" y="0"/>
                    <a:pt x="6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59"/>
            <p:cNvSpPr/>
            <p:nvPr/>
          </p:nvSpPr>
          <p:spPr>
            <a:xfrm>
              <a:off x="4089424" y="4104104"/>
              <a:ext cx="42341" cy="52403"/>
            </a:xfrm>
            <a:custGeom>
              <a:avLst/>
              <a:gdLst/>
              <a:ahLst/>
              <a:cxnLst/>
              <a:rect l="l" t="t" r="r" b="b"/>
              <a:pathLst>
                <a:path w="1073" h="1328" extrusionOk="0">
                  <a:moveTo>
                    <a:pt x="334" y="0"/>
                  </a:moveTo>
                  <a:cubicBezTo>
                    <a:pt x="215" y="0"/>
                    <a:pt x="96" y="24"/>
                    <a:pt x="1" y="96"/>
                  </a:cubicBezTo>
                  <a:cubicBezTo>
                    <a:pt x="453" y="358"/>
                    <a:pt x="453" y="1001"/>
                    <a:pt x="1" y="1239"/>
                  </a:cubicBezTo>
                  <a:cubicBezTo>
                    <a:pt x="108" y="1299"/>
                    <a:pt x="222" y="1327"/>
                    <a:pt x="334" y="1327"/>
                  </a:cubicBezTo>
                  <a:cubicBezTo>
                    <a:pt x="621" y="1327"/>
                    <a:pt x="891" y="1142"/>
                    <a:pt x="977" y="834"/>
                  </a:cubicBezTo>
                  <a:cubicBezTo>
                    <a:pt x="1072" y="429"/>
                    <a:pt x="763" y="0"/>
                    <a:pt x="334"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3" name="Google Shape;2273;p59"/>
          <p:cNvGrpSpPr/>
          <p:nvPr/>
        </p:nvGrpSpPr>
        <p:grpSpPr>
          <a:xfrm>
            <a:off x="3063085" y="2735940"/>
            <a:ext cx="435125" cy="435165"/>
            <a:chOff x="2980558" y="3280890"/>
            <a:chExt cx="435125" cy="435165"/>
          </a:xfrm>
        </p:grpSpPr>
        <p:sp>
          <p:nvSpPr>
            <p:cNvPr id="2274" name="Google Shape;2274;p59"/>
            <p:cNvSpPr/>
            <p:nvPr/>
          </p:nvSpPr>
          <p:spPr>
            <a:xfrm>
              <a:off x="3029410" y="3458973"/>
              <a:ext cx="337422" cy="46563"/>
            </a:xfrm>
            <a:custGeom>
              <a:avLst/>
              <a:gdLst/>
              <a:ahLst/>
              <a:cxnLst/>
              <a:rect l="l" t="t" r="r" b="b"/>
              <a:pathLst>
                <a:path w="8551" h="1180" extrusionOk="0">
                  <a:moveTo>
                    <a:pt x="4276" y="1"/>
                  </a:moveTo>
                  <a:cubicBezTo>
                    <a:pt x="3293" y="1"/>
                    <a:pt x="2311" y="84"/>
                    <a:pt x="1335" y="251"/>
                  </a:cubicBezTo>
                  <a:cubicBezTo>
                    <a:pt x="453" y="441"/>
                    <a:pt x="1" y="680"/>
                    <a:pt x="1" y="1013"/>
                  </a:cubicBezTo>
                  <a:cubicBezTo>
                    <a:pt x="1" y="1084"/>
                    <a:pt x="72" y="1180"/>
                    <a:pt x="168" y="1180"/>
                  </a:cubicBezTo>
                  <a:cubicBezTo>
                    <a:pt x="263" y="1156"/>
                    <a:pt x="334" y="1084"/>
                    <a:pt x="334" y="1013"/>
                  </a:cubicBezTo>
                  <a:cubicBezTo>
                    <a:pt x="334" y="965"/>
                    <a:pt x="525" y="751"/>
                    <a:pt x="1406" y="560"/>
                  </a:cubicBezTo>
                  <a:cubicBezTo>
                    <a:pt x="2359" y="406"/>
                    <a:pt x="3317" y="328"/>
                    <a:pt x="4276" y="328"/>
                  </a:cubicBezTo>
                  <a:cubicBezTo>
                    <a:pt x="5234" y="328"/>
                    <a:pt x="6193" y="406"/>
                    <a:pt x="7145" y="560"/>
                  </a:cubicBezTo>
                  <a:cubicBezTo>
                    <a:pt x="8050" y="751"/>
                    <a:pt x="8217" y="965"/>
                    <a:pt x="8217" y="1013"/>
                  </a:cubicBezTo>
                  <a:cubicBezTo>
                    <a:pt x="8217" y="1084"/>
                    <a:pt x="8288" y="1180"/>
                    <a:pt x="8384" y="1180"/>
                  </a:cubicBezTo>
                  <a:cubicBezTo>
                    <a:pt x="8479" y="1156"/>
                    <a:pt x="8550" y="1084"/>
                    <a:pt x="8550" y="1013"/>
                  </a:cubicBezTo>
                  <a:cubicBezTo>
                    <a:pt x="8550" y="680"/>
                    <a:pt x="8098" y="441"/>
                    <a:pt x="7217" y="251"/>
                  </a:cubicBezTo>
                  <a:cubicBezTo>
                    <a:pt x="6240" y="84"/>
                    <a:pt x="5258" y="1"/>
                    <a:pt x="42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59"/>
            <p:cNvSpPr/>
            <p:nvPr/>
          </p:nvSpPr>
          <p:spPr>
            <a:xfrm>
              <a:off x="3144081" y="3433363"/>
              <a:ext cx="109028" cy="128561"/>
            </a:xfrm>
            <a:custGeom>
              <a:avLst/>
              <a:gdLst/>
              <a:ahLst/>
              <a:cxnLst/>
              <a:rect l="l" t="t" r="r" b="b"/>
              <a:pathLst>
                <a:path w="2763" h="3258" extrusionOk="0">
                  <a:moveTo>
                    <a:pt x="1373" y="1"/>
                  </a:moveTo>
                  <a:cubicBezTo>
                    <a:pt x="1358" y="1"/>
                    <a:pt x="1346" y="7"/>
                    <a:pt x="1334" y="19"/>
                  </a:cubicBezTo>
                  <a:lnTo>
                    <a:pt x="715" y="328"/>
                  </a:lnTo>
                  <a:lnTo>
                    <a:pt x="48" y="662"/>
                  </a:lnTo>
                  <a:cubicBezTo>
                    <a:pt x="24" y="686"/>
                    <a:pt x="0" y="686"/>
                    <a:pt x="0" y="709"/>
                  </a:cubicBezTo>
                  <a:cubicBezTo>
                    <a:pt x="0" y="709"/>
                    <a:pt x="0" y="733"/>
                    <a:pt x="0" y="733"/>
                  </a:cubicBezTo>
                  <a:lnTo>
                    <a:pt x="0" y="2519"/>
                  </a:lnTo>
                  <a:cubicBezTo>
                    <a:pt x="0" y="2543"/>
                    <a:pt x="24" y="2591"/>
                    <a:pt x="72" y="2614"/>
                  </a:cubicBezTo>
                  <a:lnTo>
                    <a:pt x="1358" y="3257"/>
                  </a:lnTo>
                  <a:lnTo>
                    <a:pt x="1429" y="3257"/>
                  </a:lnTo>
                  <a:lnTo>
                    <a:pt x="2096" y="2924"/>
                  </a:lnTo>
                  <a:lnTo>
                    <a:pt x="2691" y="2614"/>
                  </a:lnTo>
                  <a:cubicBezTo>
                    <a:pt x="2739" y="2591"/>
                    <a:pt x="2739" y="2543"/>
                    <a:pt x="2763" y="2519"/>
                  </a:cubicBezTo>
                  <a:lnTo>
                    <a:pt x="2763" y="733"/>
                  </a:lnTo>
                  <a:cubicBezTo>
                    <a:pt x="2739" y="733"/>
                    <a:pt x="2739" y="709"/>
                    <a:pt x="2739" y="709"/>
                  </a:cubicBezTo>
                  <a:cubicBezTo>
                    <a:pt x="2739" y="686"/>
                    <a:pt x="2715" y="686"/>
                    <a:pt x="2715" y="662"/>
                  </a:cubicBezTo>
                  <a:lnTo>
                    <a:pt x="1429" y="19"/>
                  </a:lnTo>
                  <a:cubicBezTo>
                    <a:pt x="1405" y="7"/>
                    <a:pt x="1387" y="1"/>
                    <a:pt x="13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59"/>
            <p:cNvSpPr/>
            <p:nvPr/>
          </p:nvSpPr>
          <p:spPr>
            <a:xfrm>
              <a:off x="3098031" y="3330728"/>
              <a:ext cx="200181" cy="336436"/>
            </a:xfrm>
            <a:custGeom>
              <a:avLst/>
              <a:gdLst/>
              <a:ahLst/>
              <a:cxnLst/>
              <a:rect l="l" t="t" r="r" b="b"/>
              <a:pathLst>
                <a:path w="5073" h="8526" extrusionOk="0">
                  <a:moveTo>
                    <a:pt x="2548" y="310"/>
                  </a:moveTo>
                  <a:cubicBezTo>
                    <a:pt x="3049" y="310"/>
                    <a:pt x="3549" y="715"/>
                    <a:pt x="3930" y="1429"/>
                  </a:cubicBezTo>
                  <a:cubicBezTo>
                    <a:pt x="4739" y="3215"/>
                    <a:pt x="4739" y="5287"/>
                    <a:pt x="3930" y="7073"/>
                  </a:cubicBezTo>
                  <a:cubicBezTo>
                    <a:pt x="3549" y="7811"/>
                    <a:pt x="3049" y="8192"/>
                    <a:pt x="2548" y="8192"/>
                  </a:cubicBezTo>
                  <a:cubicBezTo>
                    <a:pt x="2025" y="8192"/>
                    <a:pt x="1524" y="7811"/>
                    <a:pt x="1167" y="7073"/>
                  </a:cubicBezTo>
                  <a:cubicBezTo>
                    <a:pt x="334" y="5287"/>
                    <a:pt x="334" y="3215"/>
                    <a:pt x="1167" y="1429"/>
                  </a:cubicBezTo>
                  <a:cubicBezTo>
                    <a:pt x="1524" y="715"/>
                    <a:pt x="2025" y="310"/>
                    <a:pt x="2548" y="310"/>
                  </a:cubicBezTo>
                  <a:close/>
                  <a:moveTo>
                    <a:pt x="2548" y="0"/>
                  </a:moveTo>
                  <a:cubicBezTo>
                    <a:pt x="1906" y="0"/>
                    <a:pt x="1310" y="453"/>
                    <a:pt x="881" y="1286"/>
                  </a:cubicBezTo>
                  <a:cubicBezTo>
                    <a:pt x="0" y="3167"/>
                    <a:pt x="0" y="5335"/>
                    <a:pt x="881" y="7240"/>
                  </a:cubicBezTo>
                  <a:cubicBezTo>
                    <a:pt x="1310" y="8073"/>
                    <a:pt x="1906" y="8526"/>
                    <a:pt x="2548" y="8526"/>
                  </a:cubicBezTo>
                  <a:cubicBezTo>
                    <a:pt x="3191" y="8526"/>
                    <a:pt x="3787" y="8073"/>
                    <a:pt x="4216" y="7240"/>
                  </a:cubicBezTo>
                  <a:cubicBezTo>
                    <a:pt x="5073" y="5335"/>
                    <a:pt x="5073" y="3167"/>
                    <a:pt x="4216" y="1286"/>
                  </a:cubicBezTo>
                  <a:cubicBezTo>
                    <a:pt x="3787" y="453"/>
                    <a:pt x="3191" y="0"/>
                    <a:pt x="25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59"/>
            <p:cNvSpPr/>
            <p:nvPr/>
          </p:nvSpPr>
          <p:spPr>
            <a:xfrm>
              <a:off x="3143134" y="3461340"/>
              <a:ext cx="55481" cy="100584"/>
            </a:xfrm>
            <a:custGeom>
              <a:avLst/>
              <a:gdLst/>
              <a:ahLst/>
              <a:cxnLst/>
              <a:rect l="l" t="t" r="r" b="b"/>
              <a:pathLst>
                <a:path w="1406" h="2549" extrusionOk="0">
                  <a:moveTo>
                    <a:pt x="24" y="0"/>
                  </a:moveTo>
                  <a:cubicBezTo>
                    <a:pt x="0" y="0"/>
                    <a:pt x="0" y="24"/>
                    <a:pt x="24" y="24"/>
                  </a:cubicBezTo>
                  <a:lnTo>
                    <a:pt x="24" y="1810"/>
                  </a:lnTo>
                  <a:cubicBezTo>
                    <a:pt x="24" y="1834"/>
                    <a:pt x="48" y="1882"/>
                    <a:pt x="72" y="1905"/>
                  </a:cubicBezTo>
                  <a:lnTo>
                    <a:pt x="1358" y="2548"/>
                  </a:lnTo>
                  <a:lnTo>
                    <a:pt x="1405" y="2548"/>
                  </a:lnTo>
                  <a:lnTo>
                    <a:pt x="1405" y="691"/>
                  </a:lnTo>
                  <a:lnTo>
                    <a:pt x="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59"/>
            <p:cNvSpPr/>
            <p:nvPr/>
          </p:nvSpPr>
          <p:spPr>
            <a:xfrm>
              <a:off x="3172255" y="3433363"/>
              <a:ext cx="80854" cy="41157"/>
            </a:xfrm>
            <a:custGeom>
              <a:avLst/>
              <a:gdLst/>
              <a:ahLst/>
              <a:cxnLst/>
              <a:rect l="l" t="t" r="r" b="b"/>
              <a:pathLst>
                <a:path w="2049" h="1043" extrusionOk="0">
                  <a:moveTo>
                    <a:pt x="667" y="1"/>
                  </a:moveTo>
                  <a:cubicBezTo>
                    <a:pt x="650" y="1"/>
                    <a:pt x="632" y="7"/>
                    <a:pt x="620" y="19"/>
                  </a:cubicBezTo>
                  <a:lnTo>
                    <a:pt x="1" y="328"/>
                  </a:lnTo>
                  <a:lnTo>
                    <a:pt x="1382" y="1043"/>
                  </a:lnTo>
                  <a:lnTo>
                    <a:pt x="2049" y="709"/>
                  </a:lnTo>
                  <a:cubicBezTo>
                    <a:pt x="2025" y="686"/>
                    <a:pt x="2025" y="686"/>
                    <a:pt x="2001" y="662"/>
                  </a:cubicBezTo>
                  <a:lnTo>
                    <a:pt x="715" y="19"/>
                  </a:lnTo>
                  <a:cubicBezTo>
                    <a:pt x="703" y="7"/>
                    <a:pt x="685" y="1"/>
                    <a:pt x="667" y="1"/>
                  </a:cubicBezTo>
                  <a:close/>
                </a:path>
              </a:pathLst>
            </a:custGeom>
            <a:solidFill>
              <a:srgbClr val="002F57">
                <a:alpha val="13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59"/>
            <p:cNvSpPr/>
            <p:nvPr/>
          </p:nvSpPr>
          <p:spPr>
            <a:xfrm>
              <a:off x="3198575" y="3460393"/>
              <a:ext cx="54534" cy="101531"/>
            </a:xfrm>
            <a:custGeom>
              <a:avLst/>
              <a:gdLst/>
              <a:ahLst/>
              <a:cxnLst/>
              <a:rect l="l" t="t" r="r" b="b"/>
              <a:pathLst>
                <a:path w="1382" h="2573" extrusionOk="0">
                  <a:moveTo>
                    <a:pt x="1382" y="1"/>
                  </a:moveTo>
                  <a:lnTo>
                    <a:pt x="715" y="334"/>
                  </a:lnTo>
                  <a:lnTo>
                    <a:pt x="0" y="715"/>
                  </a:lnTo>
                  <a:lnTo>
                    <a:pt x="0" y="2572"/>
                  </a:lnTo>
                  <a:lnTo>
                    <a:pt x="48" y="2572"/>
                  </a:lnTo>
                  <a:lnTo>
                    <a:pt x="715" y="2239"/>
                  </a:lnTo>
                  <a:lnTo>
                    <a:pt x="1310" y="1929"/>
                  </a:lnTo>
                  <a:cubicBezTo>
                    <a:pt x="1358" y="1906"/>
                    <a:pt x="1358" y="1858"/>
                    <a:pt x="1382" y="1834"/>
                  </a:cubicBezTo>
                  <a:lnTo>
                    <a:pt x="1382" y="48"/>
                  </a:lnTo>
                  <a:cubicBezTo>
                    <a:pt x="1382" y="24"/>
                    <a:pt x="1382" y="24"/>
                    <a:pt x="1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59"/>
            <p:cNvSpPr/>
            <p:nvPr/>
          </p:nvSpPr>
          <p:spPr>
            <a:xfrm>
              <a:off x="3226749" y="3461340"/>
              <a:ext cx="26359" cy="87443"/>
            </a:xfrm>
            <a:custGeom>
              <a:avLst/>
              <a:gdLst/>
              <a:ahLst/>
              <a:cxnLst/>
              <a:rect l="l" t="t" r="r" b="b"/>
              <a:pathLst>
                <a:path w="668" h="2216" extrusionOk="0">
                  <a:moveTo>
                    <a:pt x="668" y="0"/>
                  </a:moveTo>
                  <a:lnTo>
                    <a:pt x="1" y="334"/>
                  </a:lnTo>
                  <a:lnTo>
                    <a:pt x="1" y="2215"/>
                  </a:lnTo>
                  <a:lnTo>
                    <a:pt x="596" y="1905"/>
                  </a:lnTo>
                  <a:cubicBezTo>
                    <a:pt x="644" y="1882"/>
                    <a:pt x="644" y="1834"/>
                    <a:pt x="668" y="1810"/>
                  </a:cubicBezTo>
                  <a:lnTo>
                    <a:pt x="668" y="24"/>
                  </a:lnTo>
                  <a:cubicBezTo>
                    <a:pt x="668" y="24"/>
                    <a:pt x="668" y="0"/>
                    <a:pt x="668"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59"/>
            <p:cNvSpPr/>
            <p:nvPr/>
          </p:nvSpPr>
          <p:spPr>
            <a:xfrm>
              <a:off x="3029410" y="3492356"/>
              <a:ext cx="337422" cy="45616"/>
            </a:xfrm>
            <a:custGeom>
              <a:avLst/>
              <a:gdLst/>
              <a:ahLst/>
              <a:cxnLst/>
              <a:rect l="l" t="t" r="r" b="b"/>
              <a:pathLst>
                <a:path w="8551" h="1156" extrusionOk="0">
                  <a:moveTo>
                    <a:pt x="168" y="0"/>
                  </a:moveTo>
                  <a:cubicBezTo>
                    <a:pt x="72" y="0"/>
                    <a:pt x="1" y="72"/>
                    <a:pt x="1" y="167"/>
                  </a:cubicBezTo>
                  <a:cubicBezTo>
                    <a:pt x="1" y="477"/>
                    <a:pt x="453" y="738"/>
                    <a:pt x="1335" y="905"/>
                  </a:cubicBezTo>
                  <a:cubicBezTo>
                    <a:pt x="2311" y="1072"/>
                    <a:pt x="3293" y="1155"/>
                    <a:pt x="4276" y="1155"/>
                  </a:cubicBezTo>
                  <a:cubicBezTo>
                    <a:pt x="5258" y="1155"/>
                    <a:pt x="6240" y="1072"/>
                    <a:pt x="7217" y="905"/>
                  </a:cubicBezTo>
                  <a:cubicBezTo>
                    <a:pt x="8098" y="738"/>
                    <a:pt x="8550" y="477"/>
                    <a:pt x="8550" y="167"/>
                  </a:cubicBezTo>
                  <a:cubicBezTo>
                    <a:pt x="8550" y="72"/>
                    <a:pt x="8479" y="0"/>
                    <a:pt x="8384" y="0"/>
                  </a:cubicBezTo>
                  <a:cubicBezTo>
                    <a:pt x="8288" y="0"/>
                    <a:pt x="8217" y="72"/>
                    <a:pt x="8217" y="167"/>
                  </a:cubicBezTo>
                  <a:cubicBezTo>
                    <a:pt x="8217" y="215"/>
                    <a:pt x="8026" y="405"/>
                    <a:pt x="7145" y="596"/>
                  </a:cubicBezTo>
                  <a:cubicBezTo>
                    <a:pt x="6193" y="762"/>
                    <a:pt x="5234" y="846"/>
                    <a:pt x="4276" y="846"/>
                  </a:cubicBezTo>
                  <a:cubicBezTo>
                    <a:pt x="3317" y="846"/>
                    <a:pt x="2359" y="762"/>
                    <a:pt x="1406" y="596"/>
                  </a:cubicBezTo>
                  <a:cubicBezTo>
                    <a:pt x="501" y="405"/>
                    <a:pt x="334" y="215"/>
                    <a:pt x="334" y="167"/>
                  </a:cubicBezTo>
                  <a:cubicBezTo>
                    <a:pt x="334" y="72"/>
                    <a:pt x="263" y="0"/>
                    <a:pt x="1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59"/>
            <p:cNvSpPr/>
            <p:nvPr/>
          </p:nvSpPr>
          <p:spPr>
            <a:xfrm>
              <a:off x="3004984" y="3296871"/>
              <a:ext cx="401308" cy="403202"/>
            </a:xfrm>
            <a:custGeom>
              <a:avLst/>
              <a:gdLst/>
              <a:ahLst/>
              <a:cxnLst/>
              <a:rect l="l" t="t" r="r" b="b"/>
              <a:pathLst>
                <a:path w="10170" h="10218" extrusionOk="0">
                  <a:moveTo>
                    <a:pt x="4924" y="1161"/>
                  </a:moveTo>
                  <a:cubicBezTo>
                    <a:pt x="5898" y="1161"/>
                    <a:pt x="6889" y="1523"/>
                    <a:pt x="7693" y="2335"/>
                  </a:cubicBezTo>
                  <a:cubicBezTo>
                    <a:pt x="10169" y="4811"/>
                    <a:pt x="8407" y="9050"/>
                    <a:pt x="4883" y="9050"/>
                  </a:cubicBezTo>
                  <a:cubicBezTo>
                    <a:pt x="2716" y="9050"/>
                    <a:pt x="953" y="7288"/>
                    <a:pt x="953" y="5121"/>
                  </a:cubicBezTo>
                  <a:lnTo>
                    <a:pt x="953" y="5097"/>
                  </a:lnTo>
                  <a:cubicBezTo>
                    <a:pt x="953" y="2732"/>
                    <a:pt x="2899" y="1161"/>
                    <a:pt x="4924" y="1161"/>
                  </a:cubicBezTo>
                  <a:close/>
                  <a:moveTo>
                    <a:pt x="4883" y="1"/>
                  </a:moveTo>
                  <a:cubicBezTo>
                    <a:pt x="4787" y="1"/>
                    <a:pt x="4716" y="72"/>
                    <a:pt x="4716" y="168"/>
                  </a:cubicBezTo>
                  <a:lnTo>
                    <a:pt x="4716" y="858"/>
                  </a:lnTo>
                  <a:cubicBezTo>
                    <a:pt x="2501" y="930"/>
                    <a:pt x="715" y="2716"/>
                    <a:pt x="620" y="4954"/>
                  </a:cubicBezTo>
                  <a:lnTo>
                    <a:pt x="167" y="4954"/>
                  </a:lnTo>
                  <a:cubicBezTo>
                    <a:pt x="96" y="4954"/>
                    <a:pt x="1" y="5026"/>
                    <a:pt x="1" y="5121"/>
                  </a:cubicBezTo>
                  <a:cubicBezTo>
                    <a:pt x="1" y="5192"/>
                    <a:pt x="72" y="5288"/>
                    <a:pt x="167" y="5288"/>
                  </a:cubicBezTo>
                  <a:lnTo>
                    <a:pt x="620" y="5288"/>
                  </a:lnTo>
                  <a:cubicBezTo>
                    <a:pt x="715" y="7502"/>
                    <a:pt x="2501" y="9288"/>
                    <a:pt x="4716" y="9384"/>
                  </a:cubicBezTo>
                  <a:lnTo>
                    <a:pt x="4716" y="10074"/>
                  </a:lnTo>
                  <a:cubicBezTo>
                    <a:pt x="4716" y="10146"/>
                    <a:pt x="4787" y="10217"/>
                    <a:pt x="4883" y="10217"/>
                  </a:cubicBezTo>
                  <a:cubicBezTo>
                    <a:pt x="4978" y="10217"/>
                    <a:pt x="5049" y="10146"/>
                    <a:pt x="5049" y="10074"/>
                  </a:cubicBezTo>
                  <a:lnTo>
                    <a:pt x="5049" y="9384"/>
                  </a:lnTo>
                  <a:cubicBezTo>
                    <a:pt x="7264" y="9288"/>
                    <a:pt x="9050" y="7502"/>
                    <a:pt x="9145" y="5288"/>
                  </a:cubicBezTo>
                  <a:lnTo>
                    <a:pt x="9741" y="5288"/>
                  </a:lnTo>
                  <a:cubicBezTo>
                    <a:pt x="9836" y="5264"/>
                    <a:pt x="9908" y="5192"/>
                    <a:pt x="9908" y="5121"/>
                  </a:cubicBezTo>
                  <a:cubicBezTo>
                    <a:pt x="9908" y="5026"/>
                    <a:pt x="9836" y="4954"/>
                    <a:pt x="9741" y="4954"/>
                  </a:cubicBezTo>
                  <a:lnTo>
                    <a:pt x="9145" y="4954"/>
                  </a:lnTo>
                  <a:cubicBezTo>
                    <a:pt x="9050" y="2716"/>
                    <a:pt x="7264" y="930"/>
                    <a:pt x="5049" y="858"/>
                  </a:cubicBezTo>
                  <a:lnTo>
                    <a:pt x="5049" y="168"/>
                  </a:lnTo>
                  <a:cubicBezTo>
                    <a:pt x="5049" y="72"/>
                    <a:pt x="4978" y="1"/>
                    <a:pt x="488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59"/>
            <p:cNvSpPr/>
            <p:nvPr/>
          </p:nvSpPr>
          <p:spPr>
            <a:xfrm>
              <a:off x="3179792" y="3280890"/>
              <a:ext cx="36658" cy="36698"/>
            </a:xfrm>
            <a:custGeom>
              <a:avLst/>
              <a:gdLst/>
              <a:ahLst/>
              <a:cxnLst/>
              <a:rect l="l" t="t" r="r" b="b"/>
              <a:pathLst>
                <a:path w="929" h="930" extrusionOk="0">
                  <a:moveTo>
                    <a:pt x="453" y="1"/>
                  </a:moveTo>
                  <a:cubicBezTo>
                    <a:pt x="215" y="1"/>
                    <a:pt x="0" y="215"/>
                    <a:pt x="0" y="477"/>
                  </a:cubicBezTo>
                  <a:cubicBezTo>
                    <a:pt x="0" y="715"/>
                    <a:pt x="215" y="930"/>
                    <a:pt x="453" y="930"/>
                  </a:cubicBezTo>
                  <a:cubicBezTo>
                    <a:pt x="715" y="930"/>
                    <a:pt x="929" y="715"/>
                    <a:pt x="929" y="477"/>
                  </a:cubicBezTo>
                  <a:cubicBezTo>
                    <a:pt x="929" y="215"/>
                    <a:pt x="715" y="1"/>
                    <a:pt x="4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59"/>
            <p:cNvSpPr/>
            <p:nvPr/>
          </p:nvSpPr>
          <p:spPr>
            <a:xfrm>
              <a:off x="3179792" y="3679357"/>
              <a:ext cx="36658" cy="36698"/>
            </a:xfrm>
            <a:custGeom>
              <a:avLst/>
              <a:gdLst/>
              <a:ahLst/>
              <a:cxnLst/>
              <a:rect l="l" t="t" r="r" b="b"/>
              <a:pathLst>
                <a:path w="929" h="930" extrusionOk="0">
                  <a:moveTo>
                    <a:pt x="453" y="0"/>
                  </a:moveTo>
                  <a:cubicBezTo>
                    <a:pt x="215" y="0"/>
                    <a:pt x="0" y="215"/>
                    <a:pt x="0" y="477"/>
                  </a:cubicBezTo>
                  <a:cubicBezTo>
                    <a:pt x="0" y="739"/>
                    <a:pt x="215" y="929"/>
                    <a:pt x="453" y="929"/>
                  </a:cubicBezTo>
                  <a:cubicBezTo>
                    <a:pt x="715" y="929"/>
                    <a:pt x="929" y="739"/>
                    <a:pt x="929" y="477"/>
                  </a:cubicBezTo>
                  <a:cubicBezTo>
                    <a:pt x="929" y="215"/>
                    <a:pt x="715" y="0"/>
                    <a:pt x="4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59"/>
            <p:cNvSpPr/>
            <p:nvPr/>
          </p:nvSpPr>
          <p:spPr>
            <a:xfrm>
              <a:off x="3378986" y="3480123"/>
              <a:ext cx="36698" cy="36698"/>
            </a:xfrm>
            <a:custGeom>
              <a:avLst/>
              <a:gdLst/>
              <a:ahLst/>
              <a:cxnLst/>
              <a:rect l="l" t="t" r="r" b="b"/>
              <a:pathLst>
                <a:path w="930" h="930" extrusionOk="0">
                  <a:moveTo>
                    <a:pt x="477" y="1"/>
                  </a:moveTo>
                  <a:cubicBezTo>
                    <a:pt x="215" y="1"/>
                    <a:pt x="1" y="215"/>
                    <a:pt x="1" y="477"/>
                  </a:cubicBezTo>
                  <a:cubicBezTo>
                    <a:pt x="1" y="715"/>
                    <a:pt x="215" y="929"/>
                    <a:pt x="477" y="929"/>
                  </a:cubicBezTo>
                  <a:cubicBezTo>
                    <a:pt x="715" y="929"/>
                    <a:pt x="930" y="715"/>
                    <a:pt x="930" y="477"/>
                  </a:cubicBezTo>
                  <a:cubicBezTo>
                    <a:pt x="930" y="215"/>
                    <a:pt x="715" y="1"/>
                    <a:pt x="4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59"/>
            <p:cNvSpPr/>
            <p:nvPr/>
          </p:nvSpPr>
          <p:spPr>
            <a:xfrm>
              <a:off x="2980558" y="3480123"/>
              <a:ext cx="36698" cy="36698"/>
            </a:xfrm>
            <a:custGeom>
              <a:avLst/>
              <a:gdLst/>
              <a:ahLst/>
              <a:cxnLst/>
              <a:rect l="l" t="t" r="r" b="b"/>
              <a:pathLst>
                <a:path w="930" h="930" extrusionOk="0">
                  <a:moveTo>
                    <a:pt x="453" y="1"/>
                  </a:moveTo>
                  <a:cubicBezTo>
                    <a:pt x="191" y="1"/>
                    <a:pt x="1" y="215"/>
                    <a:pt x="1" y="477"/>
                  </a:cubicBezTo>
                  <a:cubicBezTo>
                    <a:pt x="1" y="715"/>
                    <a:pt x="191" y="929"/>
                    <a:pt x="453" y="929"/>
                  </a:cubicBezTo>
                  <a:cubicBezTo>
                    <a:pt x="715" y="929"/>
                    <a:pt x="929" y="715"/>
                    <a:pt x="929" y="477"/>
                  </a:cubicBezTo>
                  <a:cubicBezTo>
                    <a:pt x="929" y="215"/>
                    <a:pt x="715" y="1"/>
                    <a:pt x="4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7" name="Google Shape;2287;p59"/>
          <p:cNvGrpSpPr/>
          <p:nvPr/>
        </p:nvGrpSpPr>
        <p:grpSpPr>
          <a:xfrm>
            <a:off x="3069527" y="1570777"/>
            <a:ext cx="436033" cy="436072"/>
            <a:chOff x="1159401" y="1941815"/>
            <a:chExt cx="436033" cy="436072"/>
          </a:xfrm>
        </p:grpSpPr>
        <p:sp>
          <p:nvSpPr>
            <p:cNvPr id="2288" name="Google Shape;2288;p59"/>
            <p:cNvSpPr/>
            <p:nvPr/>
          </p:nvSpPr>
          <p:spPr>
            <a:xfrm>
              <a:off x="1267442" y="2029219"/>
              <a:ext cx="219950" cy="218964"/>
            </a:xfrm>
            <a:custGeom>
              <a:avLst/>
              <a:gdLst/>
              <a:ahLst/>
              <a:cxnLst/>
              <a:rect l="l" t="t" r="r" b="b"/>
              <a:pathLst>
                <a:path w="5574" h="5549" extrusionOk="0">
                  <a:moveTo>
                    <a:pt x="2787" y="0"/>
                  </a:moveTo>
                  <a:cubicBezTo>
                    <a:pt x="1263" y="0"/>
                    <a:pt x="1" y="1239"/>
                    <a:pt x="1" y="2763"/>
                  </a:cubicBezTo>
                  <a:cubicBezTo>
                    <a:pt x="1" y="4311"/>
                    <a:pt x="1263" y="5549"/>
                    <a:pt x="2787" y="5549"/>
                  </a:cubicBezTo>
                  <a:cubicBezTo>
                    <a:pt x="4311" y="5549"/>
                    <a:pt x="5573" y="4311"/>
                    <a:pt x="5573" y="2763"/>
                  </a:cubicBezTo>
                  <a:cubicBezTo>
                    <a:pt x="5573" y="1239"/>
                    <a:pt x="4311" y="0"/>
                    <a:pt x="27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59"/>
            <p:cNvSpPr/>
            <p:nvPr/>
          </p:nvSpPr>
          <p:spPr>
            <a:xfrm>
              <a:off x="1366864" y="2029219"/>
              <a:ext cx="119406" cy="218964"/>
            </a:xfrm>
            <a:custGeom>
              <a:avLst/>
              <a:gdLst/>
              <a:ahLst/>
              <a:cxnLst/>
              <a:rect l="l" t="t" r="r" b="b"/>
              <a:pathLst>
                <a:path w="3026" h="5549" extrusionOk="0">
                  <a:moveTo>
                    <a:pt x="334" y="0"/>
                  </a:moveTo>
                  <a:cubicBezTo>
                    <a:pt x="215" y="0"/>
                    <a:pt x="120" y="0"/>
                    <a:pt x="1" y="24"/>
                  </a:cubicBezTo>
                  <a:cubicBezTo>
                    <a:pt x="1406" y="191"/>
                    <a:pt x="2454" y="1358"/>
                    <a:pt x="2454" y="2763"/>
                  </a:cubicBezTo>
                  <a:cubicBezTo>
                    <a:pt x="2454" y="4168"/>
                    <a:pt x="1406" y="5358"/>
                    <a:pt x="1" y="5525"/>
                  </a:cubicBezTo>
                  <a:cubicBezTo>
                    <a:pt x="120" y="5549"/>
                    <a:pt x="215" y="5549"/>
                    <a:pt x="334" y="5549"/>
                  </a:cubicBezTo>
                  <a:cubicBezTo>
                    <a:pt x="1834" y="5501"/>
                    <a:pt x="3025" y="4263"/>
                    <a:pt x="3025" y="2763"/>
                  </a:cubicBezTo>
                  <a:cubicBezTo>
                    <a:pt x="3025" y="1286"/>
                    <a:pt x="1834" y="48"/>
                    <a:pt x="334"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59"/>
            <p:cNvSpPr/>
            <p:nvPr/>
          </p:nvSpPr>
          <p:spPr>
            <a:xfrm>
              <a:off x="1159401" y="2151387"/>
              <a:ext cx="436033" cy="226500"/>
            </a:xfrm>
            <a:custGeom>
              <a:avLst/>
              <a:gdLst/>
              <a:ahLst/>
              <a:cxnLst/>
              <a:rect l="l" t="t" r="r" b="b"/>
              <a:pathLst>
                <a:path w="11050" h="5740" extrusionOk="0">
                  <a:moveTo>
                    <a:pt x="0" y="0"/>
                  </a:moveTo>
                  <a:lnTo>
                    <a:pt x="0" y="5073"/>
                  </a:lnTo>
                  <a:cubicBezTo>
                    <a:pt x="0" y="5430"/>
                    <a:pt x="310" y="5739"/>
                    <a:pt x="667" y="5739"/>
                  </a:cubicBezTo>
                  <a:lnTo>
                    <a:pt x="10383" y="5739"/>
                  </a:lnTo>
                  <a:cubicBezTo>
                    <a:pt x="10740" y="5739"/>
                    <a:pt x="11050" y="5430"/>
                    <a:pt x="11050" y="5073"/>
                  </a:cubicBezTo>
                  <a:lnTo>
                    <a:pt x="11050" y="0"/>
                  </a:lnTo>
                  <a:cubicBezTo>
                    <a:pt x="10574" y="0"/>
                    <a:pt x="10574" y="381"/>
                    <a:pt x="10121" y="381"/>
                  </a:cubicBezTo>
                  <a:cubicBezTo>
                    <a:pt x="9669" y="381"/>
                    <a:pt x="9669" y="0"/>
                    <a:pt x="9192" y="0"/>
                  </a:cubicBezTo>
                  <a:cubicBezTo>
                    <a:pt x="8740" y="0"/>
                    <a:pt x="8740" y="381"/>
                    <a:pt x="8288" y="381"/>
                  </a:cubicBezTo>
                  <a:cubicBezTo>
                    <a:pt x="7811" y="381"/>
                    <a:pt x="7811" y="0"/>
                    <a:pt x="7359" y="0"/>
                  </a:cubicBezTo>
                  <a:cubicBezTo>
                    <a:pt x="6906" y="0"/>
                    <a:pt x="6906" y="381"/>
                    <a:pt x="6430" y="381"/>
                  </a:cubicBezTo>
                  <a:cubicBezTo>
                    <a:pt x="5977" y="381"/>
                    <a:pt x="5977" y="0"/>
                    <a:pt x="5525" y="0"/>
                  </a:cubicBezTo>
                  <a:cubicBezTo>
                    <a:pt x="5049" y="0"/>
                    <a:pt x="5073" y="381"/>
                    <a:pt x="4596" y="381"/>
                  </a:cubicBezTo>
                  <a:cubicBezTo>
                    <a:pt x="4144" y="381"/>
                    <a:pt x="4144" y="0"/>
                    <a:pt x="3691" y="0"/>
                  </a:cubicBezTo>
                  <a:cubicBezTo>
                    <a:pt x="3215" y="0"/>
                    <a:pt x="3215" y="381"/>
                    <a:pt x="2763" y="381"/>
                  </a:cubicBezTo>
                  <a:cubicBezTo>
                    <a:pt x="2310" y="381"/>
                    <a:pt x="2310" y="0"/>
                    <a:pt x="1834" y="0"/>
                  </a:cubicBezTo>
                  <a:cubicBezTo>
                    <a:pt x="1381" y="0"/>
                    <a:pt x="1381" y="381"/>
                    <a:pt x="929" y="381"/>
                  </a:cubicBezTo>
                  <a:cubicBezTo>
                    <a:pt x="476" y="381"/>
                    <a:pt x="453" y="0"/>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59"/>
            <p:cNvSpPr/>
            <p:nvPr/>
          </p:nvSpPr>
          <p:spPr>
            <a:xfrm>
              <a:off x="1271191" y="2151387"/>
              <a:ext cx="212453" cy="96795"/>
            </a:xfrm>
            <a:custGeom>
              <a:avLst/>
              <a:gdLst/>
              <a:ahLst/>
              <a:cxnLst/>
              <a:rect l="l" t="t" r="r" b="b"/>
              <a:pathLst>
                <a:path w="5384" h="2453" extrusionOk="0">
                  <a:moveTo>
                    <a:pt x="858" y="0"/>
                  </a:moveTo>
                  <a:cubicBezTo>
                    <a:pt x="382" y="0"/>
                    <a:pt x="382" y="334"/>
                    <a:pt x="1" y="381"/>
                  </a:cubicBezTo>
                  <a:cubicBezTo>
                    <a:pt x="311" y="1596"/>
                    <a:pt x="1430" y="2453"/>
                    <a:pt x="2692" y="2453"/>
                  </a:cubicBezTo>
                  <a:cubicBezTo>
                    <a:pt x="3954" y="2453"/>
                    <a:pt x="5050" y="1596"/>
                    <a:pt x="5383" y="381"/>
                  </a:cubicBezTo>
                  <a:cubicBezTo>
                    <a:pt x="4978" y="334"/>
                    <a:pt x="4954" y="0"/>
                    <a:pt x="4526" y="0"/>
                  </a:cubicBezTo>
                  <a:cubicBezTo>
                    <a:pt x="4097" y="0"/>
                    <a:pt x="4073" y="381"/>
                    <a:pt x="3597" y="381"/>
                  </a:cubicBezTo>
                  <a:cubicBezTo>
                    <a:pt x="3144" y="381"/>
                    <a:pt x="3144" y="0"/>
                    <a:pt x="2692" y="0"/>
                  </a:cubicBezTo>
                  <a:cubicBezTo>
                    <a:pt x="2216" y="0"/>
                    <a:pt x="2216" y="381"/>
                    <a:pt x="1763" y="381"/>
                  </a:cubicBezTo>
                  <a:cubicBezTo>
                    <a:pt x="1311" y="381"/>
                    <a:pt x="1311" y="0"/>
                    <a:pt x="8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59"/>
            <p:cNvSpPr/>
            <p:nvPr/>
          </p:nvSpPr>
          <p:spPr>
            <a:xfrm>
              <a:off x="1364237" y="2153241"/>
              <a:ext cx="118459" cy="94941"/>
            </a:xfrm>
            <a:custGeom>
              <a:avLst/>
              <a:gdLst/>
              <a:ahLst/>
              <a:cxnLst/>
              <a:rect l="l" t="t" r="r" b="b"/>
              <a:pathLst>
                <a:path w="3002" h="2406" extrusionOk="0">
                  <a:moveTo>
                    <a:pt x="2406" y="1"/>
                  </a:moveTo>
                  <a:cubicBezTo>
                    <a:pt x="2239" y="1239"/>
                    <a:pt x="1263" y="2215"/>
                    <a:pt x="1" y="2382"/>
                  </a:cubicBezTo>
                  <a:cubicBezTo>
                    <a:pt x="120" y="2406"/>
                    <a:pt x="215" y="2406"/>
                    <a:pt x="334" y="2406"/>
                  </a:cubicBezTo>
                  <a:cubicBezTo>
                    <a:pt x="1596" y="2406"/>
                    <a:pt x="2692" y="1549"/>
                    <a:pt x="3001" y="334"/>
                  </a:cubicBezTo>
                  <a:cubicBezTo>
                    <a:pt x="2715" y="287"/>
                    <a:pt x="2620" y="96"/>
                    <a:pt x="2406"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59"/>
            <p:cNvSpPr/>
            <p:nvPr/>
          </p:nvSpPr>
          <p:spPr>
            <a:xfrm>
              <a:off x="1542794" y="2151387"/>
              <a:ext cx="52640" cy="225553"/>
            </a:xfrm>
            <a:custGeom>
              <a:avLst/>
              <a:gdLst/>
              <a:ahLst/>
              <a:cxnLst/>
              <a:rect l="l" t="t" r="r" b="b"/>
              <a:pathLst>
                <a:path w="1334" h="5716" extrusionOk="0">
                  <a:moveTo>
                    <a:pt x="1334" y="0"/>
                  </a:moveTo>
                  <a:cubicBezTo>
                    <a:pt x="977" y="0"/>
                    <a:pt x="882" y="214"/>
                    <a:pt x="667" y="334"/>
                  </a:cubicBezTo>
                  <a:lnTo>
                    <a:pt x="667" y="5049"/>
                  </a:lnTo>
                  <a:cubicBezTo>
                    <a:pt x="667" y="5430"/>
                    <a:pt x="358" y="5716"/>
                    <a:pt x="0" y="5716"/>
                  </a:cubicBezTo>
                  <a:lnTo>
                    <a:pt x="667" y="5716"/>
                  </a:lnTo>
                  <a:cubicBezTo>
                    <a:pt x="1024" y="5716"/>
                    <a:pt x="1334" y="5430"/>
                    <a:pt x="1334" y="5049"/>
                  </a:cubicBezTo>
                  <a:lnTo>
                    <a:pt x="1334" y="0"/>
                  </a:ln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59"/>
            <p:cNvSpPr/>
            <p:nvPr/>
          </p:nvSpPr>
          <p:spPr>
            <a:xfrm>
              <a:off x="1346441" y="2276830"/>
              <a:ext cx="63570" cy="62505"/>
            </a:xfrm>
            <a:custGeom>
              <a:avLst/>
              <a:gdLst/>
              <a:ahLst/>
              <a:cxnLst/>
              <a:rect l="l" t="t" r="r" b="b"/>
              <a:pathLst>
                <a:path w="1611" h="1584" extrusionOk="0">
                  <a:moveTo>
                    <a:pt x="785" y="0"/>
                  </a:moveTo>
                  <a:cubicBezTo>
                    <a:pt x="749" y="0"/>
                    <a:pt x="714" y="12"/>
                    <a:pt x="690" y="36"/>
                  </a:cubicBezTo>
                  <a:lnTo>
                    <a:pt x="118" y="489"/>
                  </a:lnTo>
                  <a:cubicBezTo>
                    <a:pt x="0" y="587"/>
                    <a:pt x="93" y="750"/>
                    <a:pt x="224" y="750"/>
                  </a:cubicBezTo>
                  <a:cubicBezTo>
                    <a:pt x="251" y="750"/>
                    <a:pt x="280" y="743"/>
                    <a:pt x="309" y="727"/>
                  </a:cubicBezTo>
                  <a:lnTo>
                    <a:pt x="618" y="489"/>
                  </a:lnTo>
                  <a:lnTo>
                    <a:pt x="618" y="1441"/>
                  </a:lnTo>
                  <a:cubicBezTo>
                    <a:pt x="618" y="1513"/>
                    <a:pt x="690" y="1584"/>
                    <a:pt x="785" y="1584"/>
                  </a:cubicBezTo>
                  <a:cubicBezTo>
                    <a:pt x="880" y="1584"/>
                    <a:pt x="952" y="1513"/>
                    <a:pt x="952" y="1441"/>
                  </a:cubicBezTo>
                  <a:lnTo>
                    <a:pt x="952" y="489"/>
                  </a:lnTo>
                  <a:lnTo>
                    <a:pt x="1261" y="727"/>
                  </a:lnTo>
                  <a:cubicBezTo>
                    <a:pt x="1285" y="750"/>
                    <a:pt x="1333" y="774"/>
                    <a:pt x="1357" y="774"/>
                  </a:cubicBezTo>
                  <a:cubicBezTo>
                    <a:pt x="1364" y="775"/>
                    <a:pt x="1372" y="776"/>
                    <a:pt x="1380" y="776"/>
                  </a:cubicBezTo>
                  <a:cubicBezTo>
                    <a:pt x="1532" y="776"/>
                    <a:pt x="1611" y="555"/>
                    <a:pt x="1452" y="465"/>
                  </a:cubicBezTo>
                  <a:lnTo>
                    <a:pt x="1452" y="465"/>
                  </a:lnTo>
                  <a:lnTo>
                    <a:pt x="1452" y="489"/>
                  </a:lnTo>
                  <a:lnTo>
                    <a:pt x="880" y="36"/>
                  </a:lnTo>
                  <a:cubicBezTo>
                    <a:pt x="856" y="12"/>
                    <a:pt x="821" y="0"/>
                    <a:pt x="7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59"/>
            <p:cNvSpPr/>
            <p:nvPr/>
          </p:nvSpPr>
          <p:spPr>
            <a:xfrm>
              <a:off x="1256591" y="2276830"/>
              <a:ext cx="64478" cy="62505"/>
            </a:xfrm>
            <a:custGeom>
              <a:avLst/>
              <a:gdLst/>
              <a:ahLst/>
              <a:cxnLst/>
              <a:rect l="l" t="t" r="r" b="b"/>
              <a:pathLst>
                <a:path w="1634" h="1584" extrusionOk="0">
                  <a:moveTo>
                    <a:pt x="815" y="0"/>
                  </a:moveTo>
                  <a:cubicBezTo>
                    <a:pt x="782" y="0"/>
                    <a:pt x="752" y="12"/>
                    <a:pt x="728" y="36"/>
                  </a:cubicBezTo>
                  <a:lnTo>
                    <a:pt x="133" y="489"/>
                  </a:lnTo>
                  <a:cubicBezTo>
                    <a:pt x="0" y="583"/>
                    <a:pt x="94" y="768"/>
                    <a:pt x="233" y="768"/>
                  </a:cubicBezTo>
                  <a:cubicBezTo>
                    <a:pt x="269" y="768"/>
                    <a:pt x="308" y="756"/>
                    <a:pt x="347" y="727"/>
                  </a:cubicBezTo>
                  <a:lnTo>
                    <a:pt x="657" y="489"/>
                  </a:lnTo>
                  <a:lnTo>
                    <a:pt x="657" y="1441"/>
                  </a:lnTo>
                  <a:cubicBezTo>
                    <a:pt x="657" y="1536"/>
                    <a:pt x="734" y="1584"/>
                    <a:pt x="815" y="1584"/>
                  </a:cubicBezTo>
                  <a:cubicBezTo>
                    <a:pt x="895" y="1584"/>
                    <a:pt x="978" y="1536"/>
                    <a:pt x="990" y="1441"/>
                  </a:cubicBezTo>
                  <a:lnTo>
                    <a:pt x="990" y="489"/>
                  </a:lnTo>
                  <a:lnTo>
                    <a:pt x="1300" y="727"/>
                  </a:lnTo>
                  <a:cubicBezTo>
                    <a:pt x="1324" y="750"/>
                    <a:pt x="1371" y="774"/>
                    <a:pt x="1395" y="774"/>
                  </a:cubicBezTo>
                  <a:cubicBezTo>
                    <a:pt x="1562" y="774"/>
                    <a:pt x="1633" y="560"/>
                    <a:pt x="1490" y="465"/>
                  </a:cubicBezTo>
                  <a:lnTo>
                    <a:pt x="1490" y="465"/>
                  </a:lnTo>
                  <a:lnTo>
                    <a:pt x="1490" y="489"/>
                  </a:lnTo>
                  <a:lnTo>
                    <a:pt x="919" y="36"/>
                  </a:lnTo>
                  <a:cubicBezTo>
                    <a:pt x="883" y="12"/>
                    <a:pt x="847" y="0"/>
                    <a:pt x="8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59"/>
            <p:cNvSpPr/>
            <p:nvPr/>
          </p:nvSpPr>
          <p:spPr>
            <a:xfrm>
              <a:off x="1434042" y="2276830"/>
              <a:ext cx="64399" cy="63215"/>
            </a:xfrm>
            <a:custGeom>
              <a:avLst/>
              <a:gdLst/>
              <a:ahLst/>
              <a:cxnLst/>
              <a:rect l="l" t="t" r="r" b="b"/>
              <a:pathLst>
                <a:path w="1632" h="1602" extrusionOk="0">
                  <a:moveTo>
                    <a:pt x="804" y="0"/>
                  </a:moveTo>
                  <a:cubicBezTo>
                    <a:pt x="768" y="0"/>
                    <a:pt x="732" y="12"/>
                    <a:pt x="708" y="36"/>
                  </a:cubicBezTo>
                  <a:lnTo>
                    <a:pt x="137" y="489"/>
                  </a:lnTo>
                  <a:cubicBezTo>
                    <a:pt x="1" y="557"/>
                    <a:pt x="59" y="776"/>
                    <a:pt x="209" y="776"/>
                  </a:cubicBezTo>
                  <a:cubicBezTo>
                    <a:pt x="216" y="776"/>
                    <a:pt x="224" y="775"/>
                    <a:pt x="232" y="774"/>
                  </a:cubicBezTo>
                  <a:cubicBezTo>
                    <a:pt x="256" y="774"/>
                    <a:pt x="303" y="774"/>
                    <a:pt x="327" y="750"/>
                  </a:cubicBezTo>
                  <a:lnTo>
                    <a:pt x="637" y="512"/>
                  </a:lnTo>
                  <a:lnTo>
                    <a:pt x="637" y="1441"/>
                  </a:lnTo>
                  <a:cubicBezTo>
                    <a:pt x="637" y="1548"/>
                    <a:pt x="720" y="1602"/>
                    <a:pt x="804" y="1602"/>
                  </a:cubicBezTo>
                  <a:cubicBezTo>
                    <a:pt x="887" y="1602"/>
                    <a:pt x="970" y="1548"/>
                    <a:pt x="970" y="1441"/>
                  </a:cubicBezTo>
                  <a:lnTo>
                    <a:pt x="970" y="512"/>
                  </a:lnTo>
                  <a:lnTo>
                    <a:pt x="1280" y="750"/>
                  </a:lnTo>
                  <a:cubicBezTo>
                    <a:pt x="1310" y="772"/>
                    <a:pt x="1341" y="781"/>
                    <a:pt x="1371" y="781"/>
                  </a:cubicBezTo>
                  <a:cubicBezTo>
                    <a:pt x="1511" y="781"/>
                    <a:pt x="1631" y="586"/>
                    <a:pt x="1494" y="489"/>
                  </a:cubicBezTo>
                  <a:lnTo>
                    <a:pt x="899" y="36"/>
                  </a:lnTo>
                  <a:cubicBezTo>
                    <a:pt x="875" y="12"/>
                    <a:pt x="839" y="0"/>
                    <a:pt x="8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59"/>
            <p:cNvSpPr/>
            <p:nvPr/>
          </p:nvSpPr>
          <p:spPr>
            <a:xfrm>
              <a:off x="1348256" y="1941815"/>
              <a:ext cx="59269" cy="63018"/>
            </a:xfrm>
            <a:custGeom>
              <a:avLst/>
              <a:gdLst/>
              <a:ahLst/>
              <a:cxnLst/>
              <a:rect l="l" t="t" r="r" b="b"/>
              <a:pathLst>
                <a:path w="1502" h="1597" extrusionOk="0">
                  <a:moveTo>
                    <a:pt x="763" y="1"/>
                  </a:moveTo>
                  <a:cubicBezTo>
                    <a:pt x="668" y="1"/>
                    <a:pt x="596" y="72"/>
                    <a:pt x="596" y="167"/>
                  </a:cubicBezTo>
                  <a:lnTo>
                    <a:pt x="596" y="1096"/>
                  </a:lnTo>
                  <a:lnTo>
                    <a:pt x="263" y="858"/>
                  </a:lnTo>
                  <a:cubicBezTo>
                    <a:pt x="231" y="836"/>
                    <a:pt x="194" y="825"/>
                    <a:pt x="158" y="825"/>
                  </a:cubicBezTo>
                  <a:cubicBezTo>
                    <a:pt x="115" y="825"/>
                    <a:pt x="75" y="842"/>
                    <a:pt x="48" y="882"/>
                  </a:cubicBezTo>
                  <a:cubicBezTo>
                    <a:pt x="1" y="953"/>
                    <a:pt x="1" y="1048"/>
                    <a:pt x="72" y="1120"/>
                  </a:cubicBezTo>
                  <a:lnTo>
                    <a:pt x="644" y="1548"/>
                  </a:lnTo>
                  <a:cubicBezTo>
                    <a:pt x="668" y="1572"/>
                    <a:pt x="715" y="1596"/>
                    <a:pt x="763" y="1596"/>
                  </a:cubicBezTo>
                  <a:cubicBezTo>
                    <a:pt x="787" y="1596"/>
                    <a:pt x="810" y="1572"/>
                    <a:pt x="858" y="1548"/>
                  </a:cubicBezTo>
                  <a:lnTo>
                    <a:pt x="1430" y="1120"/>
                  </a:lnTo>
                  <a:cubicBezTo>
                    <a:pt x="1501" y="1048"/>
                    <a:pt x="1501" y="953"/>
                    <a:pt x="1453" y="882"/>
                  </a:cubicBezTo>
                  <a:cubicBezTo>
                    <a:pt x="1427" y="842"/>
                    <a:pt x="1387" y="825"/>
                    <a:pt x="1343" y="825"/>
                  </a:cubicBezTo>
                  <a:cubicBezTo>
                    <a:pt x="1308" y="825"/>
                    <a:pt x="1271" y="836"/>
                    <a:pt x="1239" y="858"/>
                  </a:cubicBezTo>
                  <a:lnTo>
                    <a:pt x="906" y="1096"/>
                  </a:lnTo>
                  <a:lnTo>
                    <a:pt x="906" y="167"/>
                  </a:lnTo>
                  <a:cubicBezTo>
                    <a:pt x="906" y="72"/>
                    <a:pt x="834" y="1"/>
                    <a:pt x="7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59"/>
            <p:cNvSpPr/>
            <p:nvPr/>
          </p:nvSpPr>
          <p:spPr>
            <a:xfrm>
              <a:off x="1435660" y="1942051"/>
              <a:ext cx="60176" cy="62307"/>
            </a:xfrm>
            <a:custGeom>
              <a:avLst/>
              <a:gdLst/>
              <a:ahLst/>
              <a:cxnLst/>
              <a:rect l="l" t="t" r="r" b="b"/>
              <a:pathLst>
                <a:path w="1525" h="1579" extrusionOk="0">
                  <a:moveTo>
                    <a:pt x="763" y="0"/>
                  </a:moveTo>
                  <a:cubicBezTo>
                    <a:pt x="679" y="0"/>
                    <a:pt x="596" y="54"/>
                    <a:pt x="596" y="161"/>
                  </a:cubicBezTo>
                  <a:lnTo>
                    <a:pt x="596" y="1090"/>
                  </a:lnTo>
                  <a:lnTo>
                    <a:pt x="286" y="852"/>
                  </a:lnTo>
                  <a:cubicBezTo>
                    <a:pt x="254" y="830"/>
                    <a:pt x="217" y="819"/>
                    <a:pt x="182" y="819"/>
                  </a:cubicBezTo>
                  <a:cubicBezTo>
                    <a:pt x="139" y="819"/>
                    <a:pt x="98" y="836"/>
                    <a:pt x="72" y="876"/>
                  </a:cubicBezTo>
                  <a:cubicBezTo>
                    <a:pt x="1" y="947"/>
                    <a:pt x="24" y="1042"/>
                    <a:pt x="96" y="1114"/>
                  </a:cubicBezTo>
                  <a:lnTo>
                    <a:pt x="667" y="1542"/>
                  </a:lnTo>
                  <a:cubicBezTo>
                    <a:pt x="691" y="1566"/>
                    <a:pt x="727" y="1578"/>
                    <a:pt x="763" y="1578"/>
                  </a:cubicBezTo>
                  <a:cubicBezTo>
                    <a:pt x="798" y="1578"/>
                    <a:pt x="834" y="1566"/>
                    <a:pt x="858" y="1542"/>
                  </a:cubicBezTo>
                  <a:lnTo>
                    <a:pt x="1453" y="1114"/>
                  </a:lnTo>
                  <a:cubicBezTo>
                    <a:pt x="1501" y="1042"/>
                    <a:pt x="1525" y="947"/>
                    <a:pt x="1477" y="876"/>
                  </a:cubicBezTo>
                  <a:cubicBezTo>
                    <a:pt x="1451" y="836"/>
                    <a:pt x="1403" y="819"/>
                    <a:pt x="1353" y="819"/>
                  </a:cubicBezTo>
                  <a:cubicBezTo>
                    <a:pt x="1313" y="819"/>
                    <a:pt x="1271" y="830"/>
                    <a:pt x="1239" y="852"/>
                  </a:cubicBezTo>
                  <a:lnTo>
                    <a:pt x="929" y="1090"/>
                  </a:lnTo>
                  <a:lnTo>
                    <a:pt x="929" y="161"/>
                  </a:lnTo>
                  <a:cubicBezTo>
                    <a:pt x="929" y="54"/>
                    <a:pt x="846" y="0"/>
                    <a:pt x="7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59"/>
            <p:cNvSpPr/>
            <p:nvPr/>
          </p:nvSpPr>
          <p:spPr>
            <a:xfrm>
              <a:off x="1258998" y="1942051"/>
              <a:ext cx="60176" cy="62307"/>
            </a:xfrm>
            <a:custGeom>
              <a:avLst/>
              <a:gdLst/>
              <a:ahLst/>
              <a:cxnLst/>
              <a:rect l="l" t="t" r="r" b="b"/>
              <a:pathLst>
                <a:path w="1525" h="1579" extrusionOk="0">
                  <a:moveTo>
                    <a:pt x="762" y="0"/>
                  </a:moveTo>
                  <a:cubicBezTo>
                    <a:pt x="679" y="0"/>
                    <a:pt x="596" y="54"/>
                    <a:pt x="596" y="161"/>
                  </a:cubicBezTo>
                  <a:lnTo>
                    <a:pt x="596" y="1090"/>
                  </a:lnTo>
                  <a:lnTo>
                    <a:pt x="286" y="852"/>
                  </a:lnTo>
                  <a:cubicBezTo>
                    <a:pt x="254" y="830"/>
                    <a:pt x="212" y="819"/>
                    <a:pt x="172" y="819"/>
                  </a:cubicBezTo>
                  <a:cubicBezTo>
                    <a:pt x="122" y="819"/>
                    <a:pt x="74" y="836"/>
                    <a:pt x="48" y="876"/>
                  </a:cubicBezTo>
                  <a:cubicBezTo>
                    <a:pt x="0" y="947"/>
                    <a:pt x="0" y="1042"/>
                    <a:pt x="72" y="1114"/>
                  </a:cubicBezTo>
                  <a:lnTo>
                    <a:pt x="667" y="1542"/>
                  </a:lnTo>
                  <a:cubicBezTo>
                    <a:pt x="691" y="1566"/>
                    <a:pt x="721" y="1578"/>
                    <a:pt x="754" y="1578"/>
                  </a:cubicBezTo>
                  <a:cubicBezTo>
                    <a:pt x="786" y="1578"/>
                    <a:pt x="822" y="1566"/>
                    <a:pt x="858" y="1542"/>
                  </a:cubicBezTo>
                  <a:lnTo>
                    <a:pt x="1429" y="1114"/>
                  </a:lnTo>
                  <a:cubicBezTo>
                    <a:pt x="1501" y="1042"/>
                    <a:pt x="1525" y="947"/>
                    <a:pt x="1453" y="876"/>
                  </a:cubicBezTo>
                  <a:cubicBezTo>
                    <a:pt x="1427" y="836"/>
                    <a:pt x="1386" y="819"/>
                    <a:pt x="1343" y="819"/>
                  </a:cubicBezTo>
                  <a:cubicBezTo>
                    <a:pt x="1308" y="819"/>
                    <a:pt x="1271" y="830"/>
                    <a:pt x="1239" y="852"/>
                  </a:cubicBezTo>
                  <a:lnTo>
                    <a:pt x="929" y="1090"/>
                  </a:lnTo>
                  <a:lnTo>
                    <a:pt x="929" y="161"/>
                  </a:lnTo>
                  <a:cubicBezTo>
                    <a:pt x="929" y="54"/>
                    <a:pt x="846" y="0"/>
                    <a:pt x="76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03"/>
        <p:cNvGrpSpPr/>
        <p:nvPr/>
      </p:nvGrpSpPr>
      <p:grpSpPr>
        <a:xfrm>
          <a:off x="0" y="0"/>
          <a:ext cx="0" cy="0"/>
          <a:chOff x="0" y="0"/>
          <a:chExt cx="0" cy="0"/>
        </a:xfrm>
      </p:grpSpPr>
      <p:sp>
        <p:nvSpPr>
          <p:cNvPr id="2304" name="Google Shape;2304;p60"/>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Let's give some examples</a:t>
            </a:r>
            <a:endParaRPr/>
          </a:p>
        </p:txBody>
      </p:sp>
      <p:graphicFrame>
        <p:nvGraphicFramePr>
          <p:cNvPr id="2305" name="Google Shape;2305;p60"/>
          <p:cNvGraphicFramePr/>
          <p:nvPr/>
        </p:nvGraphicFramePr>
        <p:xfrm>
          <a:off x="753813" y="1122169"/>
          <a:ext cx="3000000" cy="3000000"/>
        </p:xfrm>
        <a:graphic>
          <a:graphicData uri="http://schemas.openxmlformats.org/drawingml/2006/table">
            <a:tbl>
              <a:tblPr>
                <a:noFill/>
                <a:tableStyleId>{138A2FDF-77BB-4753-A33B-09F6ECCF2F46}</a:tableStyleId>
              </a:tblPr>
              <a:tblGrid>
                <a:gridCol w="1927250">
                  <a:extLst>
                    <a:ext uri="{9D8B030D-6E8A-4147-A177-3AD203B41FA5}">
                      <a16:colId xmlns:a16="http://schemas.microsoft.com/office/drawing/2014/main" val="20000"/>
                    </a:ext>
                  </a:extLst>
                </a:gridCol>
                <a:gridCol w="1855175">
                  <a:extLst>
                    <a:ext uri="{9D8B030D-6E8A-4147-A177-3AD203B41FA5}">
                      <a16:colId xmlns:a16="http://schemas.microsoft.com/office/drawing/2014/main" val="20001"/>
                    </a:ext>
                  </a:extLst>
                </a:gridCol>
                <a:gridCol w="1855175">
                  <a:extLst>
                    <a:ext uri="{9D8B030D-6E8A-4147-A177-3AD203B41FA5}">
                      <a16:colId xmlns:a16="http://schemas.microsoft.com/office/drawing/2014/main" val="20002"/>
                    </a:ext>
                  </a:extLst>
                </a:gridCol>
                <a:gridCol w="1855175">
                  <a:extLst>
                    <a:ext uri="{9D8B030D-6E8A-4147-A177-3AD203B41FA5}">
                      <a16:colId xmlns:a16="http://schemas.microsoft.com/office/drawing/2014/main" val="20003"/>
                    </a:ext>
                  </a:extLst>
                </a:gridCol>
              </a:tblGrid>
              <a:tr h="791000">
                <a:tc>
                  <a:txBody>
                    <a:bodyPr/>
                    <a:lstStyle/>
                    <a:p>
                      <a:pPr marL="0" lvl="0" indent="0" algn="l" rtl="0">
                        <a:lnSpc>
                          <a:spcPct val="115000"/>
                        </a:lnSpc>
                        <a:spcBef>
                          <a:spcPts val="0"/>
                        </a:spcBef>
                        <a:spcAft>
                          <a:spcPts val="0"/>
                        </a:spcAft>
                        <a:buNone/>
                      </a:pPr>
                      <a:endParaRPr>
                        <a:solidFill>
                          <a:schemeClr val="dk1"/>
                        </a:solidFill>
                        <a:latin typeface="Epilogue"/>
                        <a:ea typeface="Epilogue"/>
                        <a:cs typeface="Epilogue"/>
                        <a:sym typeface="Epilogue"/>
                      </a:endParaRPr>
                    </a:p>
                  </a:txBody>
                  <a:tcPr marL="91425" marR="91425" marT="68575" marB="6857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Group 1</a:t>
                      </a:r>
                      <a:endParaRPr sz="2100">
                        <a:solidFill>
                          <a:schemeClr val="dk1"/>
                        </a:solidFill>
                        <a:latin typeface="Montserrat ExtraBold"/>
                        <a:ea typeface="Montserrat ExtraBold"/>
                        <a:cs typeface="Montserrat ExtraBold"/>
                        <a:sym typeface="Montserrat ExtraBold"/>
                      </a:endParaRPr>
                    </a:p>
                  </a:txBody>
                  <a:tcPr marL="91425" marR="91425" marT="68575" marB="6857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Group 2</a:t>
                      </a:r>
                      <a:endParaRPr sz="2100">
                        <a:solidFill>
                          <a:schemeClr val="dk1"/>
                        </a:solidFill>
                        <a:latin typeface="Montserrat ExtraBold"/>
                        <a:ea typeface="Montserrat ExtraBold"/>
                        <a:cs typeface="Montserrat ExtraBold"/>
                        <a:sym typeface="Montserrat ExtraBold"/>
                      </a:endParaRPr>
                    </a:p>
                  </a:txBody>
                  <a:tcPr marL="91425" marR="91425" marT="68575" marB="6857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Group 3</a:t>
                      </a:r>
                      <a:endParaRPr sz="2100">
                        <a:solidFill>
                          <a:schemeClr val="dk1"/>
                        </a:solidFill>
                        <a:latin typeface="Montserrat ExtraBold"/>
                        <a:ea typeface="Montserrat ExtraBold"/>
                        <a:cs typeface="Montserrat ExtraBold"/>
                        <a:sym typeface="Montserrat ExtraBold"/>
                      </a:endParaRPr>
                    </a:p>
                  </a:txBody>
                  <a:tcPr marL="91425" marR="91425" marT="68575" marB="6857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821975">
                <a:tc>
                  <a:txBody>
                    <a:bodyPr/>
                    <a:lstStyle/>
                    <a:p>
                      <a:pPr marL="0" lvl="0" indent="0" algn="ctr"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Example A</a:t>
                      </a:r>
                      <a:endParaRPr sz="2100">
                        <a:solidFill>
                          <a:schemeClr val="dk1"/>
                        </a:solidFill>
                        <a:latin typeface="Montserrat ExtraBold"/>
                        <a:ea typeface="Montserrat ExtraBold"/>
                        <a:cs typeface="Montserrat ExtraBold"/>
                        <a:sym typeface="Montserrat ExtraBold"/>
                      </a:endParaRPr>
                    </a:p>
                  </a:txBody>
                  <a:tcPr marL="91425" marR="91425" marT="68575" marB="6857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Saturn</a:t>
                      </a:r>
                      <a:endParaRPr>
                        <a:solidFill>
                          <a:schemeClr val="dk1"/>
                        </a:solidFill>
                        <a:latin typeface="Epilogue"/>
                        <a:ea typeface="Epilogue"/>
                        <a:cs typeface="Epilogue"/>
                        <a:sym typeface="Epilogue"/>
                      </a:endParaRPr>
                    </a:p>
                  </a:txBody>
                  <a:tcPr marL="91425" marR="91425" marT="68575" marB="6857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tc>
                  <a:txBody>
                    <a:bodyPr/>
                    <a:lstStyle/>
                    <a:p>
                      <a:pPr marL="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Jupiter</a:t>
                      </a:r>
                      <a:endParaRPr>
                        <a:solidFill>
                          <a:schemeClr val="dk1"/>
                        </a:solidFill>
                        <a:latin typeface="Epilogue"/>
                        <a:ea typeface="Epilogue"/>
                        <a:cs typeface="Epilogue"/>
                        <a:sym typeface="Epilogue"/>
                      </a:endParaRPr>
                    </a:p>
                  </a:txBody>
                  <a:tcPr marL="91425" marR="91425" marT="68575" marB="6857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tc>
                  <a:txBody>
                    <a:bodyPr/>
                    <a:lstStyle/>
                    <a:p>
                      <a:pPr marL="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Mercury</a:t>
                      </a:r>
                      <a:endParaRPr>
                        <a:solidFill>
                          <a:schemeClr val="dk1"/>
                        </a:solidFill>
                        <a:latin typeface="Epilogue"/>
                        <a:ea typeface="Epilogue"/>
                        <a:cs typeface="Epilogue"/>
                        <a:sym typeface="Epilogue"/>
                      </a:endParaRPr>
                    </a:p>
                  </a:txBody>
                  <a:tcPr marL="91425" marR="91425" marT="68575" marB="6857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1"/>
                  </a:ext>
                </a:extLst>
              </a:tr>
              <a:tr h="821975">
                <a:tc>
                  <a:txBody>
                    <a:bodyPr/>
                    <a:lstStyle/>
                    <a:p>
                      <a:pPr marL="0" lvl="0" indent="0" algn="ctr"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Example B</a:t>
                      </a:r>
                      <a:endParaRPr sz="2100">
                        <a:solidFill>
                          <a:schemeClr val="dk1"/>
                        </a:solidFill>
                        <a:latin typeface="Montserrat ExtraBold"/>
                        <a:ea typeface="Montserrat ExtraBold"/>
                        <a:cs typeface="Montserrat ExtraBold"/>
                        <a:sym typeface="Montserrat ExtraBold"/>
                      </a:endParaRPr>
                    </a:p>
                  </a:txBody>
                  <a:tcPr marL="91425" marR="91425" marT="68575" marB="6857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Earth</a:t>
                      </a:r>
                      <a:endParaRPr>
                        <a:solidFill>
                          <a:schemeClr val="dk1"/>
                        </a:solidFill>
                        <a:latin typeface="Epilogue"/>
                        <a:ea typeface="Epilogue"/>
                        <a:cs typeface="Epilogue"/>
                        <a:sym typeface="Epilogue"/>
                      </a:endParaRPr>
                    </a:p>
                  </a:txBody>
                  <a:tcPr marL="91425" marR="91425" marT="68575" marB="6857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tc>
                  <a:txBody>
                    <a:bodyPr/>
                    <a:lstStyle/>
                    <a:p>
                      <a:pPr marL="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Venus</a:t>
                      </a:r>
                      <a:endParaRPr>
                        <a:solidFill>
                          <a:schemeClr val="dk1"/>
                        </a:solidFill>
                        <a:latin typeface="Epilogue"/>
                        <a:ea typeface="Epilogue"/>
                        <a:cs typeface="Epilogue"/>
                        <a:sym typeface="Epilogue"/>
                      </a:endParaRPr>
                    </a:p>
                  </a:txBody>
                  <a:tcPr marL="91425" marR="91425" marT="68575" marB="6857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tc>
                  <a:txBody>
                    <a:bodyPr/>
                    <a:lstStyle/>
                    <a:p>
                      <a:pPr marL="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Mars</a:t>
                      </a:r>
                      <a:endParaRPr>
                        <a:solidFill>
                          <a:schemeClr val="dk1"/>
                        </a:solidFill>
                        <a:latin typeface="Epilogue"/>
                        <a:ea typeface="Epilogue"/>
                        <a:cs typeface="Epilogue"/>
                        <a:sym typeface="Epilogue"/>
                      </a:endParaRPr>
                    </a:p>
                  </a:txBody>
                  <a:tcPr marL="91425" marR="91425" marT="68575" marB="6857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2"/>
                  </a:ext>
                </a:extLst>
              </a:tr>
              <a:tr h="821975">
                <a:tc>
                  <a:txBody>
                    <a:bodyPr/>
                    <a:lstStyle/>
                    <a:p>
                      <a:pPr marL="0" lvl="0" indent="0" algn="ctr"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Example C</a:t>
                      </a:r>
                      <a:endParaRPr sz="2100">
                        <a:solidFill>
                          <a:schemeClr val="dk1"/>
                        </a:solidFill>
                        <a:latin typeface="Montserrat ExtraBold"/>
                        <a:ea typeface="Montserrat ExtraBold"/>
                        <a:cs typeface="Montserrat ExtraBold"/>
                        <a:sym typeface="Montserrat ExtraBold"/>
                      </a:endParaRPr>
                    </a:p>
                  </a:txBody>
                  <a:tcPr marL="91425" marR="91425" marT="68575" marB="6857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Moon</a:t>
                      </a:r>
                      <a:endParaRPr>
                        <a:solidFill>
                          <a:schemeClr val="dk1"/>
                        </a:solidFill>
                        <a:latin typeface="Epilogue"/>
                        <a:ea typeface="Epilogue"/>
                        <a:cs typeface="Epilogue"/>
                        <a:sym typeface="Epilogue"/>
                      </a:endParaRPr>
                    </a:p>
                  </a:txBody>
                  <a:tcPr marL="91425" marR="91425" marT="68575" marB="6857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tc>
                  <a:txBody>
                    <a:bodyPr/>
                    <a:lstStyle/>
                    <a:p>
                      <a:pPr marL="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Pluto</a:t>
                      </a:r>
                      <a:endParaRPr>
                        <a:solidFill>
                          <a:schemeClr val="dk1"/>
                        </a:solidFill>
                        <a:latin typeface="Epilogue"/>
                        <a:ea typeface="Epilogue"/>
                        <a:cs typeface="Epilogue"/>
                        <a:sym typeface="Epilogue"/>
                      </a:endParaRPr>
                    </a:p>
                  </a:txBody>
                  <a:tcPr marL="91425" marR="91425" marT="68575" marB="6857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tc>
                  <a:txBody>
                    <a:bodyPr/>
                    <a:lstStyle/>
                    <a:p>
                      <a:pPr marL="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Ceres</a:t>
                      </a:r>
                      <a:endParaRPr>
                        <a:solidFill>
                          <a:schemeClr val="dk1"/>
                        </a:solidFill>
                        <a:latin typeface="Epilogue"/>
                        <a:ea typeface="Epilogue"/>
                        <a:cs typeface="Epilogue"/>
                        <a:sym typeface="Epilogue"/>
                      </a:endParaRPr>
                    </a:p>
                  </a:txBody>
                  <a:tcPr marL="91425" marR="91425" marT="68575" marB="6857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61"/>
        <p:cNvGrpSpPr/>
        <p:nvPr/>
      </p:nvGrpSpPr>
      <p:grpSpPr>
        <a:xfrm>
          <a:off x="0" y="0"/>
          <a:ext cx="0" cy="0"/>
          <a:chOff x="0" y="0"/>
          <a:chExt cx="0" cy="0"/>
        </a:xfrm>
      </p:grpSpPr>
      <p:sp>
        <p:nvSpPr>
          <p:cNvPr id="2362" name="Google Shape;2362;p63"/>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Activity 1 - Giving details</a:t>
            </a:r>
            <a:endParaRPr/>
          </a:p>
        </p:txBody>
      </p:sp>
      <p:sp>
        <p:nvSpPr>
          <p:cNvPr id="2363" name="Google Shape;2363;p63"/>
          <p:cNvSpPr txBox="1"/>
          <p:nvPr/>
        </p:nvSpPr>
        <p:spPr>
          <a:xfrm>
            <a:off x="691800" y="1127291"/>
            <a:ext cx="7734000" cy="413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Write the </a:t>
            </a:r>
            <a:r>
              <a:rPr lang="en" b="1">
                <a:solidFill>
                  <a:schemeClr val="dk1"/>
                </a:solidFill>
                <a:latin typeface="Epilogue"/>
                <a:ea typeface="Epilogue"/>
                <a:cs typeface="Epilogue"/>
                <a:sym typeface="Epilogue"/>
              </a:rPr>
              <a:t>name of each element and give a brief description</a:t>
            </a:r>
            <a:r>
              <a:rPr lang="en">
                <a:solidFill>
                  <a:schemeClr val="dk1"/>
                </a:solidFill>
                <a:latin typeface="Epilogue"/>
                <a:ea typeface="Epilogue"/>
                <a:cs typeface="Epilogue"/>
                <a:sym typeface="Epilogue"/>
              </a:rPr>
              <a:t> of its use:</a:t>
            </a:r>
            <a:endParaRPr>
              <a:solidFill>
                <a:schemeClr val="dk1"/>
              </a:solidFill>
              <a:latin typeface="Epilogue"/>
              <a:ea typeface="Epilogue"/>
              <a:cs typeface="Epilogue"/>
              <a:sym typeface="Epilogue"/>
            </a:endParaRPr>
          </a:p>
        </p:txBody>
      </p:sp>
      <p:sp>
        <p:nvSpPr>
          <p:cNvPr id="2364" name="Google Shape;2364;p63"/>
          <p:cNvSpPr txBox="1"/>
          <p:nvPr/>
        </p:nvSpPr>
        <p:spPr>
          <a:xfrm flipH="1">
            <a:off x="1031803" y="2551754"/>
            <a:ext cx="1544100" cy="481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100">
                <a:solidFill>
                  <a:schemeClr val="dk1"/>
                </a:solidFill>
                <a:latin typeface="Montserrat ExtraBold"/>
                <a:ea typeface="Montserrat ExtraBold"/>
                <a:cs typeface="Montserrat ExtraBold"/>
                <a:sym typeface="Montserrat ExtraBold"/>
              </a:rPr>
              <a:t>Lamp</a:t>
            </a:r>
            <a:endParaRPr sz="2100">
              <a:solidFill>
                <a:schemeClr val="dk1"/>
              </a:solidFill>
              <a:latin typeface="Montserrat ExtraBold"/>
              <a:ea typeface="Montserrat ExtraBold"/>
              <a:cs typeface="Montserrat ExtraBold"/>
              <a:sym typeface="Montserrat ExtraBold"/>
            </a:endParaRPr>
          </a:p>
        </p:txBody>
      </p:sp>
      <p:sp>
        <p:nvSpPr>
          <p:cNvPr id="2365" name="Google Shape;2365;p63"/>
          <p:cNvSpPr/>
          <p:nvPr/>
        </p:nvSpPr>
        <p:spPr>
          <a:xfrm>
            <a:off x="1235645" y="1672687"/>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66" name="Google Shape;2366;p63"/>
          <p:cNvGrpSpPr/>
          <p:nvPr/>
        </p:nvGrpSpPr>
        <p:grpSpPr>
          <a:xfrm>
            <a:off x="1651584" y="1812750"/>
            <a:ext cx="304539" cy="481205"/>
            <a:chOff x="5798792" y="2623092"/>
            <a:chExt cx="275352" cy="435125"/>
          </a:xfrm>
        </p:grpSpPr>
        <p:sp>
          <p:nvSpPr>
            <p:cNvPr id="2367" name="Google Shape;2367;p63"/>
            <p:cNvSpPr/>
            <p:nvPr/>
          </p:nvSpPr>
          <p:spPr>
            <a:xfrm>
              <a:off x="5928457" y="2662591"/>
              <a:ext cx="13180" cy="76158"/>
            </a:xfrm>
            <a:custGeom>
              <a:avLst/>
              <a:gdLst/>
              <a:ahLst/>
              <a:cxnLst/>
              <a:rect l="l" t="t" r="r" b="b"/>
              <a:pathLst>
                <a:path w="334" h="1930" extrusionOk="0">
                  <a:moveTo>
                    <a:pt x="167" y="0"/>
                  </a:moveTo>
                  <a:cubicBezTo>
                    <a:pt x="72" y="0"/>
                    <a:pt x="1" y="72"/>
                    <a:pt x="1" y="167"/>
                  </a:cubicBezTo>
                  <a:lnTo>
                    <a:pt x="1" y="1762"/>
                  </a:lnTo>
                  <a:cubicBezTo>
                    <a:pt x="1" y="1858"/>
                    <a:pt x="72" y="1929"/>
                    <a:pt x="167" y="1929"/>
                  </a:cubicBezTo>
                  <a:cubicBezTo>
                    <a:pt x="263" y="1929"/>
                    <a:pt x="334" y="1858"/>
                    <a:pt x="334" y="1762"/>
                  </a:cubicBezTo>
                  <a:lnTo>
                    <a:pt x="334" y="167"/>
                  </a:lnTo>
                  <a:cubicBezTo>
                    <a:pt x="334" y="72"/>
                    <a:pt x="263" y="0"/>
                    <a:pt x="16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63"/>
            <p:cNvSpPr/>
            <p:nvPr/>
          </p:nvSpPr>
          <p:spPr>
            <a:xfrm>
              <a:off x="5919066" y="2725293"/>
              <a:ext cx="32002" cy="37882"/>
            </a:xfrm>
            <a:custGeom>
              <a:avLst/>
              <a:gdLst/>
              <a:ahLst/>
              <a:cxnLst/>
              <a:rect l="l" t="t" r="r" b="b"/>
              <a:pathLst>
                <a:path w="811" h="960" extrusionOk="0">
                  <a:moveTo>
                    <a:pt x="405" y="1"/>
                  </a:moveTo>
                  <a:cubicBezTo>
                    <a:pt x="203" y="1"/>
                    <a:pt x="0" y="138"/>
                    <a:pt x="24" y="412"/>
                  </a:cubicBezTo>
                  <a:lnTo>
                    <a:pt x="24" y="959"/>
                  </a:lnTo>
                  <a:lnTo>
                    <a:pt x="786" y="959"/>
                  </a:lnTo>
                  <a:lnTo>
                    <a:pt x="786" y="412"/>
                  </a:lnTo>
                  <a:cubicBezTo>
                    <a:pt x="810" y="138"/>
                    <a:pt x="608" y="1"/>
                    <a:pt x="40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63"/>
            <p:cNvSpPr/>
            <p:nvPr/>
          </p:nvSpPr>
          <p:spPr>
            <a:xfrm>
              <a:off x="5920013" y="2639073"/>
              <a:ext cx="30108" cy="40683"/>
            </a:xfrm>
            <a:custGeom>
              <a:avLst/>
              <a:gdLst/>
              <a:ahLst/>
              <a:cxnLst/>
              <a:rect l="l" t="t" r="r" b="b"/>
              <a:pathLst>
                <a:path w="763" h="1031" extrusionOk="0">
                  <a:moveTo>
                    <a:pt x="0" y="1"/>
                  </a:moveTo>
                  <a:lnTo>
                    <a:pt x="0" y="691"/>
                  </a:lnTo>
                  <a:cubicBezTo>
                    <a:pt x="24" y="918"/>
                    <a:pt x="203" y="1031"/>
                    <a:pt x="381" y="1031"/>
                  </a:cubicBezTo>
                  <a:cubicBezTo>
                    <a:pt x="560" y="1031"/>
                    <a:pt x="738" y="918"/>
                    <a:pt x="762" y="691"/>
                  </a:cubicBezTo>
                  <a:lnTo>
                    <a:pt x="76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63"/>
            <p:cNvSpPr/>
            <p:nvPr/>
          </p:nvSpPr>
          <p:spPr>
            <a:xfrm>
              <a:off x="5831859" y="2789455"/>
              <a:ext cx="226303" cy="232577"/>
            </a:xfrm>
            <a:custGeom>
              <a:avLst/>
              <a:gdLst/>
              <a:ahLst/>
              <a:cxnLst/>
              <a:rect l="l" t="t" r="r" b="b"/>
              <a:pathLst>
                <a:path w="5735" h="5894" extrusionOk="0">
                  <a:moveTo>
                    <a:pt x="1401" y="0"/>
                  </a:moveTo>
                  <a:lnTo>
                    <a:pt x="1401" y="405"/>
                  </a:lnTo>
                  <a:cubicBezTo>
                    <a:pt x="1401" y="738"/>
                    <a:pt x="1234" y="1072"/>
                    <a:pt x="972" y="1286"/>
                  </a:cubicBezTo>
                  <a:cubicBezTo>
                    <a:pt x="377" y="1786"/>
                    <a:pt x="20" y="2524"/>
                    <a:pt x="20" y="3286"/>
                  </a:cubicBezTo>
                  <a:cubicBezTo>
                    <a:pt x="1" y="4790"/>
                    <a:pt x="1243" y="5893"/>
                    <a:pt x="2610" y="5893"/>
                  </a:cubicBezTo>
                  <a:cubicBezTo>
                    <a:pt x="2975" y="5893"/>
                    <a:pt x="3349" y="5815"/>
                    <a:pt x="3711" y="5644"/>
                  </a:cubicBezTo>
                  <a:cubicBezTo>
                    <a:pt x="5449" y="4834"/>
                    <a:pt x="5735" y="2501"/>
                    <a:pt x="4258" y="1286"/>
                  </a:cubicBezTo>
                  <a:cubicBezTo>
                    <a:pt x="3997" y="1072"/>
                    <a:pt x="3830" y="738"/>
                    <a:pt x="3830" y="405"/>
                  </a:cubicBezTo>
                  <a:lnTo>
                    <a:pt x="38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63"/>
            <p:cNvSpPr/>
            <p:nvPr/>
          </p:nvSpPr>
          <p:spPr>
            <a:xfrm>
              <a:off x="5921867" y="2790363"/>
              <a:ext cx="152276" cy="232183"/>
            </a:xfrm>
            <a:custGeom>
              <a:avLst/>
              <a:gdLst/>
              <a:ahLst/>
              <a:cxnLst/>
              <a:rect l="l" t="t" r="r" b="b"/>
              <a:pathLst>
                <a:path w="3859" h="5884" extrusionOk="0">
                  <a:moveTo>
                    <a:pt x="882" y="1"/>
                  </a:moveTo>
                  <a:lnTo>
                    <a:pt x="882" y="382"/>
                  </a:lnTo>
                  <a:cubicBezTo>
                    <a:pt x="882" y="739"/>
                    <a:pt x="1049" y="1073"/>
                    <a:pt x="1311" y="1287"/>
                  </a:cubicBezTo>
                  <a:cubicBezTo>
                    <a:pt x="3073" y="2740"/>
                    <a:pt x="2263" y="5573"/>
                    <a:pt x="1" y="5859"/>
                  </a:cubicBezTo>
                  <a:cubicBezTo>
                    <a:pt x="120" y="5883"/>
                    <a:pt x="215" y="5883"/>
                    <a:pt x="334" y="5883"/>
                  </a:cubicBezTo>
                  <a:cubicBezTo>
                    <a:pt x="2763" y="5883"/>
                    <a:pt x="3859" y="2835"/>
                    <a:pt x="1977" y="1287"/>
                  </a:cubicBezTo>
                  <a:cubicBezTo>
                    <a:pt x="1716" y="1073"/>
                    <a:pt x="1549" y="739"/>
                    <a:pt x="1549" y="382"/>
                  </a:cubicBezTo>
                  <a:lnTo>
                    <a:pt x="1549" y="1"/>
                  </a:ln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63"/>
            <p:cNvSpPr/>
            <p:nvPr/>
          </p:nvSpPr>
          <p:spPr>
            <a:xfrm>
              <a:off x="5928457" y="3037382"/>
              <a:ext cx="13180" cy="20835"/>
            </a:xfrm>
            <a:custGeom>
              <a:avLst/>
              <a:gdLst/>
              <a:ahLst/>
              <a:cxnLst/>
              <a:rect l="l" t="t" r="r" b="b"/>
              <a:pathLst>
                <a:path w="334" h="528" extrusionOk="0">
                  <a:moveTo>
                    <a:pt x="138" y="0"/>
                  </a:moveTo>
                  <a:cubicBezTo>
                    <a:pt x="58" y="0"/>
                    <a:pt x="1" y="83"/>
                    <a:pt x="1" y="147"/>
                  </a:cubicBezTo>
                  <a:lnTo>
                    <a:pt x="1" y="385"/>
                  </a:lnTo>
                  <a:cubicBezTo>
                    <a:pt x="1" y="457"/>
                    <a:pt x="72" y="528"/>
                    <a:pt x="167" y="528"/>
                  </a:cubicBezTo>
                  <a:cubicBezTo>
                    <a:pt x="263" y="528"/>
                    <a:pt x="334" y="457"/>
                    <a:pt x="334" y="385"/>
                  </a:cubicBezTo>
                  <a:lnTo>
                    <a:pt x="334" y="147"/>
                  </a:lnTo>
                  <a:cubicBezTo>
                    <a:pt x="334" y="76"/>
                    <a:pt x="263" y="4"/>
                    <a:pt x="167" y="4"/>
                  </a:cubicBezTo>
                  <a:cubicBezTo>
                    <a:pt x="157" y="2"/>
                    <a:pt x="147" y="0"/>
                    <a:pt x="1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63"/>
            <p:cNvSpPr/>
            <p:nvPr/>
          </p:nvSpPr>
          <p:spPr>
            <a:xfrm>
              <a:off x="6005720" y="3009247"/>
              <a:ext cx="20519" cy="18901"/>
            </a:xfrm>
            <a:custGeom>
              <a:avLst/>
              <a:gdLst/>
              <a:ahLst/>
              <a:cxnLst/>
              <a:rect l="l" t="t" r="r" b="b"/>
              <a:pathLst>
                <a:path w="520" h="479" extrusionOk="0">
                  <a:moveTo>
                    <a:pt x="216" y="0"/>
                  </a:moveTo>
                  <a:cubicBezTo>
                    <a:pt x="100" y="0"/>
                    <a:pt x="1" y="139"/>
                    <a:pt x="91" y="265"/>
                  </a:cubicBezTo>
                  <a:lnTo>
                    <a:pt x="234" y="431"/>
                  </a:lnTo>
                  <a:cubicBezTo>
                    <a:pt x="257" y="455"/>
                    <a:pt x="305" y="479"/>
                    <a:pt x="353" y="479"/>
                  </a:cubicBezTo>
                  <a:cubicBezTo>
                    <a:pt x="376" y="479"/>
                    <a:pt x="424" y="455"/>
                    <a:pt x="448" y="431"/>
                  </a:cubicBezTo>
                  <a:cubicBezTo>
                    <a:pt x="519" y="384"/>
                    <a:pt x="519" y="288"/>
                    <a:pt x="472" y="217"/>
                  </a:cubicBezTo>
                  <a:lnTo>
                    <a:pt x="329" y="50"/>
                  </a:lnTo>
                  <a:cubicBezTo>
                    <a:pt x="293" y="15"/>
                    <a:pt x="254" y="0"/>
                    <a:pt x="2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63"/>
            <p:cNvSpPr/>
            <p:nvPr/>
          </p:nvSpPr>
          <p:spPr>
            <a:xfrm>
              <a:off x="5811300" y="2851289"/>
              <a:ext cx="24150" cy="17126"/>
            </a:xfrm>
            <a:custGeom>
              <a:avLst/>
              <a:gdLst/>
              <a:ahLst/>
              <a:cxnLst/>
              <a:rect l="l" t="t" r="r" b="b"/>
              <a:pathLst>
                <a:path w="612" h="434" extrusionOk="0">
                  <a:moveTo>
                    <a:pt x="234" y="0"/>
                  </a:moveTo>
                  <a:cubicBezTo>
                    <a:pt x="90" y="0"/>
                    <a:pt x="1" y="211"/>
                    <a:pt x="159" y="291"/>
                  </a:cubicBezTo>
                  <a:lnTo>
                    <a:pt x="350" y="410"/>
                  </a:lnTo>
                  <a:cubicBezTo>
                    <a:pt x="374" y="410"/>
                    <a:pt x="421" y="433"/>
                    <a:pt x="445" y="433"/>
                  </a:cubicBezTo>
                  <a:cubicBezTo>
                    <a:pt x="493" y="433"/>
                    <a:pt x="541" y="386"/>
                    <a:pt x="588" y="338"/>
                  </a:cubicBezTo>
                  <a:cubicBezTo>
                    <a:pt x="612" y="267"/>
                    <a:pt x="588" y="172"/>
                    <a:pt x="517" y="124"/>
                  </a:cubicBezTo>
                  <a:lnTo>
                    <a:pt x="326" y="29"/>
                  </a:lnTo>
                  <a:cubicBezTo>
                    <a:pt x="294" y="9"/>
                    <a:pt x="263" y="0"/>
                    <a:pt x="2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63"/>
            <p:cNvSpPr/>
            <p:nvPr/>
          </p:nvSpPr>
          <p:spPr>
            <a:xfrm>
              <a:off x="6047350" y="2936799"/>
              <a:ext cx="23992" cy="14324"/>
            </a:xfrm>
            <a:custGeom>
              <a:avLst/>
              <a:gdLst/>
              <a:ahLst/>
              <a:cxnLst/>
              <a:rect l="l" t="t" r="r" b="b"/>
              <a:pathLst>
                <a:path w="608" h="363" extrusionOk="0">
                  <a:moveTo>
                    <a:pt x="210" y="0"/>
                  </a:moveTo>
                  <a:cubicBezTo>
                    <a:pt x="31" y="0"/>
                    <a:pt x="1" y="292"/>
                    <a:pt x="179" y="315"/>
                  </a:cubicBezTo>
                  <a:lnTo>
                    <a:pt x="417" y="362"/>
                  </a:lnTo>
                  <a:lnTo>
                    <a:pt x="441" y="362"/>
                  </a:lnTo>
                  <a:cubicBezTo>
                    <a:pt x="512" y="362"/>
                    <a:pt x="584" y="291"/>
                    <a:pt x="607" y="219"/>
                  </a:cubicBezTo>
                  <a:cubicBezTo>
                    <a:pt x="607" y="148"/>
                    <a:pt x="560" y="53"/>
                    <a:pt x="464" y="53"/>
                  </a:cubicBezTo>
                  <a:lnTo>
                    <a:pt x="250" y="5"/>
                  </a:lnTo>
                  <a:cubicBezTo>
                    <a:pt x="236" y="2"/>
                    <a:pt x="222" y="0"/>
                    <a:pt x="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63"/>
            <p:cNvSpPr/>
            <p:nvPr/>
          </p:nvSpPr>
          <p:spPr>
            <a:xfrm>
              <a:off x="5798792" y="2936799"/>
              <a:ext cx="22571" cy="14324"/>
            </a:xfrm>
            <a:custGeom>
              <a:avLst/>
              <a:gdLst/>
              <a:ahLst/>
              <a:cxnLst/>
              <a:rect l="l" t="t" r="r" b="b"/>
              <a:pathLst>
                <a:path w="572" h="363" extrusionOk="0">
                  <a:moveTo>
                    <a:pt x="411" y="0"/>
                  </a:moveTo>
                  <a:cubicBezTo>
                    <a:pt x="401" y="0"/>
                    <a:pt x="391" y="2"/>
                    <a:pt x="381" y="5"/>
                  </a:cubicBezTo>
                  <a:lnTo>
                    <a:pt x="143" y="29"/>
                  </a:lnTo>
                  <a:cubicBezTo>
                    <a:pt x="48" y="53"/>
                    <a:pt x="0" y="124"/>
                    <a:pt x="24" y="219"/>
                  </a:cubicBezTo>
                  <a:cubicBezTo>
                    <a:pt x="24" y="291"/>
                    <a:pt x="95" y="362"/>
                    <a:pt x="167" y="362"/>
                  </a:cubicBezTo>
                  <a:lnTo>
                    <a:pt x="215" y="362"/>
                  </a:lnTo>
                  <a:lnTo>
                    <a:pt x="429" y="315"/>
                  </a:lnTo>
                  <a:cubicBezTo>
                    <a:pt x="500" y="315"/>
                    <a:pt x="572" y="219"/>
                    <a:pt x="548" y="124"/>
                  </a:cubicBezTo>
                  <a:cubicBezTo>
                    <a:pt x="548" y="62"/>
                    <a:pt x="476" y="0"/>
                    <a:pt x="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63"/>
            <p:cNvSpPr/>
            <p:nvPr/>
          </p:nvSpPr>
          <p:spPr>
            <a:xfrm>
              <a:off x="6032750" y="2850539"/>
              <a:ext cx="23558" cy="16928"/>
            </a:xfrm>
            <a:custGeom>
              <a:avLst/>
              <a:gdLst/>
              <a:ahLst/>
              <a:cxnLst/>
              <a:rect l="l" t="t" r="r" b="b"/>
              <a:pathLst>
                <a:path w="597" h="429" extrusionOk="0">
                  <a:moveTo>
                    <a:pt x="411" y="0"/>
                  </a:moveTo>
                  <a:cubicBezTo>
                    <a:pt x="385" y="0"/>
                    <a:pt x="358" y="8"/>
                    <a:pt x="334" y="24"/>
                  </a:cubicBezTo>
                  <a:lnTo>
                    <a:pt x="144" y="143"/>
                  </a:lnTo>
                  <a:cubicBezTo>
                    <a:pt x="1" y="214"/>
                    <a:pt x="49" y="429"/>
                    <a:pt x="215" y="429"/>
                  </a:cubicBezTo>
                  <a:cubicBezTo>
                    <a:pt x="239" y="429"/>
                    <a:pt x="263" y="429"/>
                    <a:pt x="287" y="405"/>
                  </a:cubicBezTo>
                  <a:lnTo>
                    <a:pt x="501" y="310"/>
                  </a:lnTo>
                  <a:cubicBezTo>
                    <a:pt x="573" y="262"/>
                    <a:pt x="596" y="167"/>
                    <a:pt x="549" y="95"/>
                  </a:cubicBezTo>
                  <a:cubicBezTo>
                    <a:pt x="517" y="32"/>
                    <a:pt x="464" y="0"/>
                    <a:pt x="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63"/>
            <p:cNvSpPr/>
            <p:nvPr/>
          </p:nvSpPr>
          <p:spPr>
            <a:xfrm>
              <a:off x="5842947" y="3008024"/>
              <a:ext cx="19769" cy="19217"/>
            </a:xfrm>
            <a:custGeom>
              <a:avLst/>
              <a:gdLst/>
              <a:ahLst/>
              <a:cxnLst/>
              <a:rect l="l" t="t" r="r" b="b"/>
              <a:pathLst>
                <a:path w="501" h="487" extrusionOk="0">
                  <a:moveTo>
                    <a:pt x="339" y="0"/>
                  </a:moveTo>
                  <a:cubicBezTo>
                    <a:pt x="289" y="0"/>
                    <a:pt x="241" y="18"/>
                    <a:pt x="215" y="57"/>
                  </a:cubicBezTo>
                  <a:lnTo>
                    <a:pt x="72" y="224"/>
                  </a:lnTo>
                  <a:cubicBezTo>
                    <a:pt x="0" y="296"/>
                    <a:pt x="24" y="391"/>
                    <a:pt x="96" y="462"/>
                  </a:cubicBezTo>
                  <a:cubicBezTo>
                    <a:pt x="120" y="486"/>
                    <a:pt x="143" y="486"/>
                    <a:pt x="191" y="486"/>
                  </a:cubicBezTo>
                  <a:cubicBezTo>
                    <a:pt x="239" y="486"/>
                    <a:pt x="286" y="462"/>
                    <a:pt x="310" y="438"/>
                  </a:cubicBezTo>
                  <a:lnTo>
                    <a:pt x="453" y="272"/>
                  </a:lnTo>
                  <a:cubicBezTo>
                    <a:pt x="501" y="200"/>
                    <a:pt x="501" y="81"/>
                    <a:pt x="429" y="34"/>
                  </a:cubicBezTo>
                  <a:lnTo>
                    <a:pt x="453" y="34"/>
                  </a:lnTo>
                  <a:cubicBezTo>
                    <a:pt x="421" y="12"/>
                    <a:pt x="379" y="0"/>
                    <a:pt x="3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63"/>
            <p:cNvSpPr/>
            <p:nvPr/>
          </p:nvSpPr>
          <p:spPr>
            <a:xfrm>
              <a:off x="5886156" y="2752797"/>
              <a:ext cx="96835" cy="46089"/>
            </a:xfrm>
            <a:custGeom>
              <a:avLst/>
              <a:gdLst/>
              <a:ahLst/>
              <a:cxnLst/>
              <a:rect l="l" t="t" r="r" b="b"/>
              <a:pathLst>
                <a:path w="2454" h="1168" extrusionOk="0">
                  <a:moveTo>
                    <a:pt x="811" y="0"/>
                  </a:moveTo>
                  <a:cubicBezTo>
                    <a:pt x="358" y="0"/>
                    <a:pt x="1" y="358"/>
                    <a:pt x="1" y="810"/>
                  </a:cubicBezTo>
                  <a:lnTo>
                    <a:pt x="1" y="1167"/>
                  </a:lnTo>
                  <a:lnTo>
                    <a:pt x="2454" y="1167"/>
                  </a:lnTo>
                  <a:lnTo>
                    <a:pt x="2454" y="810"/>
                  </a:lnTo>
                  <a:cubicBezTo>
                    <a:pt x="2454" y="358"/>
                    <a:pt x="2097" y="0"/>
                    <a:pt x="166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63"/>
            <p:cNvSpPr/>
            <p:nvPr/>
          </p:nvSpPr>
          <p:spPr>
            <a:xfrm>
              <a:off x="5925656" y="2752797"/>
              <a:ext cx="57335" cy="46089"/>
            </a:xfrm>
            <a:custGeom>
              <a:avLst/>
              <a:gdLst/>
              <a:ahLst/>
              <a:cxnLst/>
              <a:rect l="l" t="t" r="r" b="b"/>
              <a:pathLst>
                <a:path w="1453" h="1168" extrusionOk="0">
                  <a:moveTo>
                    <a:pt x="0" y="0"/>
                  </a:moveTo>
                  <a:cubicBezTo>
                    <a:pt x="429" y="0"/>
                    <a:pt x="786" y="358"/>
                    <a:pt x="786" y="810"/>
                  </a:cubicBezTo>
                  <a:lnTo>
                    <a:pt x="786" y="1167"/>
                  </a:lnTo>
                  <a:lnTo>
                    <a:pt x="1453" y="1167"/>
                  </a:lnTo>
                  <a:lnTo>
                    <a:pt x="1453" y="810"/>
                  </a:lnTo>
                  <a:cubicBezTo>
                    <a:pt x="1453" y="358"/>
                    <a:pt x="1096" y="0"/>
                    <a:pt x="667"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63"/>
            <p:cNvSpPr/>
            <p:nvPr/>
          </p:nvSpPr>
          <p:spPr>
            <a:xfrm>
              <a:off x="5887103" y="2623092"/>
              <a:ext cx="96835" cy="31055"/>
            </a:xfrm>
            <a:custGeom>
              <a:avLst/>
              <a:gdLst/>
              <a:ahLst/>
              <a:cxnLst/>
              <a:rect l="l" t="t" r="r" b="b"/>
              <a:pathLst>
                <a:path w="2454" h="787" extrusionOk="0">
                  <a:moveTo>
                    <a:pt x="72" y="1"/>
                  </a:moveTo>
                  <a:cubicBezTo>
                    <a:pt x="25" y="1"/>
                    <a:pt x="1" y="25"/>
                    <a:pt x="1" y="72"/>
                  </a:cubicBezTo>
                  <a:lnTo>
                    <a:pt x="1" y="334"/>
                  </a:lnTo>
                  <a:cubicBezTo>
                    <a:pt x="1" y="596"/>
                    <a:pt x="191" y="787"/>
                    <a:pt x="429" y="787"/>
                  </a:cubicBezTo>
                  <a:lnTo>
                    <a:pt x="2001" y="787"/>
                  </a:lnTo>
                  <a:cubicBezTo>
                    <a:pt x="2239" y="787"/>
                    <a:pt x="2454" y="596"/>
                    <a:pt x="2454" y="334"/>
                  </a:cubicBezTo>
                  <a:lnTo>
                    <a:pt x="2454" y="72"/>
                  </a:lnTo>
                  <a:cubicBezTo>
                    <a:pt x="2454" y="25"/>
                    <a:pt x="2406" y="1"/>
                    <a:pt x="235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63"/>
            <p:cNvSpPr/>
            <p:nvPr/>
          </p:nvSpPr>
          <p:spPr>
            <a:xfrm>
              <a:off x="5939743" y="2623092"/>
              <a:ext cx="44195" cy="31055"/>
            </a:xfrm>
            <a:custGeom>
              <a:avLst/>
              <a:gdLst/>
              <a:ahLst/>
              <a:cxnLst/>
              <a:rect l="l" t="t" r="r" b="b"/>
              <a:pathLst>
                <a:path w="1120" h="787" extrusionOk="0">
                  <a:moveTo>
                    <a:pt x="429" y="1"/>
                  </a:moveTo>
                  <a:lnTo>
                    <a:pt x="429" y="358"/>
                  </a:lnTo>
                  <a:cubicBezTo>
                    <a:pt x="429" y="596"/>
                    <a:pt x="238" y="787"/>
                    <a:pt x="0" y="787"/>
                  </a:cubicBezTo>
                  <a:lnTo>
                    <a:pt x="667" y="787"/>
                  </a:lnTo>
                  <a:cubicBezTo>
                    <a:pt x="905" y="787"/>
                    <a:pt x="1120" y="596"/>
                    <a:pt x="1120" y="358"/>
                  </a:cubicBezTo>
                  <a:lnTo>
                    <a:pt x="1120" y="96"/>
                  </a:lnTo>
                  <a:cubicBezTo>
                    <a:pt x="1120" y="25"/>
                    <a:pt x="1072" y="1"/>
                    <a:pt x="1024"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3" name="Google Shape;2383;p63"/>
          <p:cNvSpPr txBox="1"/>
          <p:nvPr/>
        </p:nvSpPr>
        <p:spPr>
          <a:xfrm>
            <a:off x="1031803" y="3102475"/>
            <a:ext cx="1544100" cy="1305300"/>
          </a:xfrm>
          <a:prstGeom prst="rect">
            <a:avLst/>
          </a:prstGeom>
          <a:solidFill>
            <a:schemeClr val="accent6"/>
          </a:solidFill>
          <a:ln>
            <a:noFill/>
          </a:ln>
        </p:spPr>
        <p:txBody>
          <a:bodyPr spcFirstLastPara="1" wrap="square" lIns="91425" tIns="274300" rIns="91425" bIns="0" anchor="t" anchorCtr="0">
            <a:noAutofit/>
          </a:bodyPr>
          <a:lstStyle/>
          <a:p>
            <a:pPr marL="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It serves to illuminate our house at night</a:t>
            </a:r>
            <a:endParaRPr>
              <a:latin typeface="Epilogue"/>
              <a:ea typeface="Epilogue"/>
              <a:cs typeface="Epilogue"/>
              <a:sym typeface="Epilogue"/>
            </a:endParaRPr>
          </a:p>
        </p:txBody>
      </p:sp>
      <p:sp>
        <p:nvSpPr>
          <p:cNvPr id="2384" name="Google Shape;2384;p63"/>
          <p:cNvSpPr txBox="1"/>
          <p:nvPr/>
        </p:nvSpPr>
        <p:spPr>
          <a:xfrm flipH="1">
            <a:off x="2877234" y="2541994"/>
            <a:ext cx="1544100" cy="481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100">
                <a:solidFill>
                  <a:schemeClr val="dk1"/>
                </a:solidFill>
                <a:latin typeface="Montserrat ExtraBold"/>
                <a:ea typeface="Montserrat ExtraBold"/>
                <a:cs typeface="Montserrat ExtraBold"/>
                <a:sym typeface="Montserrat ExtraBold"/>
              </a:rPr>
              <a:t>?</a:t>
            </a:r>
            <a:endParaRPr sz="2100">
              <a:solidFill>
                <a:schemeClr val="dk1"/>
              </a:solidFill>
              <a:latin typeface="Montserrat ExtraBold"/>
              <a:ea typeface="Montserrat ExtraBold"/>
              <a:cs typeface="Montserrat ExtraBold"/>
              <a:sym typeface="Montserrat ExtraBold"/>
            </a:endParaRPr>
          </a:p>
        </p:txBody>
      </p:sp>
      <p:sp>
        <p:nvSpPr>
          <p:cNvPr id="2385" name="Google Shape;2385;p63"/>
          <p:cNvSpPr/>
          <p:nvPr/>
        </p:nvSpPr>
        <p:spPr>
          <a:xfrm rot="10800000" flipH="1">
            <a:off x="3081077" y="1667799"/>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86" name="Google Shape;2386;p63"/>
          <p:cNvGrpSpPr/>
          <p:nvPr/>
        </p:nvGrpSpPr>
        <p:grpSpPr>
          <a:xfrm>
            <a:off x="3483395" y="1825001"/>
            <a:ext cx="331780" cy="436072"/>
            <a:chOff x="2128222" y="1906103"/>
            <a:chExt cx="331780" cy="436072"/>
          </a:xfrm>
        </p:grpSpPr>
        <p:sp>
          <p:nvSpPr>
            <p:cNvPr id="2387" name="Google Shape;2387;p63"/>
            <p:cNvSpPr/>
            <p:nvPr/>
          </p:nvSpPr>
          <p:spPr>
            <a:xfrm>
              <a:off x="2244748" y="2172971"/>
              <a:ext cx="97782" cy="78052"/>
            </a:xfrm>
            <a:custGeom>
              <a:avLst/>
              <a:gdLst/>
              <a:ahLst/>
              <a:cxnLst/>
              <a:rect l="l" t="t" r="r" b="b"/>
              <a:pathLst>
                <a:path w="2478" h="1978" extrusionOk="0">
                  <a:moveTo>
                    <a:pt x="1" y="1"/>
                  </a:moveTo>
                  <a:lnTo>
                    <a:pt x="1" y="1977"/>
                  </a:lnTo>
                  <a:lnTo>
                    <a:pt x="2478" y="1977"/>
                  </a:lnTo>
                  <a:lnTo>
                    <a:pt x="24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63"/>
            <p:cNvSpPr/>
            <p:nvPr/>
          </p:nvSpPr>
          <p:spPr>
            <a:xfrm>
              <a:off x="2316170" y="2172971"/>
              <a:ext cx="26359" cy="78052"/>
            </a:xfrm>
            <a:custGeom>
              <a:avLst/>
              <a:gdLst/>
              <a:ahLst/>
              <a:cxnLst/>
              <a:rect l="l" t="t" r="r" b="b"/>
              <a:pathLst>
                <a:path w="668" h="1978" extrusionOk="0">
                  <a:moveTo>
                    <a:pt x="1" y="1"/>
                  </a:moveTo>
                  <a:lnTo>
                    <a:pt x="1" y="1977"/>
                  </a:lnTo>
                  <a:lnTo>
                    <a:pt x="668" y="1977"/>
                  </a:lnTo>
                  <a:lnTo>
                    <a:pt x="668" y="1"/>
                  </a:ln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63"/>
            <p:cNvSpPr/>
            <p:nvPr/>
          </p:nvSpPr>
          <p:spPr>
            <a:xfrm>
              <a:off x="2272015" y="1906103"/>
              <a:ext cx="44195" cy="57375"/>
            </a:xfrm>
            <a:custGeom>
              <a:avLst/>
              <a:gdLst/>
              <a:ahLst/>
              <a:cxnLst/>
              <a:rect l="l" t="t" r="r" b="b"/>
              <a:pathLst>
                <a:path w="1120" h="1454" extrusionOk="0">
                  <a:moveTo>
                    <a:pt x="381" y="1"/>
                  </a:moveTo>
                  <a:cubicBezTo>
                    <a:pt x="167" y="1"/>
                    <a:pt x="0" y="167"/>
                    <a:pt x="0" y="382"/>
                  </a:cubicBezTo>
                  <a:cubicBezTo>
                    <a:pt x="0" y="548"/>
                    <a:pt x="96" y="691"/>
                    <a:pt x="215" y="786"/>
                  </a:cubicBezTo>
                  <a:lnTo>
                    <a:pt x="286" y="834"/>
                  </a:lnTo>
                  <a:cubicBezTo>
                    <a:pt x="334" y="858"/>
                    <a:pt x="358" y="906"/>
                    <a:pt x="358" y="977"/>
                  </a:cubicBezTo>
                  <a:lnTo>
                    <a:pt x="358" y="1287"/>
                  </a:lnTo>
                  <a:cubicBezTo>
                    <a:pt x="358" y="1382"/>
                    <a:pt x="429" y="1453"/>
                    <a:pt x="524" y="1453"/>
                  </a:cubicBezTo>
                  <a:cubicBezTo>
                    <a:pt x="596" y="1453"/>
                    <a:pt x="691" y="1382"/>
                    <a:pt x="691" y="1287"/>
                  </a:cubicBezTo>
                  <a:lnTo>
                    <a:pt x="691" y="977"/>
                  </a:lnTo>
                  <a:cubicBezTo>
                    <a:pt x="691" y="810"/>
                    <a:pt x="596" y="667"/>
                    <a:pt x="477" y="572"/>
                  </a:cubicBezTo>
                  <a:lnTo>
                    <a:pt x="405" y="524"/>
                  </a:lnTo>
                  <a:cubicBezTo>
                    <a:pt x="358" y="501"/>
                    <a:pt x="334" y="429"/>
                    <a:pt x="334" y="382"/>
                  </a:cubicBezTo>
                  <a:cubicBezTo>
                    <a:pt x="334" y="358"/>
                    <a:pt x="358" y="334"/>
                    <a:pt x="381" y="334"/>
                  </a:cubicBezTo>
                  <a:lnTo>
                    <a:pt x="739" y="334"/>
                  </a:lnTo>
                  <a:cubicBezTo>
                    <a:pt x="762" y="334"/>
                    <a:pt x="786" y="358"/>
                    <a:pt x="786" y="382"/>
                  </a:cubicBezTo>
                  <a:lnTo>
                    <a:pt x="786" y="429"/>
                  </a:lnTo>
                  <a:cubicBezTo>
                    <a:pt x="786" y="477"/>
                    <a:pt x="762" y="524"/>
                    <a:pt x="739" y="572"/>
                  </a:cubicBezTo>
                  <a:cubicBezTo>
                    <a:pt x="612" y="680"/>
                    <a:pt x="719" y="843"/>
                    <a:pt x="850" y="843"/>
                  </a:cubicBezTo>
                  <a:cubicBezTo>
                    <a:pt x="892" y="843"/>
                    <a:pt x="936" y="827"/>
                    <a:pt x="977" y="786"/>
                  </a:cubicBezTo>
                  <a:cubicBezTo>
                    <a:pt x="1072" y="691"/>
                    <a:pt x="1120" y="548"/>
                    <a:pt x="1120" y="429"/>
                  </a:cubicBezTo>
                  <a:lnTo>
                    <a:pt x="1120" y="382"/>
                  </a:lnTo>
                  <a:cubicBezTo>
                    <a:pt x="1120" y="167"/>
                    <a:pt x="953" y="1"/>
                    <a:pt x="7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63"/>
            <p:cNvSpPr/>
            <p:nvPr/>
          </p:nvSpPr>
          <p:spPr>
            <a:xfrm>
              <a:off x="2276710" y="1949352"/>
              <a:ext cx="32002" cy="32910"/>
            </a:xfrm>
            <a:custGeom>
              <a:avLst/>
              <a:gdLst/>
              <a:ahLst/>
              <a:cxnLst/>
              <a:rect l="l" t="t" r="r" b="b"/>
              <a:pathLst>
                <a:path w="811" h="834" extrusionOk="0">
                  <a:moveTo>
                    <a:pt x="405" y="0"/>
                  </a:moveTo>
                  <a:cubicBezTo>
                    <a:pt x="215" y="0"/>
                    <a:pt x="24" y="119"/>
                    <a:pt x="0" y="357"/>
                  </a:cubicBezTo>
                  <a:lnTo>
                    <a:pt x="0" y="834"/>
                  </a:lnTo>
                  <a:lnTo>
                    <a:pt x="810" y="834"/>
                  </a:lnTo>
                  <a:lnTo>
                    <a:pt x="810" y="357"/>
                  </a:lnTo>
                  <a:cubicBezTo>
                    <a:pt x="786" y="119"/>
                    <a:pt x="596" y="0"/>
                    <a:pt x="4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63"/>
            <p:cNvSpPr/>
            <p:nvPr/>
          </p:nvSpPr>
          <p:spPr>
            <a:xfrm>
              <a:off x="2194949" y="1971883"/>
              <a:ext cx="197379" cy="200220"/>
            </a:xfrm>
            <a:custGeom>
              <a:avLst/>
              <a:gdLst/>
              <a:ahLst/>
              <a:cxnLst/>
              <a:rect l="l" t="t" r="r" b="b"/>
              <a:pathLst>
                <a:path w="5002" h="5074" extrusionOk="0">
                  <a:moveTo>
                    <a:pt x="1120" y="1"/>
                  </a:moveTo>
                  <a:cubicBezTo>
                    <a:pt x="1001" y="1"/>
                    <a:pt x="906" y="96"/>
                    <a:pt x="882" y="191"/>
                  </a:cubicBezTo>
                  <a:lnTo>
                    <a:pt x="24" y="4787"/>
                  </a:lnTo>
                  <a:cubicBezTo>
                    <a:pt x="1" y="4930"/>
                    <a:pt x="96" y="5049"/>
                    <a:pt x="263" y="5049"/>
                  </a:cubicBezTo>
                  <a:lnTo>
                    <a:pt x="4740" y="5049"/>
                  </a:lnTo>
                  <a:lnTo>
                    <a:pt x="4740" y="5073"/>
                  </a:lnTo>
                  <a:cubicBezTo>
                    <a:pt x="4906" y="5073"/>
                    <a:pt x="5002" y="4930"/>
                    <a:pt x="4978" y="4787"/>
                  </a:cubicBezTo>
                  <a:lnTo>
                    <a:pt x="4121" y="191"/>
                  </a:lnTo>
                  <a:cubicBezTo>
                    <a:pt x="4097" y="96"/>
                    <a:pt x="4001" y="1"/>
                    <a:pt x="388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63"/>
            <p:cNvSpPr/>
            <p:nvPr/>
          </p:nvSpPr>
          <p:spPr>
            <a:xfrm>
              <a:off x="2321813" y="1971883"/>
              <a:ext cx="70515" cy="200220"/>
            </a:xfrm>
            <a:custGeom>
              <a:avLst/>
              <a:gdLst/>
              <a:ahLst/>
              <a:cxnLst/>
              <a:rect l="l" t="t" r="r" b="b"/>
              <a:pathLst>
                <a:path w="1787" h="5074" extrusionOk="0">
                  <a:moveTo>
                    <a:pt x="1" y="1"/>
                  </a:moveTo>
                  <a:cubicBezTo>
                    <a:pt x="120" y="1"/>
                    <a:pt x="215" y="96"/>
                    <a:pt x="239" y="191"/>
                  </a:cubicBezTo>
                  <a:lnTo>
                    <a:pt x="1096" y="4787"/>
                  </a:lnTo>
                  <a:cubicBezTo>
                    <a:pt x="1120" y="4930"/>
                    <a:pt x="1025" y="5073"/>
                    <a:pt x="858" y="5073"/>
                  </a:cubicBezTo>
                  <a:lnTo>
                    <a:pt x="1525" y="5073"/>
                  </a:lnTo>
                  <a:cubicBezTo>
                    <a:pt x="1691" y="5073"/>
                    <a:pt x="1787" y="4930"/>
                    <a:pt x="1763" y="4787"/>
                  </a:cubicBezTo>
                  <a:lnTo>
                    <a:pt x="906" y="191"/>
                  </a:lnTo>
                  <a:cubicBezTo>
                    <a:pt x="882" y="96"/>
                    <a:pt x="786" y="1"/>
                    <a:pt x="667"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63"/>
            <p:cNvSpPr/>
            <p:nvPr/>
          </p:nvSpPr>
          <p:spPr>
            <a:xfrm>
              <a:off x="2169577" y="2232201"/>
              <a:ext cx="249072" cy="93994"/>
            </a:xfrm>
            <a:custGeom>
              <a:avLst/>
              <a:gdLst/>
              <a:ahLst/>
              <a:cxnLst/>
              <a:rect l="l" t="t" r="r" b="b"/>
              <a:pathLst>
                <a:path w="6312" h="2382" extrusionOk="0">
                  <a:moveTo>
                    <a:pt x="1191" y="0"/>
                  </a:moveTo>
                  <a:cubicBezTo>
                    <a:pt x="525" y="0"/>
                    <a:pt x="1" y="548"/>
                    <a:pt x="1" y="1191"/>
                  </a:cubicBezTo>
                  <a:lnTo>
                    <a:pt x="1" y="2382"/>
                  </a:lnTo>
                  <a:lnTo>
                    <a:pt x="6311" y="2382"/>
                  </a:lnTo>
                  <a:lnTo>
                    <a:pt x="6311" y="1191"/>
                  </a:lnTo>
                  <a:cubicBezTo>
                    <a:pt x="6311" y="548"/>
                    <a:pt x="5788" y="0"/>
                    <a:pt x="51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63"/>
            <p:cNvSpPr/>
            <p:nvPr/>
          </p:nvSpPr>
          <p:spPr>
            <a:xfrm>
              <a:off x="2345292" y="2233108"/>
              <a:ext cx="73356" cy="94033"/>
            </a:xfrm>
            <a:custGeom>
              <a:avLst/>
              <a:gdLst/>
              <a:ahLst/>
              <a:cxnLst/>
              <a:rect l="l" t="t" r="r" b="b"/>
              <a:pathLst>
                <a:path w="1859" h="2383" extrusionOk="0">
                  <a:moveTo>
                    <a:pt x="1" y="1"/>
                  </a:moveTo>
                  <a:cubicBezTo>
                    <a:pt x="668" y="1"/>
                    <a:pt x="1192" y="549"/>
                    <a:pt x="1192" y="1192"/>
                  </a:cubicBezTo>
                  <a:lnTo>
                    <a:pt x="1192" y="2382"/>
                  </a:lnTo>
                  <a:lnTo>
                    <a:pt x="1858" y="2382"/>
                  </a:lnTo>
                  <a:lnTo>
                    <a:pt x="1858" y="1192"/>
                  </a:lnTo>
                  <a:cubicBezTo>
                    <a:pt x="1858" y="549"/>
                    <a:pt x="1335" y="1"/>
                    <a:pt x="668"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63"/>
            <p:cNvSpPr/>
            <p:nvPr/>
          </p:nvSpPr>
          <p:spPr>
            <a:xfrm>
              <a:off x="2128222" y="2143850"/>
              <a:ext cx="331780" cy="47036"/>
            </a:xfrm>
            <a:custGeom>
              <a:avLst/>
              <a:gdLst/>
              <a:ahLst/>
              <a:cxnLst/>
              <a:rect l="l" t="t" r="r" b="b"/>
              <a:pathLst>
                <a:path w="8408" h="1192" extrusionOk="0">
                  <a:moveTo>
                    <a:pt x="96" y="1"/>
                  </a:moveTo>
                  <a:cubicBezTo>
                    <a:pt x="48" y="1"/>
                    <a:pt x="1" y="24"/>
                    <a:pt x="1" y="72"/>
                  </a:cubicBezTo>
                  <a:lnTo>
                    <a:pt x="1" y="263"/>
                  </a:lnTo>
                  <a:cubicBezTo>
                    <a:pt x="1" y="786"/>
                    <a:pt x="406" y="1191"/>
                    <a:pt x="930" y="1191"/>
                  </a:cubicBezTo>
                  <a:lnTo>
                    <a:pt x="7479" y="1191"/>
                  </a:lnTo>
                  <a:cubicBezTo>
                    <a:pt x="7979" y="1191"/>
                    <a:pt x="8407" y="786"/>
                    <a:pt x="8407" y="263"/>
                  </a:cubicBezTo>
                  <a:lnTo>
                    <a:pt x="8407" y="72"/>
                  </a:lnTo>
                  <a:cubicBezTo>
                    <a:pt x="8407" y="24"/>
                    <a:pt x="8383" y="1"/>
                    <a:pt x="83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63"/>
            <p:cNvSpPr/>
            <p:nvPr/>
          </p:nvSpPr>
          <p:spPr>
            <a:xfrm>
              <a:off x="2396985" y="2143850"/>
              <a:ext cx="63018" cy="47036"/>
            </a:xfrm>
            <a:custGeom>
              <a:avLst/>
              <a:gdLst/>
              <a:ahLst/>
              <a:cxnLst/>
              <a:rect l="l" t="t" r="r" b="b"/>
              <a:pathLst>
                <a:path w="1597" h="1192" extrusionOk="0">
                  <a:moveTo>
                    <a:pt x="930" y="1"/>
                  </a:moveTo>
                  <a:lnTo>
                    <a:pt x="930" y="263"/>
                  </a:lnTo>
                  <a:cubicBezTo>
                    <a:pt x="930" y="786"/>
                    <a:pt x="501" y="1191"/>
                    <a:pt x="1" y="1191"/>
                  </a:cubicBezTo>
                  <a:lnTo>
                    <a:pt x="668" y="1191"/>
                  </a:lnTo>
                  <a:cubicBezTo>
                    <a:pt x="1168" y="1191"/>
                    <a:pt x="1596" y="786"/>
                    <a:pt x="1596" y="263"/>
                  </a:cubicBezTo>
                  <a:lnTo>
                    <a:pt x="1596" y="72"/>
                  </a:lnTo>
                  <a:cubicBezTo>
                    <a:pt x="1596" y="24"/>
                    <a:pt x="1549" y="1"/>
                    <a:pt x="1501"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63"/>
            <p:cNvSpPr/>
            <p:nvPr/>
          </p:nvSpPr>
          <p:spPr>
            <a:xfrm>
              <a:off x="2245695" y="2219021"/>
              <a:ext cx="95888" cy="96835"/>
            </a:xfrm>
            <a:custGeom>
              <a:avLst/>
              <a:gdLst/>
              <a:ahLst/>
              <a:cxnLst/>
              <a:rect l="l" t="t" r="r" b="b"/>
              <a:pathLst>
                <a:path w="2430" h="2454" extrusionOk="0">
                  <a:moveTo>
                    <a:pt x="1215" y="1"/>
                  </a:moveTo>
                  <a:cubicBezTo>
                    <a:pt x="548" y="1"/>
                    <a:pt x="1" y="548"/>
                    <a:pt x="1" y="1239"/>
                  </a:cubicBezTo>
                  <a:cubicBezTo>
                    <a:pt x="1" y="1906"/>
                    <a:pt x="548" y="2454"/>
                    <a:pt x="1215" y="2454"/>
                  </a:cubicBezTo>
                  <a:cubicBezTo>
                    <a:pt x="1882" y="2454"/>
                    <a:pt x="2430" y="1906"/>
                    <a:pt x="2430" y="1239"/>
                  </a:cubicBezTo>
                  <a:cubicBezTo>
                    <a:pt x="2430" y="548"/>
                    <a:pt x="1882" y="1"/>
                    <a:pt x="12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63"/>
            <p:cNvSpPr/>
            <p:nvPr/>
          </p:nvSpPr>
          <p:spPr>
            <a:xfrm>
              <a:off x="2287049" y="2236897"/>
              <a:ext cx="13180" cy="36658"/>
            </a:xfrm>
            <a:custGeom>
              <a:avLst/>
              <a:gdLst/>
              <a:ahLst/>
              <a:cxnLst/>
              <a:rect l="l" t="t" r="r" b="b"/>
              <a:pathLst>
                <a:path w="334" h="929" extrusionOk="0">
                  <a:moveTo>
                    <a:pt x="167" y="0"/>
                  </a:moveTo>
                  <a:cubicBezTo>
                    <a:pt x="72" y="0"/>
                    <a:pt x="0" y="72"/>
                    <a:pt x="0" y="167"/>
                  </a:cubicBezTo>
                  <a:lnTo>
                    <a:pt x="0" y="762"/>
                  </a:lnTo>
                  <a:cubicBezTo>
                    <a:pt x="0" y="858"/>
                    <a:pt x="72" y="929"/>
                    <a:pt x="167" y="929"/>
                  </a:cubicBezTo>
                  <a:cubicBezTo>
                    <a:pt x="262" y="929"/>
                    <a:pt x="334" y="858"/>
                    <a:pt x="334" y="762"/>
                  </a:cubicBezTo>
                  <a:lnTo>
                    <a:pt x="334" y="167"/>
                  </a:lnTo>
                  <a:cubicBezTo>
                    <a:pt x="334" y="72"/>
                    <a:pt x="262" y="0"/>
                    <a:pt x="16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63"/>
            <p:cNvSpPr/>
            <p:nvPr/>
          </p:nvSpPr>
          <p:spPr>
            <a:xfrm>
              <a:off x="2131064" y="2315817"/>
              <a:ext cx="324243" cy="26359"/>
            </a:xfrm>
            <a:custGeom>
              <a:avLst/>
              <a:gdLst/>
              <a:ahLst/>
              <a:cxnLst/>
              <a:rect l="l" t="t" r="r" b="b"/>
              <a:pathLst>
                <a:path w="8217" h="668" extrusionOk="0">
                  <a:moveTo>
                    <a:pt x="453" y="1"/>
                  </a:moveTo>
                  <a:cubicBezTo>
                    <a:pt x="0" y="1"/>
                    <a:pt x="0" y="667"/>
                    <a:pt x="453" y="667"/>
                  </a:cubicBezTo>
                  <a:lnTo>
                    <a:pt x="7788" y="667"/>
                  </a:lnTo>
                  <a:cubicBezTo>
                    <a:pt x="8216" y="667"/>
                    <a:pt x="8216" y="1"/>
                    <a:pt x="778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00" name="Google Shape;2400;p63"/>
          <p:cNvSpPr txBox="1"/>
          <p:nvPr/>
        </p:nvSpPr>
        <p:spPr>
          <a:xfrm>
            <a:off x="2877234" y="3102475"/>
            <a:ext cx="1544100" cy="1305300"/>
          </a:xfrm>
          <a:prstGeom prst="rect">
            <a:avLst/>
          </a:prstGeom>
          <a:solidFill>
            <a:schemeClr val="accent4"/>
          </a:solidFill>
          <a:ln>
            <a:noFill/>
          </a:ln>
        </p:spPr>
        <p:txBody>
          <a:bodyPr spcFirstLastPara="1" wrap="square" lIns="91425" tIns="274300" rIns="91425" bIns="0" anchor="t" anchorCtr="0">
            <a:noAutofit/>
          </a:bodyPr>
          <a:lstStyle/>
          <a:p>
            <a:pPr marL="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Try to describe what this element is for</a:t>
            </a:r>
            <a:endParaRPr>
              <a:latin typeface="Epilogue"/>
              <a:ea typeface="Epilogue"/>
              <a:cs typeface="Epilogue"/>
              <a:sym typeface="Epilogue"/>
            </a:endParaRPr>
          </a:p>
        </p:txBody>
      </p:sp>
      <p:sp>
        <p:nvSpPr>
          <p:cNvPr id="2401" name="Google Shape;2401;p63"/>
          <p:cNvSpPr txBox="1"/>
          <p:nvPr/>
        </p:nvSpPr>
        <p:spPr>
          <a:xfrm flipH="1">
            <a:off x="4722666" y="2541994"/>
            <a:ext cx="1544100" cy="481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100">
                <a:solidFill>
                  <a:schemeClr val="dk1"/>
                </a:solidFill>
                <a:latin typeface="Montserrat ExtraBold"/>
                <a:ea typeface="Montserrat ExtraBold"/>
                <a:cs typeface="Montserrat ExtraBold"/>
                <a:sym typeface="Montserrat ExtraBold"/>
              </a:rPr>
              <a:t>?</a:t>
            </a:r>
            <a:endParaRPr sz="2100">
              <a:solidFill>
                <a:schemeClr val="dk1"/>
              </a:solidFill>
              <a:latin typeface="Montserrat ExtraBold"/>
              <a:ea typeface="Montserrat ExtraBold"/>
              <a:cs typeface="Montserrat ExtraBold"/>
              <a:sym typeface="Montserrat ExtraBold"/>
            </a:endParaRPr>
          </a:p>
        </p:txBody>
      </p:sp>
      <p:sp>
        <p:nvSpPr>
          <p:cNvPr id="2402" name="Google Shape;2402;p63"/>
          <p:cNvSpPr/>
          <p:nvPr/>
        </p:nvSpPr>
        <p:spPr>
          <a:xfrm>
            <a:off x="4926508" y="1667799"/>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03" name="Google Shape;2403;p63"/>
          <p:cNvGrpSpPr/>
          <p:nvPr/>
        </p:nvGrpSpPr>
        <p:grpSpPr>
          <a:xfrm>
            <a:off x="5316613" y="1821907"/>
            <a:ext cx="356205" cy="415395"/>
            <a:chOff x="7601167" y="1260538"/>
            <a:chExt cx="356205" cy="415395"/>
          </a:xfrm>
        </p:grpSpPr>
        <p:sp>
          <p:nvSpPr>
            <p:cNvPr id="2404" name="Google Shape;2404;p63"/>
            <p:cNvSpPr/>
            <p:nvPr/>
          </p:nvSpPr>
          <p:spPr>
            <a:xfrm>
              <a:off x="7738369" y="1260538"/>
              <a:ext cx="81801" cy="47944"/>
            </a:xfrm>
            <a:custGeom>
              <a:avLst/>
              <a:gdLst/>
              <a:ahLst/>
              <a:cxnLst/>
              <a:rect l="l" t="t" r="r" b="b"/>
              <a:pathLst>
                <a:path w="2073" h="1215" extrusionOk="0">
                  <a:moveTo>
                    <a:pt x="1333" y="321"/>
                  </a:moveTo>
                  <a:cubicBezTo>
                    <a:pt x="1596" y="321"/>
                    <a:pt x="1596" y="894"/>
                    <a:pt x="1333" y="894"/>
                  </a:cubicBezTo>
                  <a:cubicBezTo>
                    <a:pt x="1311" y="894"/>
                    <a:pt x="1288" y="890"/>
                    <a:pt x="1262" y="881"/>
                  </a:cubicBezTo>
                  <a:lnTo>
                    <a:pt x="810" y="881"/>
                  </a:lnTo>
                  <a:cubicBezTo>
                    <a:pt x="429" y="881"/>
                    <a:pt x="429" y="334"/>
                    <a:pt x="810" y="334"/>
                  </a:cubicBezTo>
                  <a:lnTo>
                    <a:pt x="1262" y="334"/>
                  </a:lnTo>
                  <a:cubicBezTo>
                    <a:pt x="1288" y="325"/>
                    <a:pt x="1311" y="321"/>
                    <a:pt x="1333" y="321"/>
                  </a:cubicBezTo>
                  <a:close/>
                  <a:moveTo>
                    <a:pt x="810" y="0"/>
                  </a:moveTo>
                  <a:cubicBezTo>
                    <a:pt x="0" y="0"/>
                    <a:pt x="0" y="1215"/>
                    <a:pt x="810" y="1215"/>
                  </a:cubicBezTo>
                  <a:lnTo>
                    <a:pt x="1262" y="1215"/>
                  </a:lnTo>
                  <a:cubicBezTo>
                    <a:pt x="2072" y="1215"/>
                    <a:pt x="2072" y="0"/>
                    <a:pt x="12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63"/>
            <p:cNvSpPr/>
            <p:nvPr/>
          </p:nvSpPr>
          <p:spPr>
            <a:xfrm>
              <a:off x="7765596" y="1288949"/>
              <a:ext cx="27306" cy="47747"/>
            </a:xfrm>
            <a:custGeom>
              <a:avLst/>
              <a:gdLst/>
              <a:ahLst/>
              <a:cxnLst/>
              <a:rect l="l" t="t" r="r" b="b"/>
              <a:pathLst>
                <a:path w="692" h="1210" extrusionOk="0">
                  <a:moveTo>
                    <a:pt x="346" y="0"/>
                  </a:moveTo>
                  <a:cubicBezTo>
                    <a:pt x="174" y="0"/>
                    <a:pt x="1" y="126"/>
                    <a:pt x="25" y="376"/>
                  </a:cubicBezTo>
                  <a:lnTo>
                    <a:pt x="25" y="899"/>
                  </a:lnTo>
                  <a:cubicBezTo>
                    <a:pt x="25" y="1066"/>
                    <a:pt x="168" y="1209"/>
                    <a:pt x="358" y="1209"/>
                  </a:cubicBezTo>
                  <a:cubicBezTo>
                    <a:pt x="525" y="1209"/>
                    <a:pt x="668" y="1066"/>
                    <a:pt x="668" y="899"/>
                  </a:cubicBezTo>
                  <a:lnTo>
                    <a:pt x="668" y="376"/>
                  </a:lnTo>
                  <a:cubicBezTo>
                    <a:pt x="692" y="126"/>
                    <a:pt x="519" y="0"/>
                    <a:pt x="3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63"/>
            <p:cNvSpPr/>
            <p:nvPr/>
          </p:nvSpPr>
          <p:spPr>
            <a:xfrm>
              <a:off x="7601167" y="1320675"/>
              <a:ext cx="356205" cy="355258"/>
            </a:xfrm>
            <a:custGeom>
              <a:avLst/>
              <a:gdLst/>
              <a:ahLst/>
              <a:cxnLst/>
              <a:rect l="l" t="t" r="r" b="b"/>
              <a:pathLst>
                <a:path w="9027" h="9003" extrusionOk="0">
                  <a:moveTo>
                    <a:pt x="4501" y="0"/>
                  </a:moveTo>
                  <a:cubicBezTo>
                    <a:pt x="2025" y="0"/>
                    <a:pt x="0" y="2001"/>
                    <a:pt x="0" y="4501"/>
                  </a:cubicBezTo>
                  <a:cubicBezTo>
                    <a:pt x="0" y="6978"/>
                    <a:pt x="2025" y="9002"/>
                    <a:pt x="4501" y="9002"/>
                  </a:cubicBezTo>
                  <a:cubicBezTo>
                    <a:pt x="7002" y="9002"/>
                    <a:pt x="9026" y="6978"/>
                    <a:pt x="9026" y="4501"/>
                  </a:cubicBezTo>
                  <a:cubicBezTo>
                    <a:pt x="9026" y="2001"/>
                    <a:pt x="7002" y="0"/>
                    <a:pt x="4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63"/>
            <p:cNvSpPr/>
            <p:nvPr/>
          </p:nvSpPr>
          <p:spPr>
            <a:xfrm>
              <a:off x="7770921" y="1319728"/>
              <a:ext cx="186093" cy="356205"/>
            </a:xfrm>
            <a:custGeom>
              <a:avLst/>
              <a:gdLst/>
              <a:ahLst/>
              <a:cxnLst/>
              <a:rect l="l" t="t" r="r" b="b"/>
              <a:pathLst>
                <a:path w="4716" h="9027" extrusionOk="0">
                  <a:moveTo>
                    <a:pt x="334" y="0"/>
                  </a:moveTo>
                  <a:lnTo>
                    <a:pt x="334" y="24"/>
                  </a:lnTo>
                  <a:lnTo>
                    <a:pt x="1" y="24"/>
                  </a:lnTo>
                  <a:cubicBezTo>
                    <a:pt x="2335" y="191"/>
                    <a:pt x="4168" y="2144"/>
                    <a:pt x="4168" y="4501"/>
                  </a:cubicBezTo>
                  <a:cubicBezTo>
                    <a:pt x="4168" y="6883"/>
                    <a:pt x="2335" y="8836"/>
                    <a:pt x="1" y="9002"/>
                  </a:cubicBezTo>
                  <a:cubicBezTo>
                    <a:pt x="96" y="9002"/>
                    <a:pt x="215" y="9026"/>
                    <a:pt x="334" y="9026"/>
                  </a:cubicBezTo>
                  <a:cubicBezTo>
                    <a:pt x="2763" y="8955"/>
                    <a:pt x="4716" y="6954"/>
                    <a:pt x="4716" y="4501"/>
                  </a:cubicBezTo>
                  <a:cubicBezTo>
                    <a:pt x="4716" y="2072"/>
                    <a:pt x="2763" y="72"/>
                    <a:pt x="334"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63"/>
            <p:cNvSpPr/>
            <p:nvPr/>
          </p:nvSpPr>
          <p:spPr>
            <a:xfrm>
              <a:off x="7627486" y="1346048"/>
              <a:ext cx="303566" cy="303566"/>
            </a:xfrm>
            <a:custGeom>
              <a:avLst/>
              <a:gdLst/>
              <a:ahLst/>
              <a:cxnLst/>
              <a:rect l="l" t="t" r="r" b="b"/>
              <a:pathLst>
                <a:path w="7693" h="7693" extrusionOk="0">
                  <a:moveTo>
                    <a:pt x="3834" y="0"/>
                  </a:moveTo>
                  <a:cubicBezTo>
                    <a:pt x="1715" y="0"/>
                    <a:pt x="0" y="1739"/>
                    <a:pt x="0" y="3858"/>
                  </a:cubicBezTo>
                  <a:cubicBezTo>
                    <a:pt x="0" y="5978"/>
                    <a:pt x="1715" y="7692"/>
                    <a:pt x="3834" y="7692"/>
                  </a:cubicBezTo>
                  <a:cubicBezTo>
                    <a:pt x="5978" y="7692"/>
                    <a:pt x="7692" y="5978"/>
                    <a:pt x="7692" y="3858"/>
                  </a:cubicBezTo>
                  <a:cubicBezTo>
                    <a:pt x="7692" y="1739"/>
                    <a:pt x="5978" y="0"/>
                    <a:pt x="38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63"/>
            <p:cNvSpPr/>
            <p:nvPr/>
          </p:nvSpPr>
          <p:spPr>
            <a:xfrm>
              <a:off x="7770921" y="1346048"/>
              <a:ext cx="159813" cy="303566"/>
            </a:xfrm>
            <a:custGeom>
              <a:avLst/>
              <a:gdLst/>
              <a:ahLst/>
              <a:cxnLst/>
              <a:rect l="l" t="t" r="r" b="b"/>
              <a:pathLst>
                <a:path w="4050" h="7693" extrusionOk="0">
                  <a:moveTo>
                    <a:pt x="334" y="0"/>
                  </a:moveTo>
                  <a:lnTo>
                    <a:pt x="334" y="24"/>
                  </a:lnTo>
                  <a:lnTo>
                    <a:pt x="1" y="24"/>
                  </a:lnTo>
                  <a:cubicBezTo>
                    <a:pt x="1977" y="191"/>
                    <a:pt x="3501" y="1858"/>
                    <a:pt x="3501" y="3834"/>
                  </a:cubicBezTo>
                  <a:cubicBezTo>
                    <a:pt x="3501" y="5835"/>
                    <a:pt x="1977" y="7502"/>
                    <a:pt x="1" y="7668"/>
                  </a:cubicBezTo>
                  <a:cubicBezTo>
                    <a:pt x="96" y="7668"/>
                    <a:pt x="215" y="7692"/>
                    <a:pt x="334" y="7692"/>
                  </a:cubicBezTo>
                  <a:cubicBezTo>
                    <a:pt x="2406" y="7621"/>
                    <a:pt x="4049" y="5930"/>
                    <a:pt x="4049" y="3834"/>
                  </a:cubicBezTo>
                  <a:cubicBezTo>
                    <a:pt x="4049" y="1762"/>
                    <a:pt x="2406" y="72"/>
                    <a:pt x="334"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63"/>
            <p:cNvSpPr/>
            <p:nvPr/>
          </p:nvSpPr>
          <p:spPr>
            <a:xfrm>
              <a:off x="7734620" y="1454089"/>
              <a:ext cx="89298" cy="88390"/>
            </a:xfrm>
            <a:custGeom>
              <a:avLst/>
              <a:gdLst/>
              <a:ahLst/>
              <a:cxnLst/>
              <a:rect l="l" t="t" r="r" b="b"/>
              <a:pathLst>
                <a:path w="2263" h="2240" extrusionOk="0">
                  <a:moveTo>
                    <a:pt x="1119" y="1"/>
                  </a:moveTo>
                  <a:cubicBezTo>
                    <a:pt x="500" y="1"/>
                    <a:pt x="0" y="501"/>
                    <a:pt x="0" y="1120"/>
                  </a:cubicBezTo>
                  <a:cubicBezTo>
                    <a:pt x="0" y="1739"/>
                    <a:pt x="500" y="2239"/>
                    <a:pt x="1119" y="2239"/>
                  </a:cubicBezTo>
                  <a:cubicBezTo>
                    <a:pt x="1762" y="2239"/>
                    <a:pt x="2262" y="1739"/>
                    <a:pt x="2262" y="1120"/>
                  </a:cubicBezTo>
                  <a:cubicBezTo>
                    <a:pt x="2262" y="501"/>
                    <a:pt x="1762" y="1"/>
                    <a:pt x="1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63"/>
            <p:cNvSpPr/>
            <p:nvPr/>
          </p:nvSpPr>
          <p:spPr>
            <a:xfrm>
              <a:off x="7773133" y="1362029"/>
              <a:ext cx="12233" cy="20677"/>
            </a:xfrm>
            <a:custGeom>
              <a:avLst/>
              <a:gdLst/>
              <a:ahLst/>
              <a:cxnLst/>
              <a:rect l="l" t="t" r="r" b="b"/>
              <a:pathLst>
                <a:path w="310" h="524" extrusionOk="0">
                  <a:moveTo>
                    <a:pt x="167" y="0"/>
                  </a:moveTo>
                  <a:cubicBezTo>
                    <a:pt x="72" y="0"/>
                    <a:pt x="0" y="72"/>
                    <a:pt x="0" y="167"/>
                  </a:cubicBezTo>
                  <a:lnTo>
                    <a:pt x="0" y="357"/>
                  </a:lnTo>
                  <a:cubicBezTo>
                    <a:pt x="0" y="453"/>
                    <a:pt x="72" y="524"/>
                    <a:pt x="167" y="524"/>
                  </a:cubicBezTo>
                  <a:cubicBezTo>
                    <a:pt x="239" y="524"/>
                    <a:pt x="310" y="453"/>
                    <a:pt x="310" y="357"/>
                  </a:cubicBezTo>
                  <a:lnTo>
                    <a:pt x="310" y="167"/>
                  </a:lnTo>
                  <a:cubicBezTo>
                    <a:pt x="310" y="72"/>
                    <a:pt x="23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63"/>
            <p:cNvSpPr/>
            <p:nvPr/>
          </p:nvSpPr>
          <p:spPr>
            <a:xfrm>
              <a:off x="7773133" y="1608220"/>
              <a:ext cx="12233" cy="20717"/>
            </a:xfrm>
            <a:custGeom>
              <a:avLst/>
              <a:gdLst/>
              <a:ahLst/>
              <a:cxnLst/>
              <a:rect l="l" t="t" r="r" b="b"/>
              <a:pathLst>
                <a:path w="310" h="525" extrusionOk="0">
                  <a:moveTo>
                    <a:pt x="167" y="0"/>
                  </a:moveTo>
                  <a:cubicBezTo>
                    <a:pt x="72" y="0"/>
                    <a:pt x="0" y="72"/>
                    <a:pt x="0" y="167"/>
                  </a:cubicBezTo>
                  <a:lnTo>
                    <a:pt x="0" y="358"/>
                  </a:lnTo>
                  <a:cubicBezTo>
                    <a:pt x="0" y="453"/>
                    <a:pt x="72" y="524"/>
                    <a:pt x="167" y="524"/>
                  </a:cubicBezTo>
                  <a:cubicBezTo>
                    <a:pt x="239" y="524"/>
                    <a:pt x="310" y="453"/>
                    <a:pt x="310" y="358"/>
                  </a:cubicBezTo>
                  <a:lnTo>
                    <a:pt x="310" y="167"/>
                  </a:lnTo>
                  <a:cubicBezTo>
                    <a:pt x="310" y="72"/>
                    <a:pt x="23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63"/>
            <p:cNvSpPr/>
            <p:nvPr/>
          </p:nvSpPr>
          <p:spPr>
            <a:xfrm>
              <a:off x="7708301" y="1378878"/>
              <a:ext cx="18822" cy="19848"/>
            </a:xfrm>
            <a:custGeom>
              <a:avLst/>
              <a:gdLst/>
              <a:ahLst/>
              <a:cxnLst/>
              <a:rect l="l" t="t" r="r" b="b"/>
              <a:pathLst>
                <a:path w="477" h="503" extrusionOk="0">
                  <a:moveTo>
                    <a:pt x="195" y="1"/>
                  </a:moveTo>
                  <a:cubicBezTo>
                    <a:pt x="163" y="1"/>
                    <a:pt x="129" y="9"/>
                    <a:pt x="95" y="26"/>
                  </a:cubicBezTo>
                  <a:cubicBezTo>
                    <a:pt x="24" y="73"/>
                    <a:pt x="0" y="168"/>
                    <a:pt x="48" y="240"/>
                  </a:cubicBezTo>
                  <a:lnTo>
                    <a:pt x="143" y="430"/>
                  </a:lnTo>
                  <a:cubicBezTo>
                    <a:pt x="174" y="477"/>
                    <a:pt x="224" y="503"/>
                    <a:pt x="276" y="503"/>
                  </a:cubicBezTo>
                  <a:cubicBezTo>
                    <a:pt x="304" y="503"/>
                    <a:pt x="332" y="495"/>
                    <a:pt x="357" y="478"/>
                  </a:cubicBezTo>
                  <a:cubicBezTo>
                    <a:pt x="453" y="430"/>
                    <a:pt x="477" y="335"/>
                    <a:pt x="429" y="264"/>
                  </a:cubicBezTo>
                  <a:lnTo>
                    <a:pt x="334" y="73"/>
                  </a:lnTo>
                  <a:cubicBezTo>
                    <a:pt x="303" y="27"/>
                    <a:pt x="252" y="1"/>
                    <a:pt x="1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63"/>
            <p:cNvSpPr/>
            <p:nvPr/>
          </p:nvSpPr>
          <p:spPr>
            <a:xfrm>
              <a:off x="7831376" y="1592199"/>
              <a:ext cx="18862" cy="19809"/>
            </a:xfrm>
            <a:custGeom>
              <a:avLst/>
              <a:gdLst/>
              <a:ahLst/>
              <a:cxnLst/>
              <a:rect l="l" t="t" r="r" b="b"/>
              <a:pathLst>
                <a:path w="478" h="502" extrusionOk="0">
                  <a:moveTo>
                    <a:pt x="195" y="1"/>
                  </a:moveTo>
                  <a:cubicBezTo>
                    <a:pt x="164" y="1"/>
                    <a:pt x="130" y="9"/>
                    <a:pt x="96" y="25"/>
                  </a:cubicBezTo>
                  <a:cubicBezTo>
                    <a:pt x="25" y="73"/>
                    <a:pt x="1" y="168"/>
                    <a:pt x="49" y="240"/>
                  </a:cubicBezTo>
                  <a:lnTo>
                    <a:pt x="144" y="430"/>
                  </a:lnTo>
                  <a:cubicBezTo>
                    <a:pt x="168" y="478"/>
                    <a:pt x="215" y="502"/>
                    <a:pt x="287" y="502"/>
                  </a:cubicBezTo>
                  <a:cubicBezTo>
                    <a:pt x="310" y="502"/>
                    <a:pt x="334" y="502"/>
                    <a:pt x="358" y="478"/>
                  </a:cubicBezTo>
                  <a:cubicBezTo>
                    <a:pt x="453" y="430"/>
                    <a:pt x="477" y="335"/>
                    <a:pt x="430" y="264"/>
                  </a:cubicBezTo>
                  <a:lnTo>
                    <a:pt x="334" y="73"/>
                  </a:lnTo>
                  <a:cubicBezTo>
                    <a:pt x="304" y="27"/>
                    <a:pt x="253" y="1"/>
                    <a:pt x="1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63"/>
            <p:cNvSpPr/>
            <p:nvPr/>
          </p:nvSpPr>
          <p:spPr>
            <a:xfrm>
              <a:off x="7659725" y="1425717"/>
              <a:ext cx="25097" cy="17165"/>
            </a:xfrm>
            <a:custGeom>
              <a:avLst/>
              <a:gdLst/>
              <a:ahLst/>
              <a:cxnLst/>
              <a:rect l="l" t="t" r="r" b="b"/>
              <a:pathLst>
                <a:path w="636" h="435" extrusionOk="0">
                  <a:moveTo>
                    <a:pt x="235" y="1"/>
                  </a:moveTo>
                  <a:cubicBezTo>
                    <a:pt x="90" y="1"/>
                    <a:pt x="1" y="216"/>
                    <a:pt x="160" y="315"/>
                  </a:cubicBezTo>
                  <a:lnTo>
                    <a:pt x="326" y="410"/>
                  </a:lnTo>
                  <a:cubicBezTo>
                    <a:pt x="350" y="410"/>
                    <a:pt x="374" y="434"/>
                    <a:pt x="422" y="434"/>
                  </a:cubicBezTo>
                  <a:cubicBezTo>
                    <a:pt x="564" y="410"/>
                    <a:pt x="636" y="220"/>
                    <a:pt x="493" y="125"/>
                  </a:cubicBezTo>
                  <a:lnTo>
                    <a:pt x="326" y="29"/>
                  </a:lnTo>
                  <a:cubicBezTo>
                    <a:pt x="295" y="9"/>
                    <a:pt x="263" y="1"/>
                    <a:pt x="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63"/>
            <p:cNvSpPr/>
            <p:nvPr/>
          </p:nvSpPr>
          <p:spPr>
            <a:xfrm>
              <a:off x="7873046" y="1548833"/>
              <a:ext cx="25925" cy="16968"/>
            </a:xfrm>
            <a:custGeom>
              <a:avLst/>
              <a:gdLst/>
              <a:ahLst/>
              <a:cxnLst/>
              <a:rect l="l" t="t" r="r" b="b"/>
              <a:pathLst>
                <a:path w="657" h="430" extrusionOk="0">
                  <a:moveTo>
                    <a:pt x="234" y="0"/>
                  </a:moveTo>
                  <a:cubicBezTo>
                    <a:pt x="90" y="0"/>
                    <a:pt x="1" y="215"/>
                    <a:pt x="159" y="315"/>
                  </a:cubicBezTo>
                  <a:lnTo>
                    <a:pt x="326" y="410"/>
                  </a:lnTo>
                  <a:cubicBezTo>
                    <a:pt x="353" y="423"/>
                    <a:pt x="379" y="429"/>
                    <a:pt x="404" y="429"/>
                  </a:cubicBezTo>
                  <a:cubicBezTo>
                    <a:pt x="556" y="429"/>
                    <a:pt x="657" y="206"/>
                    <a:pt x="493" y="124"/>
                  </a:cubicBezTo>
                  <a:lnTo>
                    <a:pt x="326" y="29"/>
                  </a:lnTo>
                  <a:cubicBezTo>
                    <a:pt x="294" y="9"/>
                    <a:pt x="263" y="0"/>
                    <a:pt x="2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63"/>
            <p:cNvSpPr/>
            <p:nvPr/>
          </p:nvSpPr>
          <p:spPr>
            <a:xfrm>
              <a:off x="7643468" y="1489800"/>
              <a:ext cx="22571" cy="12272"/>
            </a:xfrm>
            <a:custGeom>
              <a:avLst/>
              <a:gdLst/>
              <a:ahLst/>
              <a:cxnLst/>
              <a:rect l="l" t="t" r="r" b="b"/>
              <a:pathLst>
                <a:path w="572" h="311" extrusionOk="0">
                  <a:moveTo>
                    <a:pt x="214" y="1"/>
                  </a:moveTo>
                  <a:cubicBezTo>
                    <a:pt x="0" y="1"/>
                    <a:pt x="0" y="310"/>
                    <a:pt x="214" y="310"/>
                  </a:cubicBezTo>
                  <a:lnTo>
                    <a:pt x="429" y="310"/>
                  </a:lnTo>
                  <a:cubicBezTo>
                    <a:pt x="500" y="310"/>
                    <a:pt x="572" y="239"/>
                    <a:pt x="572" y="168"/>
                  </a:cubicBezTo>
                  <a:cubicBezTo>
                    <a:pt x="572" y="72"/>
                    <a:pt x="500" y="1"/>
                    <a:pt x="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63"/>
            <p:cNvSpPr/>
            <p:nvPr/>
          </p:nvSpPr>
          <p:spPr>
            <a:xfrm>
              <a:off x="7889659" y="1489800"/>
              <a:ext cx="25412" cy="12272"/>
            </a:xfrm>
            <a:custGeom>
              <a:avLst/>
              <a:gdLst/>
              <a:ahLst/>
              <a:cxnLst/>
              <a:rect l="l" t="t" r="r" b="b"/>
              <a:pathLst>
                <a:path w="644" h="311" extrusionOk="0">
                  <a:moveTo>
                    <a:pt x="215" y="1"/>
                  </a:moveTo>
                  <a:cubicBezTo>
                    <a:pt x="0" y="1"/>
                    <a:pt x="0" y="310"/>
                    <a:pt x="215" y="310"/>
                  </a:cubicBezTo>
                  <a:lnTo>
                    <a:pt x="429" y="310"/>
                  </a:lnTo>
                  <a:cubicBezTo>
                    <a:pt x="643" y="310"/>
                    <a:pt x="643" y="1"/>
                    <a:pt x="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63"/>
            <p:cNvSpPr/>
            <p:nvPr/>
          </p:nvSpPr>
          <p:spPr>
            <a:xfrm>
              <a:off x="7662251" y="1549148"/>
              <a:ext cx="23360" cy="16810"/>
            </a:xfrm>
            <a:custGeom>
              <a:avLst/>
              <a:gdLst/>
              <a:ahLst/>
              <a:cxnLst/>
              <a:rect l="l" t="t" r="r" b="b"/>
              <a:pathLst>
                <a:path w="592" h="426" extrusionOk="0">
                  <a:moveTo>
                    <a:pt x="359" y="0"/>
                  </a:moveTo>
                  <a:cubicBezTo>
                    <a:pt x="336" y="0"/>
                    <a:pt x="311" y="7"/>
                    <a:pt x="286" y="21"/>
                  </a:cubicBezTo>
                  <a:lnTo>
                    <a:pt x="96" y="116"/>
                  </a:lnTo>
                  <a:cubicBezTo>
                    <a:pt x="24" y="164"/>
                    <a:pt x="0" y="259"/>
                    <a:pt x="48" y="354"/>
                  </a:cubicBezTo>
                  <a:cubicBezTo>
                    <a:pt x="72" y="402"/>
                    <a:pt x="119" y="426"/>
                    <a:pt x="191" y="426"/>
                  </a:cubicBezTo>
                  <a:cubicBezTo>
                    <a:pt x="215" y="426"/>
                    <a:pt x="238" y="426"/>
                    <a:pt x="262" y="402"/>
                  </a:cubicBezTo>
                  <a:lnTo>
                    <a:pt x="429" y="307"/>
                  </a:lnTo>
                  <a:cubicBezTo>
                    <a:pt x="591" y="205"/>
                    <a:pt x="494" y="0"/>
                    <a:pt x="3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63"/>
            <p:cNvSpPr/>
            <p:nvPr/>
          </p:nvSpPr>
          <p:spPr>
            <a:xfrm>
              <a:off x="7873677" y="1426033"/>
              <a:ext cx="25215" cy="16849"/>
            </a:xfrm>
            <a:custGeom>
              <a:avLst/>
              <a:gdLst/>
              <a:ahLst/>
              <a:cxnLst/>
              <a:rect l="l" t="t" r="r" b="b"/>
              <a:pathLst>
                <a:path w="639" h="427" extrusionOk="0">
                  <a:moveTo>
                    <a:pt x="393" y="1"/>
                  </a:moveTo>
                  <a:cubicBezTo>
                    <a:pt x="366" y="1"/>
                    <a:pt x="339" y="7"/>
                    <a:pt x="310" y="21"/>
                  </a:cubicBezTo>
                  <a:lnTo>
                    <a:pt x="143" y="117"/>
                  </a:lnTo>
                  <a:cubicBezTo>
                    <a:pt x="1" y="212"/>
                    <a:pt x="72" y="426"/>
                    <a:pt x="239" y="426"/>
                  </a:cubicBezTo>
                  <a:cubicBezTo>
                    <a:pt x="263" y="426"/>
                    <a:pt x="286" y="426"/>
                    <a:pt x="310" y="402"/>
                  </a:cubicBezTo>
                  <a:lnTo>
                    <a:pt x="477" y="307"/>
                  </a:lnTo>
                  <a:cubicBezTo>
                    <a:pt x="639" y="206"/>
                    <a:pt x="542" y="1"/>
                    <a:pt x="3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63"/>
            <p:cNvSpPr/>
            <p:nvPr/>
          </p:nvSpPr>
          <p:spPr>
            <a:xfrm>
              <a:off x="7709248" y="1593146"/>
              <a:ext cx="17875" cy="19809"/>
            </a:xfrm>
            <a:custGeom>
              <a:avLst/>
              <a:gdLst/>
              <a:ahLst/>
              <a:cxnLst/>
              <a:rect l="l" t="t" r="r" b="b"/>
              <a:pathLst>
                <a:path w="453" h="502" extrusionOk="0">
                  <a:moveTo>
                    <a:pt x="276" y="0"/>
                  </a:moveTo>
                  <a:cubicBezTo>
                    <a:pt x="224" y="0"/>
                    <a:pt x="174" y="27"/>
                    <a:pt x="143" y="73"/>
                  </a:cubicBezTo>
                  <a:lnTo>
                    <a:pt x="48" y="240"/>
                  </a:lnTo>
                  <a:cubicBezTo>
                    <a:pt x="0" y="335"/>
                    <a:pt x="24" y="430"/>
                    <a:pt x="95" y="478"/>
                  </a:cubicBezTo>
                  <a:cubicBezTo>
                    <a:pt x="119" y="478"/>
                    <a:pt x="143" y="501"/>
                    <a:pt x="167" y="501"/>
                  </a:cubicBezTo>
                  <a:cubicBezTo>
                    <a:pt x="238" y="478"/>
                    <a:pt x="286" y="454"/>
                    <a:pt x="310" y="406"/>
                  </a:cubicBezTo>
                  <a:lnTo>
                    <a:pt x="429" y="240"/>
                  </a:lnTo>
                  <a:cubicBezTo>
                    <a:pt x="453" y="168"/>
                    <a:pt x="429" y="49"/>
                    <a:pt x="357" y="25"/>
                  </a:cubicBezTo>
                  <a:cubicBezTo>
                    <a:pt x="332" y="8"/>
                    <a:pt x="304" y="0"/>
                    <a:pt x="2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63"/>
            <p:cNvSpPr/>
            <p:nvPr/>
          </p:nvSpPr>
          <p:spPr>
            <a:xfrm>
              <a:off x="7832323" y="1379825"/>
              <a:ext cx="17915" cy="19809"/>
            </a:xfrm>
            <a:custGeom>
              <a:avLst/>
              <a:gdLst/>
              <a:ahLst/>
              <a:cxnLst/>
              <a:rect l="l" t="t" r="r" b="b"/>
              <a:pathLst>
                <a:path w="454" h="502" extrusionOk="0">
                  <a:moveTo>
                    <a:pt x="276" y="1"/>
                  </a:moveTo>
                  <a:cubicBezTo>
                    <a:pt x="225" y="1"/>
                    <a:pt x="174" y="27"/>
                    <a:pt x="144" y="73"/>
                  </a:cubicBezTo>
                  <a:lnTo>
                    <a:pt x="48" y="240"/>
                  </a:lnTo>
                  <a:cubicBezTo>
                    <a:pt x="1" y="335"/>
                    <a:pt x="25" y="430"/>
                    <a:pt x="96" y="478"/>
                  </a:cubicBezTo>
                  <a:cubicBezTo>
                    <a:pt x="120" y="478"/>
                    <a:pt x="144" y="502"/>
                    <a:pt x="167" y="502"/>
                  </a:cubicBezTo>
                  <a:cubicBezTo>
                    <a:pt x="239" y="502"/>
                    <a:pt x="286" y="454"/>
                    <a:pt x="310" y="406"/>
                  </a:cubicBezTo>
                  <a:lnTo>
                    <a:pt x="429" y="240"/>
                  </a:lnTo>
                  <a:cubicBezTo>
                    <a:pt x="453" y="168"/>
                    <a:pt x="429" y="49"/>
                    <a:pt x="358" y="25"/>
                  </a:cubicBezTo>
                  <a:cubicBezTo>
                    <a:pt x="333" y="8"/>
                    <a:pt x="304" y="1"/>
                    <a:pt x="2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63"/>
            <p:cNvSpPr/>
            <p:nvPr/>
          </p:nvSpPr>
          <p:spPr>
            <a:xfrm>
              <a:off x="7762795" y="1437871"/>
              <a:ext cx="77855" cy="77342"/>
            </a:xfrm>
            <a:custGeom>
              <a:avLst/>
              <a:gdLst/>
              <a:ahLst/>
              <a:cxnLst/>
              <a:rect l="l" t="t" r="r" b="b"/>
              <a:pathLst>
                <a:path w="1973" h="1960" extrusionOk="0">
                  <a:moveTo>
                    <a:pt x="1908" y="1"/>
                  </a:moveTo>
                  <a:cubicBezTo>
                    <a:pt x="1899" y="1"/>
                    <a:pt x="1891" y="3"/>
                    <a:pt x="1882" y="7"/>
                  </a:cubicBezTo>
                  <a:lnTo>
                    <a:pt x="0" y="1102"/>
                  </a:lnTo>
                  <a:lnTo>
                    <a:pt x="834" y="1960"/>
                  </a:lnTo>
                  <a:lnTo>
                    <a:pt x="1953" y="78"/>
                  </a:lnTo>
                  <a:cubicBezTo>
                    <a:pt x="1973" y="40"/>
                    <a:pt x="1944" y="1"/>
                    <a:pt x="19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63"/>
            <p:cNvSpPr/>
            <p:nvPr/>
          </p:nvSpPr>
          <p:spPr>
            <a:xfrm>
              <a:off x="7718639" y="1481356"/>
              <a:ext cx="77065" cy="77342"/>
            </a:xfrm>
            <a:custGeom>
              <a:avLst/>
              <a:gdLst/>
              <a:ahLst/>
              <a:cxnLst/>
              <a:rect l="l" t="t" r="r" b="b"/>
              <a:pathLst>
                <a:path w="1953" h="1960" extrusionOk="0">
                  <a:moveTo>
                    <a:pt x="1119" y="0"/>
                  </a:moveTo>
                  <a:lnTo>
                    <a:pt x="0" y="1882"/>
                  </a:lnTo>
                  <a:cubicBezTo>
                    <a:pt x="0" y="1921"/>
                    <a:pt x="16" y="1960"/>
                    <a:pt x="48" y="1960"/>
                  </a:cubicBezTo>
                  <a:cubicBezTo>
                    <a:pt x="55" y="1960"/>
                    <a:pt x="63" y="1958"/>
                    <a:pt x="72" y="1953"/>
                  </a:cubicBezTo>
                  <a:lnTo>
                    <a:pt x="1953" y="858"/>
                  </a:lnTo>
                  <a:lnTo>
                    <a:pt x="11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5" name="Google Shape;2425;p63"/>
          <p:cNvSpPr txBox="1"/>
          <p:nvPr/>
        </p:nvSpPr>
        <p:spPr>
          <a:xfrm>
            <a:off x="4722666" y="3102475"/>
            <a:ext cx="1544100" cy="1305300"/>
          </a:xfrm>
          <a:prstGeom prst="rect">
            <a:avLst/>
          </a:prstGeom>
          <a:solidFill>
            <a:schemeClr val="accent4"/>
          </a:solidFill>
          <a:ln>
            <a:noFill/>
          </a:ln>
        </p:spPr>
        <p:txBody>
          <a:bodyPr spcFirstLastPara="1" wrap="square" lIns="91425" tIns="274300" rIns="91425" bIns="0" anchor="t" anchorCtr="0">
            <a:noAutofit/>
          </a:bodyPr>
          <a:lstStyle/>
          <a:p>
            <a:pPr marL="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Try to describe what this element is for</a:t>
            </a:r>
            <a:endParaRPr>
              <a:latin typeface="Epilogue"/>
              <a:ea typeface="Epilogue"/>
              <a:cs typeface="Epilogue"/>
              <a:sym typeface="Epilogue"/>
            </a:endParaRPr>
          </a:p>
        </p:txBody>
      </p:sp>
      <p:sp>
        <p:nvSpPr>
          <p:cNvPr id="2426" name="Google Shape;2426;p63"/>
          <p:cNvSpPr txBox="1"/>
          <p:nvPr/>
        </p:nvSpPr>
        <p:spPr>
          <a:xfrm flipH="1">
            <a:off x="6568097" y="2543262"/>
            <a:ext cx="1544100" cy="481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100">
                <a:solidFill>
                  <a:schemeClr val="dk1"/>
                </a:solidFill>
                <a:latin typeface="Montserrat ExtraBold"/>
                <a:ea typeface="Montserrat ExtraBold"/>
                <a:cs typeface="Montserrat ExtraBold"/>
                <a:sym typeface="Montserrat ExtraBold"/>
              </a:rPr>
              <a:t>?</a:t>
            </a:r>
            <a:endParaRPr sz="2100">
              <a:solidFill>
                <a:schemeClr val="dk1"/>
              </a:solidFill>
              <a:latin typeface="Montserrat ExtraBold"/>
              <a:ea typeface="Montserrat ExtraBold"/>
              <a:cs typeface="Montserrat ExtraBold"/>
              <a:sym typeface="Montserrat ExtraBold"/>
            </a:endParaRPr>
          </a:p>
        </p:txBody>
      </p:sp>
      <p:sp>
        <p:nvSpPr>
          <p:cNvPr id="2427" name="Google Shape;2427;p63"/>
          <p:cNvSpPr/>
          <p:nvPr/>
        </p:nvSpPr>
        <p:spPr>
          <a:xfrm>
            <a:off x="6771939" y="1646487"/>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8" name="Google Shape;2428;p63"/>
          <p:cNvGrpSpPr/>
          <p:nvPr/>
        </p:nvGrpSpPr>
        <p:grpSpPr>
          <a:xfrm>
            <a:off x="7085774" y="1823884"/>
            <a:ext cx="508746" cy="413397"/>
            <a:chOff x="2049618" y="1271784"/>
            <a:chExt cx="462077" cy="436072"/>
          </a:xfrm>
        </p:grpSpPr>
        <p:sp>
          <p:nvSpPr>
            <p:cNvPr id="2429" name="Google Shape;2429;p63"/>
            <p:cNvSpPr/>
            <p:nvPr/>
          </p:nvSpPr>
          <p:spPr>
            <a:xfrm>
              <a:off x="2251338" y="1626845"/>
              <a:ext cx="18822" cy="55639"/>
            </a:xfrm>
            <a:custGeom>
              <a:avLst/>
              <a:gdLst/>
              <a:ahLst/>
              <a:cxnLst/>
              <a:rect l="l" t="t" r="r" b="b"/>
              <a:pathLst>
                <a:path w="477" h="1410" extrusionOk="0">
                  <a:moveTo>
                    <a:pt x="195" y="0"/>
                  </a:moveTo>
                  <a:cubicBezTo>
                    <a:pt x="186" y="0"/>
                    <a:pt x="177" y="2"/>
                    <a:pt x="167" y="5"/>
                  </a:cubicBezTo>
                  <a:cubicBezTo>
                    <a:pt x="72" y="5"/>
                    <a:pt x="0" y="76"/>
                    <a:pt x="24" y="171"/>
                  </a:cubicBezTo>
                  <a:lnTo>
                    <a:pt x="143" y="1267"/>
                  </a:lnTo>
                  <a:cubicBezTo>
                    <a:pt x="143" y="1338"/>
                    <a:pt x="215" y="1410"/>
                    <a:pt x="310" y="1410"/>
                  </a:cubicBezTo>
                  <a:lnTo>
                    <a:pt x="334" y="1410"/>
                  </a:lnTo>
                  <a:cubicBezTo>
                    <a:pt x="405" y="1386"/>
                    <a:pt x="477" y="1314"/>
                    <a:pt x="477" y="1219"/>
                  </a:cubicBezTo>
                  <a:lnTo>
                    <a:pt x="334" y="148"/>
                  </a:lnTo>
                  <a:cubicBezTo>
                    <a:pt x="313" y="65"/>
                    <a:pt x="257" y="0"/>
                    <a:pt x="1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63"/>
            <p:cNvSpPr/>
            <p:nvPr/>
          </p:nvSpPr>
          <p:spPr>
            <a:xfrm>
              <a:off x="2293639" y="1627003"/>
              <a:ext cx="18822" cy="55481"/>
            </a:xfrm>
            <a:custGeom>
              <a:avLst/>
              <a:gdLst/>
              <a:ahLst/>
              <a:cxnLst/>
              <a:rect l="l" t="t" r="r" b="b"/>
              <a:pathLst>
                <a:path w="477" h="1406" extrusionOk="0">
                  <a:moveTo>
                    <a:pt x="310" y="1"/>
                  </a:moveTo>
                  <a:cubicBezTo>
                    <a:pt x="238" y="1"/>
                    <a:pt x="143" y="48"/>
                    <a:pt x="143" y="144"/>
                  </a:cubicBezTo>
                  <a:lnTo>
                    <a:pt x="0" y="1239"/>
                  </a:lnTo>
                  <a:cubicBezTo>
                    <a:pt x="0" y="1310"/>
                    <a:pt x="72" y="1406"/>
                    <a:pt x="143" y="1406"/>
                  </a:cubicBezTo>
                  <a:lnTo>
                    <a:pt x="167" y="1406"/>
                  </a:lnTo>
                  <a:cubicBezTo>
                    <a:pt x="262" y="1406"/>
                    <a:pt x="310" y="1334"/>
                    <a:pt x="334" y="1263"/>
                  </a:cubicBezTo>
                  <a:lnTo>
                    <a:pt x="453" y="167"/>
                  </a:lnTo>
                  <a:cubicBezTo>
                    <a:pt x="476" y="96"/>
                    <a:pt x="405" y="1"/>
                    <a:pt x="3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63"/>
            <p:cNvSpPr/>
            <p:nvPr/>
          </p:nvSpPr>
          <p:spPr>
            <a:xfrm>
              <a:off x="2049618" y="1440949"/>
              <a:ext cx="223067" cy="123155"/>
            </a:xfrm>
            <a:custGeom>
              <a:avLst/>
              <a:gdLst/>
              <a:ahLst/>
              <a:cxnLst/>
              <a:rect l="l" t="t" r="r" b="b"/>
              <a:pathLst>
                <a:path w="5653" h="3121" extrusionOk="0">
                  <a:moveTo>
                    <a:pt x="2826" y="0"/>
                  </a:moveTo>
                  <a:cubicBezTo>
                    <a:pt x="1826" y="0"/>
                    <a:pt x="1612" y="763"/>
                    <a:pt x="1612" y="1239"/>
                  </a:cubicBezTo>
                  <a:cubicBezTo>
                    <a:pt x="1612" y="1239"/>
                    <a:pt x="1588" y="1263"/>
                    <a:pt x="1564" y="1263"/>
                  </a:cubicBezTo>
                  <a:cubicBezTo>
                    <a:pt x="1469" y="1215"/>
                    <a:pt x="1374" y="1215"/>
                    <a:pt x="1255" y="1215"/>
                  </a:cubicBezTo>
                  <a:cubicBezTo>
                    <a:pt x="0" y="1262"/>
                    <a:pt x="63" y="3120"/>
                    <a:pt x="1302" y="3120"/>
                  </a:cubicBezTo>
                  <a:cubicBezTo>
                    <a:pt x="1310" y="3120"/>
                    <a:pt x="1318" y="3120"/>
                    <a:pt x="1326" y="3120"/>
                  </a:cubicBezTo>
                  <a:lnTo>
                    <a:pt x="4350" y="3120"/>
                  </a:lnTo>
                  <a:cubicBezTo>
                    <a:pt x="4358" y="3120"/>
                    <a:pt x="4366" y="3120"/>
                    <a:pt x="4374" y="3120"/>
                  </a:cubicBezTo>
                  <a:cubicBezTo>
                    <a:pt x="5613" y="3120"/>
                    <a:pt x="5652" y="1262"/>
                    <a:pt x="4398" y="1215"/>
                  </a:cubicBezTo>
                  <a:cubicBezTo>
                    <a:pt x="4303" y="1215"/>
                    <a:pt x="4184" y="1215"/>
                    <a:pt x="4088" y="1263"/>
                  </a:cubicBezTo>
                  <a:cubicBezTo>
                    <a:pt x="4065" y="1263"/>
                    <a:pt x="4065" y="1239"/>
                    <a:pt x="4065" y="1239"/>
                  </a:cubicBezTo>
                  <a:cubicBezTo>
                    <a:pt x="4065" y="763"/>
                    <a:pt x="3827" y="0"/>
                    <a:pt x="2826"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63"/>
            <p:cNvSpPr/>
            <p:nvPr/>
          </p:nvSpPr>
          <p:spPr>
            <a:xfrm>
              <a:off x="2049618" y="1440949"/>
              <a:ext cx="223067" cy="123155"/>
            </a:xfrm>
            <a:custGeom>
              <a:avLst/>
              <a:gdLst/>
              <a:ahLst/>
              <a:cxnLst/>
              <a:rect l="l" t="t" r="r" b="b"/>
              <a:pathLst>
                <a:path w="5653" h="3121" extrusionOk="0">
                  <a:moveTo>
                    <a:pt x="2826" y="0"/>
                  </a:moveTo>
                  <a:cubicBezTo>
                    <a:pt x="1826" y="0"/>
                    <a:pt x="1612" y="763"/>
                    <a:pt x="1612" y="1239"/>
                  </a:cubicBezTo>
                  <a:cubicBezTo>
                    <a:pt x="1612" y="1239"/>
                    <a:pt x="1588" y="1263"/>
                    <a:pt x="1564" y="1263"/>
                  </a:cubicBezTo>
                  <a:cubicBezTo>
                    <a:pt x="1469" y="1215"/>
                    <a:pt x="1374" y="1215"/>
                    <a:pt x="1255" y="1215"/>
                  </a:cubicBezTo>
                  <a:cubicBezTo>
                    <a:pt x="0" y="1262"/>
                    <a:pt x="63" y="3120"/>
                    <a:pt x="1302" y="3120"/>
                  </a:cubicBezTo>
                  <a:cubicBezTo>
                    <a:pt x="1310" y="3120"/>
                    <a:pt x="1318" y="3120"/>
                    <a:pt x="1326" y="3120"/>
                  </a:cubicBezTo>
                  <a:lnTo>
                    <a:pt x="4350" y="3120"/>
                  </a:lnTo>
                  <a:cubicBezTo>
                    <a:pt x="4358" y="3120"/>
                    <a:pt x="4366" y="3120"/>
                    <a:pt x="4374" y="3120"/>
                  </a:cubicBezTo>
                  <a:cubicBezTo>
                    <a:pt x="5613" y="3120"/>
                    <a:pt x="5652" y="1262"/>
                    <a:pt x="4398" y="1215"/>
                  </a:cubicBezTo>
                  <a:cubicBezTo>
                    <a:pt x="4303" y="1215"/>
                    <a:pt x="4184" y="1215"/>
                    <a:pt x="4088" y="1263"/>
                  </a:cubicBezTo>
                  <a:cubicBezTo>
                    <a:pt x="4065" y="1263"/>
                    <a:pt x="4065" y="1239"/>
                    <a:pt x="4065" y="1239"/>
                  </a:cubicBezTo>
                  <a:cubicBezTo>
                    <a:pt x="4065" y="763"/>
                    <a:pt x="3827" y="0"/>
                    <a:pt x="2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63"/>
            <p:cNvSpPr/>
            <p:nvPr/>
          </p:nvSpPr>
          <p:spPr>
            <a:xfrm>
              <a:off x="2292692" y="1298104"/>
              <a:ext cx="219003" cy="122208"/>
            </a:xfrm>
            <a:custGeom>
              <a:avLst/>
              <a:gdLst/>
              <a:ahLst/>
              <a:cxnLst/>
              <a:rect l="l" t="t" r="r" b="b"/>
              <a:pathLst>
                <a:path w="5550" h="3097" extrusionOk="0">
                  <a:moveTo>
                    <a:pt x="2787" y="1"/>
                  </a:moveTo>
                  <a:cubicBezTo>
                    <a:pt x="1786" y="1"/>
                    <a:pt x="1572" y="763"/>
                    <a:pt x="1548" y="1215"/>
                  </a:cubicBezTo>
                  <a:cubicBezTo>
                    <a:pt x="1548" y="1239"/>
                    <a:pt x="1548" y="1263"/>
                    <a:pt x="1524" y="1263"/>
                  </a:cubicBezTo>
                  <a:cubicBezTo>
                    <a:pt x="1405" y="1215"/>
                    <a:pt x="1310" y="1215"/>
                    <a:pt x="1215" y="1215"/>
                  </a:cubicBezTo>
                  <a:cubicBezTo>
                    <a:pt x="0" y="1310"/>
                    <a:pt x="72" y="3073"/>
                    <a:pt x="1263" y="3097"/>
                  </a:cubicBezTo>
                  <a:lnTo>
                    <a:pt x="4287" y="3097"/>
                  </a:lnTo>
                  <a:cubicBezTo>
                    <a:pt x="5501" y="3073"/>
                    <a:pt x="5549" y="1310"/>
                    <a:pt x="4358" y="1215"/>
                  </a:cubicBezTo>
                  <a:cubicBezTo>
                    <a:pt x="4239" y="1215"/>
                    <a:pt x="4144" y="1215"/>
                    <a:pt x="4049" y="1263"/>
                  </a:cubicBezTo>
                  <a:cubicBezTo>
                    <a:pt x="4025" y="1263"/>
                    <a:pt x="4001" y="1239"/>
                    <a:pt x="4001" y="1215"/>
                  </a:cubicBezTo>
                  <a:cubicBezTo>
                    <a:pt x="4001" y="763"/>
                    <a:pt x="3787" y="1"/>
                    <a:pt x="27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63"/>
            <p:cNvSpPr/>
            <p:nvPr/>
          </p:nvSpPr>
          <p:spPr>
            <a:xfrm>
              <a:off x="2388540" y="1297709"/>
              <a:ext cx="111869" cy="122602"/>
            </a:xfrm>
            <a:custGeom>
              <a:avLst/>
              <a:gdLst/>
              <a:ahLst/>
              <a:cxnLst/>
              <a:rect l="l" t="t" r="r" b="b"/>
              <a:pathLst>
                <a:path w="2835" h="3107" extrusionOk="0">
                  <a:moveTo>
                    <a:pt x="245" y="1"/>
                  </a:moveTo>
                  <a:cubicBezTo>
                    <a:pt x="169" y="1"/>
                    <a:pt x="85" y="18"/>
                    <a:pt x="0" y="34"/>
                  </a:cubicBezTo>
                  <a:cubicBezTo>
                    <a:pt x="572" y="154"/>
                    <a:pt x="929" y="654"/>
                    <a:pt x="905" y="1225"/>
                  </a:cubicBezTo>
                  <a:cubicBezTo>
                    <a:pt x="905" y="1249"/>
                    <a:pt x="929" y="1249"/>
                    <a:pt x="953" y="1249"/>
                  </a:cubicBezTo>
                  <a:cubicBezTo>
                    <a:pt x="1020" y="1232"/>
                    <a:pt x="1088" y="1215"/>
                    <a:pt x="1163" y="1215"/>
                  </a:cubicBezTo>
                  <a:cubicBezTo>
                    <a:pt x="1195" y="1215"/>
                    <a:pt x="1228" y="1218"/>
                    <a:pt x="1263" y="1225"/>
                  </a:cubicBezTo>
                  <a:cubicBezTo>
                    <a:pt x="2453" y="1320"/>
                    <a:pt x="2406" y="3083"/>
                    <a:pt x="1191" y="3107"/>
                  </a:cubicBezTo>
                  <a:lnTo>
                    <a:pt x="1858" y="3107"/>
                  </a:lnTo>
                  <a:cubicBezTo>
                    <a:pt x="2406" y="3107"/>
                    <a:pt x="2834" y="2654"/>
                    <a:pt x="2811" y="2106"/>
                  </a:cubicBezTo>
                  <a:cubicBezTo>
                    <a:pt x="2787" y="1630"/>
                    <a:pt x="2406" y="1249"/>
                    <a:pt x="1929" y="1225"/>
                  </a:cubicBezTo>
                  <a:cubicBezTo>
                    <a:pt x="1810" y="1225"/>
                    <a:pt x="1715" y="1225"/>
                    <a:pt x="1596" y="1249"/>
                  </a:cubicBezTo>
                  <a:cubicBezTo>
                    <a:pt x="1596" y="1256"/>
                    <a:pt x="1594" y="1259"/>
                    <a:pt x="1591" y="1259"/>
                  </a:cubicBezTo>
                  <a:cubicBezTo>
                    <a:pt x="1584" y="1259"/>
                    <a:pt x="1572" y="1242"/>
                    <a:pt x="1572" y="1225"/>
                  </a:cubicBezTo>
                  <a:cubicBezTo>
                    <a:pt x="1572" y="749"/>
                    <a:pt x="1334" y="11"/>
                    <a:pt x="334" y="11"/>
                  </a:cubicBezTo>
                  <a:cubicBezTo>
                    <a:pt x="306" y="4"/>
                    <a:pt x="276" y="1"/>
                    <a:pt x="245"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63"/>
            <p:cNvSpPr/>
            <p:nvPr/>
          </p:nvSpPr>
          <p:spPr>
            <a:xfrm>
              <a:off x="2167722" y="1271784"/>
              <a:ext cx="228355" cy="335528"/>
            </a:xfrm>
            <a:custGeom>
              <a:avLst/>
              <a:gdLst/>
              <a:ahLst/>
              <a:cxnLst/>
              <a:rect l="l" t="t" r="r" b="b"/>
              <a:pathLst>
                <a:path w="5787" h="8503" extrusionOk="0">
                  <a:moveTo>
                    <a:pt x="2893" y="1"/>
                  </a:moveTo>
                  <a:cubicBezTo>
                    <a:pt x="1703" y="1"/>
                    <a:pt x="512" y="668"/>
                    <a:pt x="0" y="2001"/>
                  </a:cubicBezTo>
                  <a:lnTo>
                    <a:pt x="238" y="5192"/>
                  </a:lnTo>
                  <a:cubicBezTo>
                    <a:pt x="738" y="6335"/>
                    <a:pt x="1334" y="7431"/>
                    <a:pt x="2000" y="8503"/>
                  </a:cubicBezTo>
                  <a:lnTo>
                    <a:pt x="3787" y="8503"/>
                  </a:lnTo>
                  <a:cubicBezTo>
                    <a:pt x="4453" y="7431"/>
                    <a:pt x="5049" y="6312"/>
                    <a:pt x="5549" y="5145"/>
                  </a:cubicBezTo>
                  <a:lnTo>
                    <a:pt x="5787" y="2001"/>
                  </a:lnTo>
                  <a:cubicBezTo>
                    <a:pt x="5275" y="668"/>
                    <a:pt x="4084" y="1"/>
                    <a:pt x="28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63"/>
            <p:cNvSpPr/>
            <p:nvPr/>
          </p:nvSpPr>
          <p:spPr>
            <a:xfrm>
              <a:off x="2269174" y="1271784"/>
              <a:ext cx="126903" cy="334581"/>
            </a:xfrm>
            <a:custGeom>
              <a:avLst/>
              <a:gdLst/>
              <a:ahLst/>
              <a:cxnLst/>
              <a:rect l="l" t="t" r="r" b="b"/>
              <a:pathLst>
                <a:path w="3216" h="8479" extrusionOk="0">
                  <a:moveTo>
                    <a:pt x="391" y="0"/>
                  </a:moveTo>
                  <a:cubicBezTo>
                    <a:pt x="372" y="0"/>
                    <a:pt x="353" y="1"/>
                    <a:pt x="334" y="1"/>
                  </a:cubicBezTo>
                  <a:cubicBezTo>
                    <a:pt x="215" y="1"/>
                    <a:pt x="96" y="1"/>
                    <a:pt x="1" y="25"/>
                  </a:cubicBezTo>
                  <a:cubicBezTo>
                    <a:pt x="1549" y="168"/>
                    <a:pt x="2763" y="1358"/>
                    <a:pt x="2763" y="3335"/>
                  </a:cubicBezTo>
                  <a:cubicBezTo>
                    <a:pt x="2763" y="5073"/>
                    <a:pt x="549" y="8479"/>
                    <a:pt x="549" y="8479"/>
                  </a:cubicBezTo>
                  <a:lnTo>
                    <a:pt x="1216" y="8479"/>
                  </a:lnTo>
                  <a:cubicBezTo>
                    <a:pt x="1882" y="7431"/>
                    <a:pt x="2478" y="6312"/>
                    <a:pt x="2978" y="5169"/>
                  </a:cubicBezTo>
                  <a:lnTo>
                    <a:pt x="3216" y="2001"/>
                  </a:lnTo>
                  <a:cubicBezTo>
                    <a:pt x="2794" y="781"/>
                    <a:pt x="1655" y="0"/>
                    <a:pt x="391"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63"/>
            <p:cNvSpPr/>
            <p:nvPr/>
          </p:nvSpPr>
          <p:spPr>
            <a:xfrm>
              <a:off x="2159238" y="1350743"/>
              <a:ext cx="245323" cy="124062"/>
            </a:xfrm>
            <a:custGeom>
              <a:avLst/>
              <a:gdLst/>
              <a:ahLst/>
              <a:cxnLst/>
              <a:rect l="l" t="t" r="r" b="b"/>
              <a:pathLst>
                <a:path w="6217" h="3144" extrusionOk="0">
                  <a:moveTo>
                    <a:pt x="215" y="0"/>
                  </a:moveTo>
                  <a:cubicBezTo>
                    <a:pt x="72" y="429"/>
                    <a:pt x="1" y="881"/>
                    <a:pt x="1" y="1334"/>
                  </a:cubicBezTo>
                  <a:cubicBezTo>
                    <a:pt x="48" y="1977"/>
                    <a:pt x="191" y="2572"/>
                    <a:pt x="453" y="3144"/>
                  </a:cubicBezTo>
                  <a:lnTo>
                    <a:pt x="5764" y="3144"/>
                  </a:lnTo>
                  <a:cubicBezTo>
                    <a:pt x="6026" y="2572"/>
                    <a:pt x="6169" y="1977"/>
                    <a:pt x="6216" y="1334"/>
                  </a:cubicBezTo>
                  <a:cubicBezTo>
                    <a:pt x="6216" y="881"/>
                    <a:pt x="6145" y="429"/>
                    <a:pt x="60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63"/>
            <p:cNvSpPr/>
            <p:nvPr/>
          </p:nvSpPr>
          <p:spPr>
            <a:xfrm>
              <a:off x="2360326" y="1350743"/>
              <a:ext cx="44235" cy="124062"/>
            </a:xfrm>
            <a:custGeom>
              <a:avLst/>
              <a:gdLst/>
              <a:ahLst/>
              <a:cxnLst/>
              <a:rect l="l" t="t" r="r" b="b"/>
              <a:pathLst>
                <a:path w="1121" h="3144" extrusionOk="0">
                  <a:moveTo>
                    <a:pt x="239" y="0"/>
                  </a:moveTo>
                  <a:cubicBezTo>
                    <a:pt x="382" y="429"/>
                    <a:pt x="453" y="881"/>
                    <a:pt x="453" y="1334"/>
                  </a:cubicBezTo>
                  <a:cubicBezTo>
                    <a:pt x="406" y="1977"/>
                    <a:pt x="263" y="2572"/>
                    <a:pt x="1" y="3144"/>
                  </a:cubicBezTo>
                  <a:lnTo>
                    <a:pt x="668" y="3144"/>
                  </a:lnTo>
                  <a:cubicBezTo>
                    <a:pt x="930" y="2572"/>
                    <a:pt x="1073" y="1977"/>
                    <a:pt x="1120" y="1334"/>
                  </a:cubicBezTo>
                  <a:cubicBezTo>
                    <a:pt x="1120" y="881"/>
                    <a:pt x="1049" y="429"/>
                    <a:pt x="906"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63"/>
            <p:cNvSpPr/>
            <p:nvPr/>
          </p:nvSpPr>
          <p:spPr>
            <a:xfrm>
              <a:off x="2255086" y="1675894"/>
              <a:ext cx="52679" cy="31963"/>
            </a:xfrm>
            <a:custGeom>
              <a:avLst/>
              <a:gdLst/>
              <a:ahLst/>
              <a:cxnLst/>
              <a:rect l="l" t="t" r="r" b="b"/>
              <a:pathLst>
                <a:path w="1335" h="810" extrusionOk="0">
                  <a:moveTo>
                    <a:pt x="48" y="0"/>
                  </a:moveTo>
                  <a:cubicBezTo>
                    <a:pt x="25" y="0"/>
                    <a:pt x="1" y="24"/>
                    <a:pt x="25" y="48"/>
                  </a:cubicBezTo>
                  <a:lnTo>
                    <a:pt x="25" y="500"/>
                  </a:lnTo>
                  <a:cubicBezTo>
                    <a:pt x="25" y="667"/>
                    <a:pt x="144" y="810"/>
                    <a:pt x="310" y="810"/>
                  </a:cubicBezTo>
                  <a:lnTo>
                    <a:pt x="1049" y="810"/>
                  </a:lnTo>
                  <a:cubicBezTo>
                    <a:pt x="1215" y="810"/>
                    <a:pt x="1334" y="667"/>
                    <a:pt x="1334" y="500"/>
                  </a:cubicBezTo>
                  <a:lnTo>
                    <a:pt x="1334" y="48"/>
                  </a:lnTo>
                  <a:cubicBezTo>
                    <a:pt x="1334" y="24"/>
                    <a:pt x="1334" y="0"/>
                    <a:pt x="13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63"/>
            <p:cNvSpPr/>
            <p:nvPr/>
          </p:nvSpPr>
          <p:spPr>
            <a:xfrm>
              <a:off x="2270121" y="1675894"/>
              <a:ext cx="38592" cy="31963"/>
            </a:xfrm>
            <a:custGeom>
              <a:avLst/>
              <a:gdLst/>
              <a:ahLst/>
              <a:cxnLst/>
              <a:rect l="l" t="t" r="r" b="b"/>
              <a:pathLst>
                <a:path w="978" h="810" extrusionOk="0">
                  <a:moveTo>
                    <a:pt x="310" y="0"/>
                  </a:moveTo>
                  <a:lnTo>
                    <a:pt x="310" y="500"/>
                  </a:lnTo>
                  <a:cubicBezTo>
                    <a:pt x="310" y="667"/>
                    <a:pt x="167" y="810"/>
                    <a:pt x="1" y="810"/>
                  </a:cubicBezTo>
                  <a:lnTo>
                    <a:pt x="668" y="810"/>
                  </a:lnTo>
                  <a:cubicBezTo>
                    <a:pt x="834" y="810"/>
                    <a:pt x="977" y="667"/>
                    <a:pt x="977" y="500"/>
                  </a:cubicBezTo>
                  <a:lnTo>
                    <a:pt x="977" y="48"/>
                  </a:lnTo>
                  <a:cubicBezTo>
                    <a:pt x="977" y="24"/>
                    <a:pt x="953" y="0"/>
                    <a:pt x="930"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63"/>
            <p:cNvSpPr/>
            <p:nvPr/>
          </p:nvSpPr>
          <p:spPr>
            <a:xfrm>
              <a:off x="2233502" y="1607273"/>
              <a:ext cx="96795" cy="26359"/>
            </a:xfrm>
            <a:custGeom>
              <a:avLst/>
              <a:gdLst/>
              <a:ahLst/>
              <a:cxnLst/>
              <a:rect l="l" t="t" r="r" b="b"/>
              <a:pathLst>
                <a:path w="2453" h="668" extrusionOk="0">
                  <a:moveTo>
                    <a:pt x="333" y="1"/>
                  </a:moveTo>
                  <a:cubicBezTo>
                    <a:pt x="143" y="1"/>
                    <a:pt x="0" y="143"/>
                    <a:pt x="0" y="334"/>
                  </a:cubicBezTo>
                  <a:cubicBezTo>
                    <a:pt x="0" y="501"/>
                    <a:pt x="143" y="667"/>
                    <a:pt x="333" y="667"/>
                  </a:cubicBezTo>
                  <a:lnTo>
                    <a:pt x="2120" y="667"/>
                  </a:lnTo>
                  <a:cubicBezTo>
                    <a:pt x="2310" y="667"/>
                    <a:pt x="2453" y="501"/>
                    <a:pt x="2453" y="334"/>
                  </a:cubicBezTo>
                  <a:cubicBezTo>
                    <a:pt x="2453" y="143"/>
                    <a:pt x="2310" y="1"/>
                    <a:pt x="21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63"/>
            <p:cNvSpPr/>
            <p:nvPr/>
          </p:nvSpPr>
          <p:spPr>
            <a:xfrm>
              <a:off x="2290798" y="1607273"/>
              <a:ext cx="39499" cy="25412"/>
            </a:xfrm>
            <a:custGeom>
              <a:avLst/>
              <a:gdLst/>
              <a:ahLst/>
              <a:cxnLst/>
              <a:rect l="l" t="t" r="r" b="b"/>
              <a:pathLst>
                <a:path w="1001" h="644" extrusionOk="0">
                  <a:moveTo>
                    <a:pt x="1" y="1"/>
                  </a:moveTo>
                  <a:cubicBezTo>
                    <a:pt x="191" y="1"/>
                    <a:pt x="334" y="143"/>
                    <a:pt x="334" y="334"/>
                  </a:cubicBezTo>
                  <a:cubicBezTo>
                    <a:pt x="334" y="501"/>
                    <a:pt x="191" y="644"/>
                    <a:pt x="1" y="644"/>
                  </a:cubicBezTo>
                  <a:lnTo>
                    <a:pt x="668" y="644"/>
                  </a:lnTo>
                  <a:cubicBezTo>
                    <a:pt x="858" y="644"/>
                    <a:pt x="1001" y="501"/>
                    <a:pt x="1001" y="334"/>
                  </a:cubicBezTo>
                  <a:cubicBezTo>
                    <a:pt x="1001" y="143"/>
                    <a:pt x="858" y="1"/>
                    <a:pt x="668"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63"/>
            <p:cNvSpPr/>
            <p:nvPr/>
          </p:nvSpPr>
          <p:spPr>
            <a:xfrm>
              <a:off x="2226912" y="1271784"/>
              <a:ext cx="109975" cy="335528"/>
            </a:xfrm>
            <a:custGeom>
              <a:avLst/>
              <a:gdLst/>
              <a:ahLst/>
              <a:cxnLst/>
              <a:rect l="l" t="t" r="r" b="b"/>
              <a:pathLst>
                <a:path w="2787" h="8503" extrusionOk="0">
                  <a:moveTo>
                    <a:pt x="1382" y="1"/>
                  </a:moveTo>
                  <a:cubicBezTo>
                    <a:pt x="619" y="1"/>
                    <a:pt x="0" y="1239"/>
                    <a:pt x="0" y="3335"/>
                  </a:cubicBezTo>
                  <a:cubicBezTo>
                    <a:pt x="0" y="5073"/>
                    <a:pt x="1001" y="8503"/>
                    <a:pt x="1001" y="8503"/>
                  </a:cubicBezTo>
                  <a:lnTo>
                    <a:pt x="1786" y="8503"/>
                  </a:lnTo>
                  <a:cubicBezTo>
                    <a:pt x="1786" y="8503"/>
                    <a:pt x="2787" y="5073"/>
                    <a:pt x="2787" y="3335"/>
                  </a:cubicBezTo>
                  <a:cubicBezTo>
                    <a:pt x="2787" y="1239"/>
                    <a:pt x="2144" y="1"/>
                    <a:pt x="13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63"/>
            <p:cNvSpPr/>
            <p:nvPr/>
          </p:nvSpPr>
          <p:spPr>
            <a:xfrm>
              <a:off x="2269174" y="1271784"/>
              <a:ext cx="67713" cy="335528"/>
            </a:xfrm>
            <a:custGeom>
              <a:avLst/>
              <a:gdLst/>
              <a:ahLst/>
              <a:cxnLst/>
              <a:rect l="l" t="t" r="r" b="b"/>
              <a:pathLst>
                <a:path w="1716" h="8503" extrusionOk="0">
                  <a:moveTo>
                    <a:pt x="334" y="1"/>
                  </a:moveTo>
                  <a:cubicBezTo>
                    <a:pt x="215" y="1"/>
                    <a:pt x="96" y="49"/>
                    <a:pt x="1" y="96"/>
                  </a:cubicBezTo>
                  <a:cubicBezTo>
                    <a:pt x="596" y="382"/>
                    <a:pt x="1049" y="1549"/>
                    <a:pt x="1049" y="3335"/>
                  </a:cubicBezTo>
                  <a:cubicBezTo>
                    <a:pt x="1049" y="5073"/>
                    <a:pt x="49" y="8503"/>
                    <a:pt x="49" y="8503"/>
                  </a:cubicBezTo>
                  <a:lnTo>
                    <a:pt x="715" y="8503"/>
                  </a:lnTo>
                  <a:cubicBezTo>
                    <a:pt x="715" y="8503"/>
                    <a:pt x="1716" y="5073"/>
                    <a:pt x="1716" y="3335"/>
                  </a:cubicBezTo>
                  <a:cubicBezTo>
                    <a:pt x="1716" y="1239"/>
                    <a:pt x="1096" y="1"/>
                    <a:pt x="334"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63"/>
            <p:cNvSpPr/>
            <p:nvPr/>
          </p:nvSpPr>
          <p:spPr>
            <a:xfrm>
              <a:off x="2226912" y="1350743"/>
              <a:ext cx="109975" cy="124062"/>
            </a:xfrm>
            <a:custGeom>
              <a:avLst/>
              <a:gdLst/>
              <a:ahLst/>
              <a:cxnLst/>
              <a:rect l="l" t="t" r="r" b="b"/>
              <a:pathLst>
                <a:path w="2787" h="3144" extrusionOk="0">
                  <a:moveTo>
                    <a:pt x="96" y="0"/>
                  </a:moveTo>
                  <a:cubicBezTo>
                    <a:pt x="24" y="453"/>
                    <a:pt x="0" y="881"/>
                    <a:pt x="0" y="1334"/>
                  </a:cubicBezTo>
                  <a:cubicBezTo>
                    <a:pt x="24" y="1953"/>
                    <a:pt x="96" y="2548"/>
                    <a:pt x="215" y="3144"/>
                  </a:cubicBezTo>
                  <a:lnTo>
                    <a:pt x="2596" y="3144"/>
                  </a:lnTo>
                  <a:cubicBezTo>
                    <a:pt x="2715" y="2548"/>
                    <a:pt x="2763" y="1953"/>
                    <a:pt x="2787" y="1334"/>
                  </a:cubicBezTo>
                  <a:cubicBezTo>
                    <a:pt x="2787" y="881"/>
                    <a:pt x="2763" y="453"/>
                    <a:pt x="26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63"/>
            <p:cNvSpPr/>
            <p:nvPr/>
          </p:nvSpPr>
          <p:spPr>
            <a:xfrm>
              <a:off x="2302083" y="1350743"/>
              <a:ext cx="34804" cy="124062"/>
            </a:xfrm>
            <a:custGeom>
              <a:avLst/>
              <a:gdLst/>
              <a:ahLst/>
              <a:cxnLst/>
              <a:rect l="l" t="t" r="r" b="b"/>
              <a:pathLst>
                <a:path w="882" h="3144" extrusionOk="0">
                  <a:moveTo>
                    <a:pt x="120" y="0"/>
                  </a:moveTo>
                  <a:cubicBezTo>
                    <a:pt x="167" y="429"/>
                    <a:pt x="215" y="881"/>
                    <a:pt x="215" y="1334"/>
                  </a:cubicBezTo>
                  <a:cubicBezTo>
                    <a:pt x="191" y="1929"/>
                    <a:pt x="120" y="2548"/>
                    <a:pt x="0" y="3144"/>
                  </a:cubicBezTo>
                  <a:lnTo>
                    <a:pt x="667" y="3144"/>
                  </a:lnTo>
                  <a:cubicBezTo>
                    <a:pt x="786" y="2548"/>
                    <a:pt x="858" y="1929"/>
                    <a:pt x="882" y="1334"/>
                  </a:cubicBezTo>
                  <a:cubicBezTo>
                    <a:pt x="882" y="881"/>
                    <a:pt x="834" y="429"/>
                    <a:pt x="786"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47" name="Google Shape;2447;p63"/>
          <p:cNvSpPr txBox="1"/>
          <p:nvPr/>
        </p:nvSpPr>
        <p:spPr>
          <a:xfrm>
            <a:off x="6568097" y="3102475"/>
            <a:ext cx="1544100" cy="1305300"/>
          </a:xfrm>
          <a:prstGeom prst="rect">
            <a:avLst/>
          </a:prstGeom>
          <a:solidFill>
            <a:schemeClr val="accent4"/>
          </a:solidFill>
          <a:ln>
            <a:noFill/>
          </a:ln>
        </p:spPr>
        <p:txBody>
          <a:bodyPr spcFirstLastPara="1" wrap="square" lIns="91425" tIns="274300" rIns="91425" bIns="0" anchor="t" anchorCtr="0">
            <a:noAutofit/>
          </a:bodyPr>
          <a:lstStyle/>
          <a:p>
            <a:pPr marL="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Try to describe what this element is for</a:t>
            </a:r>
            <a:endParaRPr>
              <a:latin typeface="Epilogue"/>
              <a:ea typeface="Epilogue"/>
              <a:cs typeface="Epilogue"/>
              <a:sym typeface="Epilogue"/>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51"/>
        <p:cNvGrpSpPr/>
        <p:nvPr/>
      </p:nvGrpSpPr>
      <p:grpSpPr>
        <a:xfrm>
          <a:off x="0" y="0"/>
          <a:ext cx="0" cy="0"/>
          <a:chOff x="0" y="0"/>
          <a:chExt cx="0" cy="0"/>
        </a:xfrm>
      </p:grpSpPr>
      <p:sp>
        <p:nvSpPr>
          <p:cNvPr id="2452" name="Google Shape;2452;p64"/>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Activity 2 - Try to recognize them</a:t>
            </a:r>
            <a:endParaRPr/>
          </a:p>
        </p:txBody>
      </p:sp>
      <p:sp>
        <p:nvSpPr>
          <p:cNvPr id="2453" name="Google Shape;2453;p64"/>
          <p:cNvSpPr txBox="1"/>
          <p:nvPr/>
        </p:nvSpPr>
        <p:spPr>
          <a:xfrm>
            <a:off x="1327794" y="1720176"/>
            <a:ext cx="1913100" cy="531600"/>
          </a:xfrm>
          <a:prstGeom prst="rect">
            <a:avLst/>
          </a:prstGeom>
          <a:solidFill>
            <a:schemeClr val="accent6"/>
          </a:solidFill>
          <a:ln>
            <a:noFill/>
          </a:ln>
        </p:spPr>
        <p:txBody>
          <a:bodyPr spcFirstLastPara="1" wrap="square" lIns="91425" tIns="91425" rIns="91425" bIns="155425" anchor="b" anchorCtr="0">
            <a:noAutofit/>
          </a:bodyPr>
          <a:lstStyle/>
          <a:p>
            <a:pPr marL="0" lvl="0" indent="0" algn="ctr" rtl="0">
              <a:spcBef>
                <a:spcPts val="0"/>
              </a:spcBef>
              <a:spcAft>
                <a:spcPts val="0"/>
              </a:spcAft>
              <a:buNone/>
            </a:pPr>
            <a:r>
              <a:rPr lang="en" b="1">
                <a:solidFill>
                  <a:schemeClr val="dk1"/>
                </a:solidFill>
                <a:latin typeface="Epilogue"/>
                <a:ea typeface="Epilogue"/>
                <a:cs typeface="Epilogue"/>
                <a:sym typeface="Epilogue"/>
              </a:rPr>
              <a:t>Chemistry</a:t>
            </a:r>
            <a:endParaRPr b="1">
              <a:solidFill>
                <a:schemeClr val="dk1"/>
              </a:solidFill>
              <a:latin typeface="Epilogue"/>
              <a:ea typeface="Epilogue"/>
              <a:cs typeface="Epilogue"/>
              <a:sym typeface="Epilogue"/>
            </a:endParaRPr>
          </a:p>
        </p:txBody>
      </p:sp>
      <p:sp>
        <p:nvSpPr>
          <p:cNvPr id="2454" name="Google Shape;2454;p64"/>
          <p:cNvSpPr txBox="1"/>
          <p:nvPr/>
        </p:nvSpPr>
        <p:spPr>
          <a:xfrm>
            <a:off x="1327794" y="2453254"/>
            <a:ext cx="1913100" cy="531600"/>
          </a:xfrm>
          <a:prstGeom prst="rect">
            <a:avLst/>
          </a:prstGeom>
          <a:solidFill>
            <a:schemeClr val="accent4"/>
          </a:solidFill>
          <a:ln>
            <a:noFill/>
          </a:ln>
        </p:spPr>
        <p:txBody>
          <a:bodyPr spcFirstLastPara="1" wrap="square" lIns="91425" tIns="91425" rIns="91425" bIns="155425" anchor="b" anchorCtr="0">
            <a:noAutofit/>
          </a:bodyPr>
          <a:lstStyle/>
          <a:p>
            <a:pPr marL="0" lvl="0" indent="0" algn="ctr" rtl="0">
              <a:spcBef>
                <a:spcPts val="0"/>
              </a:spcBef>
              <a:spcAft>
                <a:spcPts val="0"/>
              </a:spcAft>
              <a:buNone/>
            </a:pPr>
            <a:r>
              <a:rPr lang="en" b="1">
                <a:solidFill>
                  <a:schemeClr val="dk1"/>
                </a:solidFill>
                <a:latin typeface="Epilogue"/>
                <a:ea typeface="Epilogue"/>
                <a:cs typeface="Epilogue"/>
                <a:sym typeface="Epilogue"/>
              </a:rPr>
              <a:t>Art</a:t>
            </a:r>
            <a:endParaRPr b="1">
              <a:solidFill>
                <a:schemeClr val="dk1"/>
              </a:solidFill>
              <a:latin typeface="Epilogue"/>
              <a:ea typeface="Epilogue"/>
              <a:cs typeface="Epilogue"/>
              <a:sym typeface="Epilogue"/>
            </a:endParaRPr>
          </a:p>
        </p:txBody>
      </p:sp>
      <p:sp>
        <p:nvSpPr>
          <p:cNvPr id="2455" name="Google Shape;2455;p64"/>
          <p:cNvSpPr txBox="1"/>
          <p:nvPr/>
        </p:nvSpPr>
        <p:spPr>
          <a:xfrm flipH="1">
            <a:off x="5903106" y="2453254"/>
            <a:ext cx="1913100" cy="531600"/>
          </a:xfrm>
          <a:prstGeom prst="rect">
            <a:avLst/>
          </a:prstGeom>
          <a:solidFill>
            <a:schemeClr val="accent4"/>
          </a:solidFill>
          <a:ln>
            <a:noFill/>
          </a:ln>
        </p:spPr>
        <p:txBody>
          <a:bodyPr spcFirstLastPara="1" wrap="square" lIns="91425" tIns="91425" rIns="91425" bIns="155425" anchor="b" anchorCtr="0">
            <a:noAutofit/>
          </a:bodyPr>
          <a:lstStyle/>
          <a:p>
            <a:pPr marL="0" lvl="0" indent="0" algn="ctr" rtl="0">
              <a:spcBef>
                <a:spcPts val="0"/>
              </a:spcBef>
              <a:spcAft>
                <a:spcPts val="0"/>
              </a:spcAft>
              <a:buNone/>
            </a:pPr>
            <a:r>
              <a:rPr lang="en" b="1">
                <a:solidFill>
                  <a:schemeClr val="dk1"/>
                </a:solidFill>
                <a:latin typeface="Epilogue"/>
                <a:ea typeface="Epilogue"/>
                <a:cs typeface="Epilogue"/>
                <a:sym typeface="Epilogue"/>
              </a:rPr>
              <a:t>Biology</a:t>
            </a:r>
            <a:endParaRPr b="1">
              <a:solidFill>
                <a:schemeClr val="dk1"/>
              </a:solidFill>
              <a:latin typeface="Epilogue"/>
              <a:ea typeface="Epilogue"/>
              <a:cs typeface="Epilogue"/>
              <a:sym typeface="Epilogue"/>
            </a:endParaRPr>
          </a:p>
        </p:txBody>
      </p:sp>
      <p:sp>
        <p:nvSpPr>
          <p:cNvPr id="2456" name="Google Shape;2456;p64"/>
          <p:cNvSpPr txBox="1"/>
          <p:nvPr/>
        </p:nvSpPr>
        <p:spPr>
          <a:xfrm flipH="1">
            <a:off x="5903106" y="3186332"/>
            <a:ext cx="1913100" cy="531600"/>
          </a:xfrm>
          <a:prstGeom prst="rect">
            <a:avLst/>
          </a:prstGeom>
          <a:solidFill>
            <a:schemeClr val="accent4"/>
          </a:solidFill>
          <a:ln>
            <a:noFill/>
          </a:ln>
        </p:spPr>
        <p:txBody>
          <a:bodyPr spcFirstLastPara="1" wrap="square" lIns="91425" tIns="91425" rIns="91425" bIns="155425" anchor="b" anchorCtr="0">
            <a:noAutofit/>
          </a:bodyPr>
          <a:lstStyle/>
          <a:p>
            <a:pPr marL="0" lvl="0" indent="0" algn="ctr" rtl="0">
              <a:spcBef>
                <a:spcPts val="0"/>
              </a:spcBef>
              <a:spcAft>
                <a:spcPts val="0"/>
              </a:spcAft>
              <a:buNone/>
            </a:pPr>
            <a:r>
              <a:rPr lang="en" b="1">
                <a:solidFill>
                  <a:schemeClr val="dk1"/>
                </a:solidFill>
                <a:latin typeface="Epilogue"/>
                <a:ea typeface="Epilogue"/>
                <a:cs typeface="Epilogue"/>
                <a:sym typeface="Epilogue"/>
              </a:rPr>
              <a:t>Physics</a:t>
            </a:r>
            <a:endParaRPr b="1">
              <a:solidFill>
                <a:schemeClr val="dk1"/>
              </a:solidFill>
              <a:latin typeface="Epilogue"/>
              <a:ea typeface="Epilogue"/>
              <a:cs typeface="Epilogue"/>
              <a:sym typeface="Epilogue"/>
            </a:endParaRPr>
          </a:p>
        </p:txBody>
      </p:sp>
      <p:sp>
        <p:nvSpPr>
          <p:cNvPr id="2457" name="Google Shape;2457;p64"/>
          <p:cNvSpPr txBox="1"/>
          <p:nvPr/>
        </p:nvSpPr>
        <p:spPr>
          <a:xfrm>
            <a:off x="1327794" y="3919410"/>
            <a:ext cx="1913100" cy="531600"/>
          </a:xfrm>
          <a:prstGeom prst="rect">
            <a:avLst/>
          </a:prstGeom>
          <a:solidFill>
            <a:schemeClr val="accent4"/>
          </a:solidFill>
          <a:ln>
            <a:noFill/>
          </a:ln>
        </p:spPr>
        <p:txBody>
          <a:bodyPr spcFirstLastPara="1" wrap="square" lIns="91425" tIns="91425" rIns="91425" bIns="155425" anchor="b" anchorCtr="0">
            <a:noAutofit/>
          </a:bodyPr>
          <a:lstStyle/>
          <a:p>
            <a:pPr marL="0" lvl="0" indent="0" algn="ctr" rtl="0">
              <a:spcBef>
                <a:spcPts val="0"/>
              </a:spcBef>
              <a:spcAft>
                <a:spcPts val="0"/>
              </a:spcAft>
              <a:buNone/>
            </a:pPr>
            <a:r>
              <a:rPr lang="en" b="1">
                <a:solidFill>
                  <a:schemeClr val="dk1"/>
                </a:solidFill>
                <a:latin typeface="Epilogue"/>
                <a:ea typeface="Epilogue"/>
                <a:cs typeface="Epilogue"/>
                <a:sym typeface="Epilogue"/>
              </a:rPr>
              <a:t>Atomic</a:t>
            </a:r>
            <a:endParaRPr b="1">
              <a:solidFill>
                <a:schemeClr val="dk1"/>
              </a:solidFill>
              <a:latin typeface="Epilogue"/>
              <a:ea typeface="Epilogue"/>
              <a:cs typeface="Epilogue"/>
              <a:sym typeface="Epilogue"/>
            </a:endParaRPr>
          </a:p>
        </p:txBody>
      </p:sp>
      <p:sp>
        <p:nvSpPr>
          <p:cNvPr id="2458" name="Google Shape;2458;p64"/>
          <p:cNvSpPr txBox="1"/>
          <p:nvPr/>
        </p:nvSpPr>
        <p:spPr>
          <a:xfrm flipH="1">
            <a:off x="5903106" y="3919410"/>
            <a:ext cx="1913100" cy="531600"/>
          </a:xfrm>
          <a:prstGeom prst="rect">
            <a:avLst/>
          </a:prstGeom>
          <a:solidFill>
            <a:schemeClr val="accent4"/>
          </a:solidFill>
          <a:ln>
            <a:noFill/>
          </a:ln>
        </p:spPr>
        <p:txBody>
          <a:bodyPr spcFirstLastPara="1" wrap="square" lIns="91425" tIns="91425" rIns="91425" bIns="155425" anchor="b" anchorCtr="0">
            <a:noAutofit/>
          </a:bodyPr>
          <a:lstStyle/>
          <a:p>
            <a:pPr marL="0" lvl="0" indent="0" algn="ctr" rtl="0">
              <a:spcBef>
                <a:spcPts val="0"/>
              </a:spcBef>
              <a:spcAft>
                <a:spcPts val="0"/>
              </a:spcAft>
              <a:buNone/>
            </a:pPr>
            <a:r>
              <a:rPr lang="en" b="1">
                <a:solidFill>
                  <a:schemeClr val="dk1"/>
                </a:solidFill>
                <a:latin typeface="Epilogue"/>
                <a:ea typeface="Epilogue"/>
                <a:cs typeface="Epilogue"/>
                <a:sym typeface="Epilogue"/>
              </a:rPr>
              <a:t>Literature</a:t>
            </a:r>
            <a:endParaRPr b="1">
              <a:solidFill>
                <a:schemeClr val="dk1"/>
              </a:solidFill>
              <a:latin typeface="Epilogue"/>
              <a:ea typeface="Epilogue"/>
              <a:cs typeface="Epilogue"/>
              <a:sym typeface="Epilogue"/>
            </a:endParaRPr>
          </a:p>
        </p:txBody>
      </p:sp>
      <p:sp>
        <p:nvSpPr>
          <p:cNvPr id="2459" name="Google Shape;2459;p64"/>
          <p:cNvSpPr txBox="1"/>
          <p:nvPr/>
        </p:nvSpPr>
        <p:spPr>
          <a:xfrm>
            <a:off x="3615486" y="1720176"/>
            <a:ext cx="1913100" cy="531600"/>
          </a:xfrm>
          <a:prstGeom prst="rect">
            <a:avLst/>
          </a:prstGeom>
          <a:solidFill>
            <a:schemeClr val="accent4"/>
          </a:solidFill>
          <a:ln>
            <a:noFill/>
          </a:ln>
        </p:spPr>
        <p:txBody>
          <a:bodyPr spcFirstLastPara="1" wrap="square" lIns="91425" tIns="91425" rIns="91425" bIns="155425" anchor="b" anchorCtr="0">
            <a:noAutofit/>
          </a:bodyPr>
          <a:lstStyle/>
          <a:p>
            <a:pPr marL="0" lvl="0" indent="0" algn="ctr" rtl="0">
              <a:spcBef>
                <a:spcPts val="0"/>
              </a:spcBef>
              <a:spcAft>
                <a:spcPts val="0"/>
              </a:spcAft>
              <a:buNone/>
            </a:pPr>
            <a:r>
              <a:rPr lang="en" b="1">
                <a:solidFill>
                  <a:schemeClr val="dk1"/>
                </a:solidFill>
                <a:latin typeface="Epilogue"/>
                <a:ea typeface="Epilogue"/>
                <a:cs typeface="Epilogue"/>
                <a:sym typeface="Epilogue"/>
              </a:rPr>
              <a:t>Sports</a:t>
            </a:r>
            <a:endParaRPr b="1">
              <a:solidFill>
                <a:schemeClr val="dk1"/>
              </a:solidFill>
              <a:latin typeface="Epilogue"/>
              <a:ea typeface="Epilogue"/>
              <a:cs typeface="Epilogue"/>
              <a:sym typeface="Epilogue"/>
            </a:endParaRPr>
          </a:p>
        </p:txBody>
      </p:sp>
      <p:sp>
        <p:nvSpPr>
          <p:cNvPr id="2460" name="Google Shape;2460;p64"/>
          <p:cNvSpPr txBox="1"/>
          <p:nvPr/>
        </p:nvSpPr>
        <p:spPr>
          <a:xfrm>
            <a:off x="3615486" y="2453254"/>
            <a:ext cx="1913100" cy="531600"/>
          </a:xfrm>
          <a:prstGeom prst="rect">
            <a:avLst/>
          </a:prstGeom>
          <a:solidFill>
            <a:schemeClr val="accent4"/>
          </a:solidFill>
          <a:ln>
            <a:noFill/>
          </a:ln>
        </p:spPr>
        <p:txBody>
          <a:bodyPr spcFirstLastPara="1" wrap="square" lIns="91425" tIns="91425" rIns="91425" bIns="155425" anchor="b" anchorCtr="0">
            <a:noAutofit/>
          </a:bodyPr>
          <a:lstStyle/>
          <a:p>
            <a:pPr marL="0" lvl="0" indent="0" algn="ctr" rtl="0">
              <a:spcBef>
                <a:spcPts val="0"/>
              </a:spcBef>
              <a:spcAft>
                <a:spcPts val="0"/>
              </a:spcAft>
              <a:buNone/>
            </a:pPr>
            <a:r>
              <a:rPr lang="en" b="1">
                <a:solidFill>
                  <a:schemeClr val="dk1"/>
                </a:solidFill>
                <a:latin typeface="Epilogue"/>
                <a:ea typeface="Epilogue"/>
                <a:cs typeface="Epilogue"/>
                <a:sym typeface="Epilogue"/>
              </a:rPr>
              <a:t>Geology</a:t>
            </a:r>
            <a:endParaRPr b="1">
              <a:solidFill>
                <a:schemeClr val="dk1"/>
              </a:solidFill>
              <a:latin typeface="Epilogue"/>
              <a:ea typeface="Epilogue"/>
              <a:cs typeface="Epilogue"/>
              <a:sym typeface="Epilogue"/>
            </a:endParaRPr>
          </a:p>
        </p:txBody>
      </p:sp>
      <p:sp>
        <p:nvSpPr>
          <p:cNvPr id="2461" name="Google Shape;2461;p64"/>
          <p:cNvSpPr txBox="1"/>
          <p:nvPr/>
        </p:nvSpPr>
        <p:spPr>
          <a:xfrm>
            <a:off x="3615486" y="3186332"/>
            <a:ext cx="1913100" cy="531600"/>
          </a:xfrm>
          <a:prstGeom prst="rect">
            <a:avLst/>
          </a:prstGeom>
          <a:solidFill>
            <a:schemeClr val="accent4"/>
          </a:solidFill>
          <a:ln>
            <a:noFill/>
          </a:ln>
        </p:spPr>
        <p:txBody>
          <a:bodyPr spcFirstLastPara="1" wrap="square" lIns="91425" tIns="91425" rIns="91425" bIns="155425" anchor="b" anchorCtr="0">
            <a:noAutofit/>
          </a:bodyPr>
          <a:lstStyle/>
          <a:p>
            <a:pPr marL="0" lvl="0" indent="0" algn="ctr" rtl="0">
              <a:spcBef>
                <a:spcPts val="0"/>
              </a:spcBef>
              <a:spcAft>
                <a:spcPts val="0"/>
              </a:spcAft>
              <a:buNone/>
            </a:pPr>
            <a:r>
              <a:rPr lang="en" b="1">
                <a:solidFill>
                  <a:schemeClr val="dk1"/>
                </a:solidFill>
                <a:latin typeface="Epilogue"/>
                <a:ea typeface="Epilogue"/>
                <a:cs typeface="Epilogue"/>
                <a:sym typeface="Epilogue"/>
              </a:rPr>
              <a:t>People</a:t>
            </a:r>
            <a:endParaRPr b="1">
              <a:solidFill>
                <a:schemeClr val="dk1"/>
              </a:solidFill>
              <a:latin typeface="Epilogue"/>
              <a:ea typeface="Epilogue"/>
              <a:cs typeface="Epilogue"/>
              <a:sym typeface="Epilogue"/>
            </a:endParaRPr>
          </a:p>
        </p:txBody>
      </p:sp>
      <p:sp>
        <p:nvSpPr>
          <p:cNvPr id="2462" name="Google Shape;2462;p64"/>
          <p:cNvSpPr txBox="1"/>
          <p:nvPr/>
        </p:nvSpPr>
        <p:spPr>
          <a:xfrm>
            <a:off x="3615486" y="3919410"/>
            <a:ext cx="1913100" cy="531600"/>
          </a:xfrm>
          <a:prstGeom prst="rect">
            <a:avLst/>
          </a:prstGeom>
          <a:solidFill>
            <a:schemeClr val="accent4"/>
          </a:solidFill>
          <a:ln>
            <a:noFill/>
          </a:ln>
        </p:spPr>
        <p:txBody>
          <a:bodyPr spcFirstLastPara="1" wrap="square" lIns="91425" tIns="91425" rIns="91425" bIns="155425" anchor="b" anchorCtr="0">
            <a:noAutofit/>
          </a:bodyPr>
          <a:lstStyle/>
          <a:p>
            <a:pPr marL="0" lvl="0" indent="0" algn="ctr" rtl="0">
              <a:spcBef>
                <a:spcPts val="0"/>
              </a:spcBef>
              <a:spcAft>
                <a:spcPts val="0"/>
              </a:spcAft>
              <a:buNone/>
            </a:pPr>
            <a:r>
              <a:rPr lang="en" b="1">
                <a:solidFill>
                  <a:schemeClr val="dk1"/>
                </a:solidFill>
                <a:latin typeface="Epilogue"/>
                <a:ea typeface="Epilogue"/>
                <a:cs typeface="Epilogue"/>
                <a:sym typeface="Epilogue"/>
              </a:rPr>
              <a:t>Mathematics</a:t>
            </a:r>
            <a:endParaRPr b="1">
              <a:solidFill>
                <a:schemeClr val="dk1"/>
              </a:solidFill>
              <a:latin typeface="Epilogue"/>
              <a:ea typeface="Epilogue"/>
              <a:cs typeface="Epilogue"/>
              <a:sym typeface="Epilogue"/>
            </a:endParaRPr>
          </a:p>
        </p:txBody>
      </p:sp>
      <p:sp>
        <p:nvSpPr>
          <p:cNvPr id="2463" name="Google Shape;2463;p64"/>
          <p:cNvSpPr txBox="1"/>
          <p:nvPr/>
        </p:nvSpPr>
        <p:spPr>
          <a:xfrm>
            <a:off x="5903179" y="1720176"/>
            <a:ext cx="1913100" cy="531600"/>
          </a:xfrm>
          <a:prstGeom prst="rect">
            <a:avLst/>
          </a:prstGeom>
          <a:solidFill>
            <a:schemeClr val="accent4"/>
          </a:solidFill>
          <a:ln>
            <a:noFill/>
          </a:ln>
        </p:spPr>
        <p:txBody>
          <a:bodyPr spcFirstLastPara="1" wrap="square" lIns="91425" tIns="91425" rIns="91425" bIns="155425" anchor="b" anchorCtr="0">
            <a:noAutofit/>
          </a:bodyPr>
          <a:lstStyle/>
          <a:p>
            <a:pPr marL="0" lvl="0" indent="0" algn="ctr" rtl="0">
              <a:spcBef>
                <a:spcPts val="0"/>
              </a:spcBef>
              <a:spcAft>
                <a:spcPts val="0"/>
              </a:spcAft>
              <a:buNone/>
            </a:pPr>
            <a:r>
              <a:rPr lang="en" b="1">
                <a:solidFill>
                  <a:schemeClr val="dk1"/>
                </a:solidFill>
                <a:latin typeface="Epilogue"/>
                <a:ea typeface="Epilogue"/>
                <a:cs typeface="Epilogue"/>
                <a:sym typeface="Epilogue"/>
              </a:rPr>
              <a:t>Money</a:t>
            </a:r>
            <a:endParaRPr b="1">
              <a:solidFill>
                <a:schemeClr val="dk1"/>
              </a:solidFill>
              <a:latin typeface="Epilogue"/>
              <a:ea typeface="Epilogue"/>
              <a:cs typeface="Epilogue"/>
              <a:sym typeface="Epilogue"/>
            </a:endParaRPr>
          </a:p>
        </p:txBody>
      </p:sp>
      <p:sp>
        <p:nvSpPr>
          <p:cNvPr id="2464" name="Google Shape;2464;p64"/>
          <p:cNvSpPr txBox="1"/>
          <p:nvPr/>
        </p:nvSpPr>
        <p:spPr>
          <a:xfrm flipH="1">
            <a:off x="1327721" y="3186332"/>
            <a:ext cx="1913100" cy="531600"/>
          </a:xfrm>
          <a:prstGeom prst="rect">
            <a:avLst/>
          </a:prstGeom>
          <a:solidFill>
            <a:schemeClr val="accent4"/>
          </a:solidFill>
          <a:ln>
            <a:noFill/>
          </a:ln>
        </p:spPr>
        <p:txBody>
          <a:bodyPr spcFirstLastPara="1" wrap="square" lIns="91425" tIns="91425" rIns="91425" bIns="155425" anchor="b" anchorCtr="0">
            <a:noAutofit/>
          </a:bodyPr>
          <a:lstStyle/>
          <a:p>
            <a:pPr marL="0" lvl="0" indent="0" algn="ctr" rtl="0">
              <a:spcBef>
                <a:spcPts val="0"/>
              </a:spcBef>
              <a:spcAft>
                <a:spcPts val="0"/>
              </a:spcAft>
              <a:buNone/>
            </a:pPr>
            <a:r>
              <a:rPr lang="en" b="1">
                <a:solidFill>
                  <a:schemeClr val="dk1"/>
                </a:solidFill>
                <a:latin typeface="Epilogue"/>
                <a:ea typeface="Epilogue"/>
                <a:cs typeface="Epilogue"/>
                <a:sym typeface="Epilogue"/>
              </a:rPr>
              <a:t>Astronomy</a:t>
            </a:r>
            <a:endParaRPr b="1">
              <a:solidFill>
                <a:schemeClr val="dk1"/>
              </a:solidFill>
              <a:latin typeface="Epilogue"/>
              <a:ea typeface="Epilogue"/>
              <a:cs typeface="Epilogue"/>
              <a:sym typeface="Epilogue"/>
            </a:endParaRPr>
          </a:p>
        </p:txBody>
      </p:sp>
      <p:sp>
        <p:nvSpPr>
          <p:cNvPr id="2465" name="Google Shape;2465;p64"/>
          <p:cNvSpPr txBox="1"/>
          <p:nvPr/>
        </p:nvSpPr>
        <p:spPr>
          <a:xfrm>
            <a:off x="691800" y="1127291"/>
            <a:ext cx="7734000" cy="413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Read the following words and </a:t>
            </a:r>
            <a:r>
              <a:rPr lang="en" b="1">
                <a:solidFill>
                  <a:schemeClr val="dk1"/>
                </a:solidFill>
                <a:latin typeface="Epilogue"/>
                <a:ea typeface="Epilogue"/>
                <a:cs typeface="Epilogue"/>
                <a:sym typeface="Epilogue"/>
              </a:rPr>
              <a:t>color the ones that are related to physical science</a:t>
            </a:r>
            <a:r>
              <a:rPr lang="en">
                <a:solidFill>
                  <a:schemeClr val="dk1"/>
                </a:solidFill>
                <a:latin typeface="Epilogue"/>
                <a:ea typeface="Epilogue"/>
                <a:cs typeface="Epilogue"/>
                <a:sym typeface="Epilogue"/>
              </a:rPr>
              <a:t>:</a:t>
            </a:r>
            <a:endParaRPr>
              <a:solidFill>
                <a:schemeClr val="dk1"/>
              </a:solidFill>
              <a:latin typeface="Epilogue"/>
              <a:ea typeface="Epilogue"/>
              <a:cs typeface="Epilogue"/>
              <a:sym typeface="Epilogue"/>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69"/>
        <p:cNvGrpSpPr/>
        <p:nvPr/>
      </p:nvGrpSpPr>
      <p:grpSpPr>
        <a:xfrm>
          <a:off x="0" y="0"/>
          <a:ext cx="0" cy="0"/>
          <a:chOff x="0" y="0"/>
          <a:chExt cx="0" cy="0"/>
        </a:xfrm>
      </p:grpSpPr>
      <p:grpSp>
        <p:nvGrpSpPr>
          <p:cNvPr id="2470" name="Google Shape;2470;p65"/>
          <p:cNvGrpSpPr/>
          <p:nvPr/>
        </p:nvGrpSpPr>
        <p:grpSpPr>
          <a:xfrm>
            <a:off x="6839165" y="3574981"/>
            <a:ext cx="1024047" cy="764689"/>
            <a:chOff x="6839165" y="3574981"/>
            <a:chExt cx="1024047" cy="764689"/>
          </a:xfrm>
        </p:grpSpPr>
        <p:sp>
          <p:nvSpPr>
            <p:cNvPr id="2471" name="Google Shape;2471;p65"/>
            <p:cNvSpPr/>
            <p:nvPr/>
          </p:nvSpPr>
          <p:spPr>
            <a:xfrm rot="10800000" flipH="1">
              <a:off x="6839165" y="3574981"/>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65"/>
            <p:cNvSpPr/>
            <p:nvPr/>
          </p:nvSpPr>
          <p:spPr>
            <a:xfrm>
              <a:off x="7375363" y="3575025"/>
              <a:ext cx="88800" cy="888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3" name="Google Shape;2473;p65"/>
          <p:cNvGrpSpPr/>
          <p:nvPr/>
        </p:nvGrpSpPr>
        <p:grpSpPr>
          <a:xfrm>
            <a:off x="4977165" y="3574975"/>
            <a:ext cx="1024047" cy="764695"/>
            <a:chOff x="4977165" y="3574975"/>
            <a:chExt cx="1024047" cy="764695"/>
          </a:xfrm>
        </p:grpSpPr>
        <p:sp>
          <p:nvSpPr>
            <p:cNvPr id="2474" name="Google Shape;2474;p65"/>
            <p:cNvSpPr/>
            <p:nvPr/>
          </p:nvSpPr>
          <p:spPr>
            <a:xfrm rot="10800000" flipH="1">
              <a:off x="4977165" y="3574981"/>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65"/>
            <p:cNvSpPr/>
            <p:nvPr/>
          </p:nvSpPr>
          <p:spPr>
            <a:xfrm>
              <a:off x="5517388" y="3574975"/>
              <a:ext cx="88800" cy="888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6" name="Google Shape;2476;p65"/>
          <p:cNvGrpSpPr/>
          <p:nvPr/>
        </p:nvGrpSpPr>
        <p:grpSpPr>
          <a:xfrm>
            <a:off x="3150365" y="3574975"/>
            <a:ext cx="1024047" cy="764695"/>
            <a:chOff x="3150365" y="3574975"/>
            <a:chExt cx="1024047" cy="764695"/>
          </a:xfrm>
        </p:grpSpPr>
        <p:sp>
          <p:nvSpPr>
            <p:cNvPr id="2477" name="Google Shape;2477;p65"/>
            <p:cNvSpPr/>
            <p:nvPr/>
          </p:nvSpPr>
          <p:spPr>
            <a:xfrm rot="10800000" flipH="1">
              <a:off x="3150365" y="3574981"/>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65"/>
            <p:cNvSpPr/>
            <p:nvPr/>
          </p:nvSpPr>
          <p:spPr>
            <a:xfrm>
              <a:off x="3684563" y="3574975"/>
              <a:ext cx="88800" cy="888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9" name="Google Shape;2479;p65"/>
          <p:cNvGrpSpPr/>
          <p:nvPr/>
        </p:nvGrpSpPr>
        <p:grpSpPr>
          <a:xfrm>
            <a:off x="1323561" y="3574981"/>
            <a:ext cx="1024047" cy="764689"/>
            <a:chOff x="1323561" y="3574981"/>
            <a:chExt cx="1024047" cy="764689"/>
          </a:xfrm>
        </p:grpSpPr>
        <p:sp>
          <p:nvSpPr>
            <p:cNvPr id="2480" name="Google Shape;2480;p65"/>
            <p:cNvSpPr/>
            <p:nvPr/>
          </p:nvSpPr>
          <p:spPr>
            <a:xfrm>
              <a:off x="1323561" y="3574981"/>
              <a:ext cx="1024047" cy="76468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65"/>
            <p:cNvSpPr/>
            <p:nvPr/>
          </p:nvSpPr>
          <p:spPr>
            <a:xfrm>
              <a:off x="1850500" y="3587325"/>
              <a:ext cx="88800" cy="888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82" name="Google Shape;2482;p65"/>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Activity 3 - Matching pairs</a:t>
            </a:r>
            <a:endParaRPr/>
          </a:p>
        </p:txBody>
      </p:sp>
      <p:sp>
        <p:nvSpPr>
          <p:cNvPr id="2483" name="Google Shape;2483;p65"/>
          <p:cNvSpPr txBox="1"/>
          <p:nvPr/>
        </p:nvSpPr>
        <p:spPr>
          <a:xfrm>
            <a:off x="691800" y="1127291"/>
            <a:ext cx="7734000" cy="41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Epilogue"/>
                <a:ea typeface="Epilogue"/>
                <a:cs typeface="Epilogue"/>
                <a:sym typeface="Epilogue"/>
              </a:rPr>
              <a:t>Try to </a:t>
            </a:r>
            <a:r>
              <a:rPr lang="en" b="1">
                <a:solidFill>
                  <a:schemeClr val="dk1"/>
                </a:solidFill>
                <a:latin typeface="Epilogue"/>
                <a:ea typeface="Epilogue"/>
                <a:cs typeface="Epilogue"/>
                <a:sym typeface="Epilogue"/>
              </a:rPr>
              <a:t>match each word with its corresponding icon</a:t>
            </a:r>
            <a:r>
              <a:rPr lang="en">
                <a:solidFill>
                  <a:schemeClr val="dk1"/>
                </a:solidFill>
                <a:latin typeface="Epilogue"/>
                <a:ea typeface="Epilogue"/>
                <a:cs typeface="Epilogue"/>
                <a:sym typeface="Epilogue"/>
              </a:rPr>
              <a:t> using the connectors:</a:t>
            </a:r>
            <a:endParaRPr>
              <a:solidFill>
                <a:schemeClr val="dk1"/>
              </a:solidFill>
              <a:latin typeface="Epilogue"/>
              <a:ea typeface="Epilogue"/>
              <a:cs typeface="Epilogue"/>
              <a:sym typeface="Epilogue"/>
            </a:endParaRPr>
          </a:p>
        </p:txBody>
      </p:sp>
      <p:sp>
        <p:nvSpPr>
          <p:cNvPr id="2484" name="Google Shape;2484;p65"/>
          <p:cNvSpPr txBox="1"/>
          <p:nvPr/>
        </p:nvSpPr>
        <p:spPr>
          <a:xfrm>
            <a:off x="888525" y="1732425"/>
            <a:ext cx="1852200" cy="508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100">
                <a:solidFill>
                  <a:schemeClr val="dk1"/>
                </a:solidFill>
                <a:latin typeface="Montserrat ExtraBold"/>
                <a:ea typeface="Montserrat ExtraBold"/>
                <a:cs typeface="Montserrat ExtraBold"/>
                <a:sym typeface="Montserrat ExtraBold"/>
              </a:rPr>
              <a:t>Geology</a:t>
            </a:r>
            <a:endParaRPr sz="2100">
              <a:solidFill>
                <a:schemeClr val="dk1"/>
              </a:solidFill>
              <a:latin typeface="Montserrat ExtraBold"/>
              <a:ea typeface="Montserrat ExtraBold"/>
              <a:cs typeface="Montserrat ExtraBold"/>
              <a:sym typeface="Montserrat ExtraBold"/>
            </a:endParaRPr>
          </a:p>
        </p:txBody>
      </p:sp>
      <p:sp>
        <p:nvSpPr>
          <p:cNvPr id="2485" name="Google Shape;2485;p65"/>
          <p:cNvSpPr txBox="1"/>
          <p:nvPr/>
        </p:nvSpPr>
        <p:spPr>
          <a:xfrm>
            <a:off x="2762117" y="1732425"/>
            <a:ext cx="1852200" cy="508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100">
                <a:solidFill>
                  <a:schemeClr val="dk1"/>
                </a:solidFill>
                <a:latin typeface="Montserrat ExtraBold"/>
                <a:ea typeface="Montserrat ExtraBold"/>
                <a:cs typeface="Montserrat ExtraBold"/>
                <a:sym typeface="Montserrat ExtraBold"/>
              </a:rPr>
              <a:t>Astronomy</a:t>
            </a:r>
            <a:endParaRPr sz="2100">
              <a:solidFill>
                <a:schemeClr val="dk1"/>
              </a:solidFill>
              <a:latin typeface="Montserrat ExtraBold"/>
              <a:ea typeface="Montserrat ExtraBold"/>
              <a:cs typeface="Montserrat ExtraBold"/>
              <a:sym typeface="Montserrat ExtraBold"/>
            </a:endParaRPr>
          </a:p>
        </p:txBody>
      </p:sp>
      <p:sp>
        <p:nvSpPr>
          <p:cNvPr id="2486" name="Google Shape;2486;p65"/>
          <p:cNvSpPr txBox="1"/>
          <p:nvPr/>
        </p:nvSpPr>
        <p:spPr>
          <a:xfrm>
            <a:off x="4635708" y="1732425"/>
            <a:ext cx="1852200" cy="508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100">
                <a:solidFill>
                  <a:schemeClr val="dk1"/>
                </a:solidFill>
                <a:latin typeface="Montserrat ExtraBold"/>
                <a:ea typeface="Montserrat ExtraBold"/>
                <a:cs typeface="Montserrat ExtraBold"/>
                <a:sym typeface="Montserrat ExtraBold"/>
              </a:rPr>
              <a:t>Nuclear</a:t>
            </a:r>
            <a:endParaRPr sz="2100">
              <a:solidFill>
                <a:schemeClr val="dk1"/>
              </a:solidFill>
              <a:latin typeface="Montserrat ExtraBold"/>
              <a:ea typeface="Montserrat ExtraBold"/>
              <a:cs typeface="Montserrat ExtraBold"/>
              <a:sym typeface="Montserrat ExtraBold"/>
            </a:endParaRPr>
          </a:p>
        </p:txBody>
      </p:sp>
      <p:sp>
        <p:nvSpPr>
          <p:cNvPr id="2487" name="Google Shape;2487;p65"/>
          <p:cNvSpPr txBox="1"/>
          <p:nvPr/>
        </p:nvSpPr>
        <p:spPr>
          <a:xfrm>
            <a:off x="6509300" y="1732425"/>
            <a:ext cx="1852200" cy="508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100">
                <a:solidFill>
                  <a:schemeClr val="dk1"/>
                </a:solidFill>
                <a:latin typeface="Montserrat ExtraBold"/>
                <a:ea typeface="Montserrat ExtraBold"/>
                <a:cs typeface="Montserrat ExtraBold"/>
                <a:sym typeface="Montserrat ExtraBold"/>
              </a:rPr>
              <a:t>Physics</a:t>
            </a:r>
            <a:endParaRPr sz="2100">
              <a:solidFill>
                <a:schemeClr val="dk1"/>
              </a:solidFill>
              <a:latin typeface="Montserrat ExtraBold"/>
              <a:ea typeface="Montserrat ExtraBold"/>
              <a:cs typeface="Montserrat ExtraBold"/>
              <a:sym typeface="Montserrat ExtraBold"/>
            </a:endParaRPr>
          </a:p>
        </p:txBody>
      </p:sp>
      <p:cxnSp>
        <p:nvCxnSpPr>
          <p:cNvPr id="2488" name="Google Shape;2488;p65"/>
          <p:cNvCxnSpPr>
            <a:stCxn id="2484" idx="2"/>
            <a:endCxn id="2478" idx="0"/>
          </p:cNvCxnSpPr>
          <p:nvPr/>
        </p:nvCxnSpPr>
        <p:spPr>
          <a:xfrm rot="-5400000" flipH="1">
            <a:off x="2104875" y="1950975"/>
            <a:ext cx="1333800" cy="1914300"/>
          </a:xfrm>
          <a:prstGeom prst="curvedConnector3">
            <a:avLst>
              <a:gd name="adj1" fmla="val 49998"/>
            </a:avLst>
          </a:prstGeom>
          <a:noFill/>
          <a:ln w="28575" cap="flat" cmpd="sng">
            <a:solidFill>
              <a:schemeClr val="dk1"/>
            </a:solidFill>
            <a:prstDash val="solid"/>
            <a:round/>
            <a:headEnd type="none" w="med" len="med"/>
            <a:tailEnd type="oval" w="med" len="med"/>
          </a:ln>
        </p:spPr>
      </p:cxnSp>
      <p:cxnSp>
        <p:nvCxnSpPr>
          <p:cNvPr id="2489" name="Google Shape;2489;p65"/>
          <p:cNvCxnSpPr>
            <a:stCxn id="2485" idx="2"/>
          </p:cNvCxnSpPr>
          <p:nvPr/>
        </p:nvCxnSpPr>
        <p:spPr>
          <a:xfrm rot="-5400000" flipH="1">
            <a:off x="3739817" y="2189625"/>
            <a:ext cx="198600" cy="301800"/>
          </a:xfrm>
          <a:prstGeom prst="curvedConnector2">
            <a:avLst/>
          </a:prstGeom>
          <a:noFill/>
          <a:ln w="28575" cap="flat" cmpd="sng">
            <a:solidFill>
              <a:schemeClr val="dk1"/>
            </a:solidFill>
            <a:prstDash val="solid"/>
            <a:round/>
            <a:headEnd type="none" w="med" len="med"/>
            <a:tailEnd type="oval" w="med" len="med"/>
          </a:ln>
        </p:spPr>
      </p:cxnSp>
      <p:cxnSp>
        <p:nvCxnSpPr>
          <p:cNvPr id="2490" name="Google Shape;2490;p65"/>
          <p:cNvCxnSpPr>
            <a:stCxn id="2486" idx="2"/>
          </p:cNvCxnSpPr>
          <p:nvPr/>
        </p:nvCxnSpPr>
        <p:spPr>
          <a:xfrm rot="-5400000" flipH="1">
            <a:off x="5615808" y="2187225"/>
            <a:ext cx="198600" cy="306600"/>
          </a:xfrm>
          <a:prstGeom prst="curvedConnector2">
            <a:avLst/>
          </a:prstGeom>
          <a:noFill/>
          <a:ln w="28575" cap="flat" cmpd="sng">
            <a:solidFill>
              <a:schemeClr val="dk1"/>
            </a:solidFill>
            <a:prstDash val="solid"/>
            <a:round/>
            <a:headEnd type="none" w="med" len="med"/>
            <a:tailEnd type="oval" w="med" len="med"/>
          </a:ln>
        </p:spPr>
      </p:cxnSp>
      <p:cxnSp>
        <p:nvCxnSpPr>
          <p:cNvPr id="2491" name="Google Shape;2491;p65"/>
          <p:cNvCxnSpPr>
            <a:stCxn id="2487" idx="2"/>
          </p:cNvCxnSpPr>
          <p:nvPr/>
        </p:nvCxnSpPr>
        <p:spPr>
          <a:xfrm rot="-5400000" flipH="1">
            <a:off x="7491800" y="2184825"/>
            <a:ext cx="198600" cy="311400"/>
          </a:xfrm>
          <a:prstGeom prst="curvedConnector2">
            <a:avLst/>
          </a:prstGeom>
          <a:noFill/>
          <a:ln w="28575" cap="flat" cmpd="sng">
            <a:solidFill>
              <a:schemeClr val="dk1"/>
            </a:solidFill>
            <a:prstDash val="solid"/>
            <a:round/>
            <a:headEnd type="none" w="med" len="med"/>
            <a:tailEnd type="oval" w="med" len="med"/>
          </a:ln>
        </p:spPr>
      </p:cxnSp>
      <p:grpSp>
        <p:nvGrpSpPr>
          <p:cNvPr id="2492" name="Google Shape;2492;p65"/>
          <p:cNvGrpSpPr/>
          <p:nvPr/>
        </p:nvGrpSpPr>
        <p:grpSpPr>
          <a:xfrm>
            <a:off x="1650276" y="3739728"/>
            <a:ext cx="458644" cy="435165"/>
            <a:chOff x="7538188" y="2623328"/>
            <a:chExt cx="458644" cy="435165"/>
          </a:xfrm>
        </p:grpSpPr>
        <p:sp>
          <p:nvSpPr>
            <p:cNvPr id="2493" name="Google Shape;2493;p65"/>
            <p:cNvSpPr/>
            <p:nvPr/>
          </p:nvSpPr>
          <p:spPr>
            <a:xfrm>
              <a:off x="7756205" y="2772527"/>
              <a:ext cx="73356" cy="73317"/>
            </a:xfrm>
            <a:custGeom>
              <a:avLst/>
              <a:gdLst/>
              <a:ahLst/>
              <a:cxnLst/>
              <a:rect l="l" t="t" r="r" b="b"/>
              <a:pathLst>
                <a:path w="1859" h="1858" extrusionOk="0">
                  <a:moveTo>
                    <a:pt x="930" y="0"/>
                  </a:moveTo>
                  <a:cubicBezTo>
                    <a:pt x="429" y="0"/>
                    <a:pt x="1" y="405"/>
                    <a:pt x="1" y="929"/>
                  </a:cubicBezTo>
                  <a:cubicBezTo>
                    <a:pt x="1" y="1429"/>
                    <a:pt x="429" y="1858"/>
                    <a:pt x="930" y="1858"/>
                  </a:cubicBezTo>
                  <a:cubicBezTo>
                    <a:pt x="1453" y="1858"/>
                    <a:pt x="1858" y="1429"/>
                    <a:pt x="1858" y="929"/>
                  </a:cubicBezTo>
                  <a:cubicBezTo>
                    <a:pt x="1858" y="405"/>
                    <a:pt x="1453" y="0"/>
                    <a:pt x="9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65"/>
            <p:cNvSpPr/>
            <p:nvPr/>
          </p:nvSpPr>
          <p:spPr>
            <a:xfrm>
              <a:off x="7780631" y="2772527"/>
              <a:ext cx="65622" cy="73238"/>
            </a:xfrm>
            <a:custGeom>
              <a:avLst/>
              <a:gdLst/>
              <a:ahLst/>
              <a:cxnLst/>
              <a:rect l="l" t="t" r="r" b="b"/>
              <a:pathLst>
                <a:path w="1663" h="1856" extrusionOk="0">
                  <a:moveTo>
                    <a:pt x="334" y="0"/>
                  </a:moveTo>
                  <a:cubicBezTo>
                    <a:pt x="221" y="0"/>
                    <a:pt x="108" y="24"/>
                    <a:pt x="1" y="72"/>
                  </a:cubicBezTo>
                  <a:lnTo>
                    <a:pt x="25" y="72"/>
                  </a:lnTo>
                  <a:cubicBezTo>
                    <a:pt x="811" y="381"/>
                    <a:pt x="787" y="1501"/>
                    <a:pt x="1" y="1786"/>
                  </a:cubicBezTo>
                  <a:cubicBezTo>
                    <a:pt x="125" y="1834"/>
                    <a:pt x="244" y="1855"/>
                    <a:pt x="355" y="1855"/>
                  </a:cubicBezTo>
                  <a:cubicBezTo>
                    <a:pt x="1246" y="1855"/>
                    <a:pt x="1663" y="474"/>
                    <a:pt x="668" y="72"/>
                  </a:cubicBezTo>
                  <a:cubicBezTo>
                    <a:pt x="561" y="24"/>
                    <a:pt x="447" y="0"/>
                    <a:pt x="334"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65"/>
            <p:cNvSpPr/>
            <p:nvPr/>
          </p:nvSpPr>
          <p:spPr>
            <a:xfrm>
              <a:off x="7709248" y="2809185"/>
              <a:ext cx="72370" cy="73317"/>
            </a:xfrm>
            <a:custGeom>
              <a:avLst/>
              <a:gdLst/>
              <a:ahLst/>
              <a:cxnLst/>
              <a:rect l="l" t="t" r="r" b="b"/>
              <a:pathLst>
                <a:path w="1834" h="1858" extrusionOk="0">
                  <a:moveTo>
                    <a:pt x="905" y="0"/>
                  </a:moveTo>
                  <a:cubicBezTo>
                    <a:pt x="405" y="0"/>
                    <a:pt x="0" y="429"/>
                    <a:pt x="0" y="929"/>
                  </a:cubicBezTo>
                  <a:cubicBezTo>
                    <a:pt x="0" y="1429"/>
                    <a:pt x="405" y="1858"/>
                    <a:pt x="905" y="1858"/>
                  </a:cubicBezTo>
                  <a:cubicBezTo>
                    <a:pt x="1429" y="1858"/>
                    <a:pt x="1834" y="1429"/>
                    <a:pt x="1834" y="929"/>
                  </a:cubicBezTo>
                  <a:cubicBezTo>
                    <a:pt x="1834" y="429"/>
                    <a:pt x="1429" y="0"/>
                    <a:pt x="9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65"/>
            <p:cNvSpPr/>
            <p:nvPr/>
          </p:nvSpPr>
          <p:spPr>
            <a:xfrm>
              <a:off x="7732726" y="2809185"/>
              <a:ext cx="67358" cy="74145"/>
            </a:xfrm>
            <a:custGeom>
              <a:avLst/>
              <a:gdLst/>
              <a:ahLst/>
              <a:cxnLst/>
              <a:rect l="l" t="t" r="r" b="b"/>
              <a:pathLst>
                <a:path w="1707" h="1879" extrusionOk="0">
                  <a:moveTo>
                    <a:pt x="334" y="0"/>
                  </a:moveTo>
                  <a:cubicBezTo>
                    <a:pt x="221" y="0"/>
                    <a:pt x="108" y="24"/>
                    <a:pt x="0" y="72"/>
                  </a:cubicBezTo>
                  <a:lnTo>
                    <a:pt x="24" y="72"/>
                  </a:lnTo>
                  <a:cubicBezTo>
                    <a:pt x="810" y="405"/>
                    <a:pt x="786" y="1500"/>
                    <a:pt x="0" y="1810"/>
                  </a:cubicBezTo>
                  <a:cubicBezTo>
                    <a:pt x="126" y="1857"/>
                    <a:pt x="245" y="1878"/>
                    <a:pt x="358" y="1878"/>
                  </a:cubicBezTo>
                  <a:cubicBezTo>
                    <a:pt x="1272" y="1878"/>
                    <a:pt x="1706" y="475"/>
                    <a:pt x="667" y="72"/>
                  </a:cubicBezTo>
                  <a:cubicBezTo>
                    <a:pt x="560" y="24"/>
                    <a:pt x="447" y="0"/>
                    <a:pt x="334"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65"/>
            <p:cNvSpPr/>
            <p:nvPr/>
          </p:nvSpPr>
          <p:spPr>
            <a:xfrm>
              <a:off x="7599273" y="2706747"/>
              <a:ext cx="313904" cy="268446"/>
            </a:xfrm>
            <a:custGeom>
              <a:avLst/>
              <a:gdLst/>
              <a:ahLst/>
              <a:cxnLst/>
              <a:rect l="l" t="t" r="r" b="b"/>
              <a:pathLst>
                <a:path w="7955" h="6803" extrusionOk="0">
                  <a:moveTo>
                    <a:pt x="4535" y="316"/>
                  </a:moveTo>
                  <a:cubicBezTo>
                    <a:pt x="6123" y="316"/>
                    <a:pt x="7645" y="1549"/>
                    <a:pt x="7645" y="3406"/>
                  </a:cubicBezTo>
                  <a:cubicBezTo>
                    <a:pt x="7621" y="5097"/>
                    <a:pt x="6264" y="6478"/>
                    <a:pt x="4573" y="6478"/>
                  </a:cubicBezTo>
                  <a:cubicBezTo>
                    <a:pt x="1811" y="6478"/>
                    <a:pt x="453" y="3168"/>
                    <a:pt x="2382" y="1215"/>
                  </a:cubicBezTo>
                  <a:cubicBezTo>
                    <a:pt x="3011" y="594"/>
                    <a:pt x="3780" y="316"/>
                    <a:pt x="4535" y="316"/>
                  </a:cubicBezTo>
                  <a:close/>
                  <a:moveTo>
                    <a:pt x="4573" y="0"/>
                  </a:moveTo>
                  <a:cubicBezTo>
                    <a:pt x="1525" y="0"/>
                    <a:pt x="1" y="3668"/>
                    <a:pt x="2144" y="5811"/>
                  </a:cubicBezTo>
                  <a:cubicBezTo>
                    <a:pt x="2836" y="6496"/>
                    <a:pt x="3687" y="6803"/>
                    <a:pt x="4523" y="6803"/>
                  </a:cubicBezTo>
                  <a:cubicBezTo>
                    <a:pt x="6274" y="6803"/>
                    <a:pt x="7955" y="5454"/>
                    <a:pt x="7955" y="3406"/>
                  </a:cubicBezTo>
                  <a:cubicBezTo>
                    <a:pt x="7955" y="1525"/>
                    <a:pt x="6431" y="0"/>
                    <a:pt x="45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65"/>
            <p:cNvSpPr/>
            <p:nvPr/>
          </p:nvSpPr>
          <p:spPr>
            <a:xfrm>
              <a:off x="7538188" y="2623328"/>
              <a:ext cx="458644" cy="435165"/>
            </a:xfrm>
            <a:custGeom>
              <a:avLst/>
              <a:gdLst/>
              <a:ahLst/>
              <a:cxnLst/>
              <a:rect l="l" t="t" r="r" b="b"/>
              <a:pathLst>
                <a:path w="11623" h="11028" extrusionOk="0">
                  <a:moveTo>
                    <a:pt x="6085" y="318"/>
                  </a:moveTo>
                  <a:cubicBezTo>
                    <a:pt x="6427" y="318"/>
                    <a:pt x="6774" y="352"/>
                    <a:pt x="7121" y="424"/>
                  </a:cubicBezTo>
                  <a:cubicBezTo>
                    <a:pt x="9550" y="900"/>
                    <a:pt x="11313" y="3043"/>
                    <a:pt x="11313" y="5520"/>
                  </a:cubicBezTo>
                  <a:cubicBezTo>
                    <a:pt x="11313" y="6901"/>
                    <a:pt x="10765" y="8211"/>
                    <a:pt x="9789" y="9187"/>
                  </a:cubicBezTo>
                  <a:cubicBezTo>
                    <a:pt x="8777" y="10185"/>
                    <a:pt x="7444" y="10704"/>
                    <a:pt x="6099" y="10704"/>
                  </a:cubicBezTo>
                  <a:cubicBezTo>
                    <a:pt x="5102" y="10704"/>
                    <a:pt x="4098" y="10419"/>
                    <a:pt x="3216" y="9830"/>
                  </a:cubicBezTo>
                  <a:cubicBezTo>
                    <a:pt x="1168" y="8449"/>
                    <a:pt x="358" y="5806"/>
                    <a:pt x="1311" y="3519"/>
                  </a:cubicBezTo>
                  <a:cubicBezTo>
                    <a:pt x="2127" y="1560"/>
                    <a:pt x="4028" y="318"/>
                    <a:pt x="6085" y="318"/>
                  </a:cubicBezTo>
                  <a:close/>
                  <a:moveTo>
                    <a:pt x="6106" y="1"/>
                  </a:moveTo>
                  <a:cubicBezTo>
                    <a:pt x="5048" y="1"/>
                    <a:pt x="3984" y="304"/>
                    <a:pt x="3049" y="924"/>
                  </a:cubicBezTo>
                  <a:cubicBezTo>
                    <a:pt x="858" y="2376"/>
                    <a:pt x="1" y="5186"/>
                    <a:pt x="1001" y="7616"/>
                  </a:cubicBezTo>
                  <a:cubicBezTo>
                    <a:pt x="1885" y="9712"/>
                    <a:pt x="3921" y="11027"/>
                    <a:pt x="6131" y="11027"/>
                  </a:cubicBezTo>
                  <a:cubicBezTo>
                    <a:pt x="6482" y="11027"/>
                    <a:pt x="6837" y="10994"/>
                    <a:pt x="7193" y="10926"/>
                  </a:cubicBezTo>
                  <a:cubicBezTo>
                    <a:pt x="9765" y="10402"/>
                    <a:pt x="11622" y="8139"/>
                    <a:pt x="11622" y="5520"/>
                  </a:cubicBezTo>
                  <a:cubicBezTo>
                    <a:pt x="11622" y="4043"/>
                    <a:pt x="11051" y="2638"/>
                    <a:pt x="10003" y="1614"/>
                  </a:cubicBezTo>
                  <a:cubicBezTo>
                    <a:pt x="8938" y="549"/>
                    <a:pt x="7528" y="1"/>
                    <a:pt x="610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65"/>
            <p:cNvSpPr/>
            <p:nvPr/>
          </p:nvSpPr>
          <p:spPr>
            <a:xfrm>
              <a:off x="7763742" y="2831717"/>
              <a:ext cx="73317" cy="73356"/>
            </a:xfrm>
            <a:custGeom>
              <a:avLst/>
              <a:gdLst/>
              <a:ahLst/>
              <a:cxnLst/>
              <a:rect l="l" t="t" r="r" b="b"/>
              <a:pathLst>
                <a:path w="1858" h="1859" extrusionOk="0">
                  <a:moveTo>
                    <a:pt x="929" y="1"/>
                  </a:moveTo>
                  <a:cubicBezTo>
                    <a:pt x="405" y="1"/>
                    <a:pt x="0" y="406"/>
                    <a:pt x="0" y="929"/>
                  </a:cubicBezTo>
                  <a:cubicBezTo>
                    <a:pt x="0" y="1430"/>
                    <a:pt x="405" y="1858"/>
                    <a:pt x="929" y="1858"/>
                  </a:cubicBezTo>
                  <a:cubicBezTo>
                    <a:pt x="1429" y="1858"/>
                    <a:pt x="1858" y="1430"/>
                    <a:pt x="1858" y="929"/>
                  </a:cubicBezTo>
                  <a:cubicBezTo>
                    <a:pt x="1858" y="406"/>
                    <a:pt x="1429" y="1"/>
                    <a:pt x="9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65"/>
            <p:cNvSpPr/>
            <p:nvPr/>
          </p:nvSpPr>
          <p:spPr>
            <a:xfrm>
              <a:off x="7787221" y="2831717"/>
              <a:ext cx="66569" cy="73238"/>
            </a:xfrm>
            <a:custGeom>
              <a:avLst/>
              <a:gdLst/>
              <a:ahLst/>
              <a:cxnLst/>
              <a:rect l="l" t="t" r="r" b="b"/>
              <a:pathLst>
                <a:path w="1687" h="1856" extrusionOk="0">
                  <a:moveTo>
                    <a:pt x="337" y="1"/>
                  </a:moveTo>
                  <a:cubicBezTo>
                    <a:pt x="221" y="1"/>
                    <a:pt x="108" y="25"/>
                    <a:pt x="1" y="72"/>
                  </a:cubicBezTo>
                  <a:lnTo>
                    <a:pt x="24" y="72"/>
                  </a:lnTo>
                  <a:cubicBezTo>
                    <a:pt x="810" y="382"/>
                    <a:pt x="787" y="1501"/>
                    <a:pt x="1" y="1787"/>
                  </a:cubicBezTo>
                  <a:cubicBezTo>
                    <a:pt x="127" y="1834"/>
                    <a:pt x="248" y="1856"/>
                    <a:pt x="361" y="1856"/>
                  </a:cubicBezTo>
                  <a:cubicBezTo>
                    <a:pt x="1270" y="1856"/>
                    <a:pt x="1686" y="474"/>
                    <a:pt x="691" y="72"/>
                  </a:cubicBezTo>
                  <a:cubicBezTo>
                    <a:pt x="572" y="25"/>
                    <a:pt x="453" y="1"/>
                    <a:pt x="337"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65"/>
            <p:cNvSpPr/>
            <p:nvPr/>
          </p:nvSpPr>
          <p:spPr>
            <a:xfrm>
              <a:off x="7843609" y="2725530"/>
              <a:ext cx="50785" cy="50785"/>
            </a:xfrm>
            <a:custGeom>
              <a:avLst/>
              <a:gdLst/>
              <a:ahLst/>
              <a:cxnLst/>
              <a:rect l="l" t="t" r="r" b="b"/>
              <a:pathLst>
                <a:path w="1287" h="1287" extrusionOk="0">
                  <a:moveTo>
                    <a:pt x="643" y="1"/>
                  </a:moveTo>
                  <a:cubicBezTo>
                    <a:pt x="286" y="1"/>
                    <a:pt x="0" y="286"/>
                    <a:pt x="0" y="644"/>
                  </a:cubicBezTo>
                  <a:cubicBezTo>
                    <a:pt x="0" y="1001"/>
                    <a:pt x="286" y="1287"/>
                    <a:pt x="643" y="1287"/>
                  </a:cubicBezTo>
                  <a:cubicBezTo>
                    <a:pt x="1001" y="1287"/>
                    <a:pt x="1286" y="1001"/>
                    <a:pt x="1286" y="644"/>
                  </a:cubicBezTo>
                  <a:cubicBezTo>
                    <a:pt x="1286" y="286"/>
                    <a:pt x="1001" y="1"/>
                    <a:pt x="6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65"/>
            <p:cNvSpPr/>
            <p:nvPr/>
          </p:nvSpPr>
          <p:spPr>
            <a:xfrm>
              <a:off x="7855841" y="2725727"/>
              <a:ext cx="48260" cy="51180"/>
            </a:xfrm>
            <a:custGeom>
              <a:avLst/>
              <a:gdLst/>
              <a:ahLst/>
              <a:cxnLst/>
              <a:rect l="l" t="t" r="r" b="b"/>
              <a:pathLst>
                <a:path w="1223" h="1297" extrusionOk="0">
                  <a:moveTo>
                    <a:pt x="342" y="1"/>
                  </a:moveTo>
                  <a:cubicBezTo>
                    <a:pt x="226" y="1"/>
                    <a:pt x="109" y="31"/>
                    <a:pt x="0" y="91"/>
                  </a:cubicBezTo>
                  <a:cubicBezTo>
                    <a:pt x="48" y="115"/>
                    <a:pt x="95" y="139"/>
                    <a:pt x="143" y="186"/>
                  </a:cubicBezTo>
                  <a:cubicBezTo>
                    <a:pt x="381" y="448"/>
                    <a:pt x="381" y="853"/>
                    <a:pt x="143" y="1115"/>
                  </a:cubicBezTo>
                  <a:cubicBezTo>
                    <a:pt x="95" y="1139"/>
                    <a:pt x="48" y="1186"/>
                    <a:pt x="0" y="1210"/>
                  </a:cubicBezTo>
                  <a:cubicBezTo>
                    <a:pt x="112" y="1270"/>
                    <a:pt x="223" y="1296"/>
                    <a:pt x="328" y="1296"/>
                  </a:cubicBezTo>
                  <a:cubicBezTo>
                    <a:pt x="849" y="1296"/>
                    <a:pt x="1222" y="642"/>
                    <a:pt x="786" y="186"/>
                  </a:cubicBezTo>
                  <a:cubicBezTo>
                    <a:pt x="661" y="61"/>
                    <a:pt x="503" y="1"/>
                    <a:pt x="342"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65"/>
            <p:cNvSpPr/>
            <p:nvPr/>
          </p:nvSpPr>
          <p:spPr>
            <a:xfrm>
              <a:off x="7664105" y="2905033"/>
              <a:ext cx="50785" cy="50785"/>
            </a:xfrm>
            <a:custGeom>
              <a:avLst/>
              <a:gdLst/>
              <a:ahLst/>
              <a:cxnLst/>
              <a:rect l="l" t="t" r="r" b="b"/>
              <a:pathLst>
                <a:path w="1287" h="1287" extrusionOk="0">
                  <a:moveTo>
                    <a:pt x="644" y="0"/>
                  </a:moveTo>
                  <a:cubicBezTo>
                    <a:pt x="287" y="0"/>
                    <a:pt x="1" y="286"/>
                    <a:pt x="1" y="643"/>
                  </a:cubicBezTo>
                  <a:cubicBezTo>
                    <a:pt x="1" y="1000"/>
                    <a:pt x="287" y="1286"/>
                    <a:pt x="644" y="1286"/>
                  </a:cubicBezTo>
                  <a:cubicBezTo>
                    <a:pt x="1001" y="1286"/>
                    <a:pt x="1287" y="1000"/>
                    <a:pt x="1287" y="643"/>
                  </a:cubicBezTo>
                  <a:cubicBezTo>
                    <a:pt x="1287" y="286"/>
                    <a:pt x="1001" y="0"/>
                    <a:pt x="6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65"/>
            <p:cNvSpPr/>
            <p:nvPr/>
          </p:nvSpPr>
          <p:spPr>
            <a:xfrm>
              <a:off x="7677285" y="2904836"/>
              <a:ext cx="47391" cy="51495"/>
            </a:xfrm>
            <a:custGeom>
              <a:avLst/>
              <a:gdLst/>
              <a:ahLst/>
              <a:cxnLst/>
              <a:rect l="l" t="t" r="r" b="b"/>
              <a:pathLst>
                <a:path w="1201" h="1305" extrusionOk="0">
                  <a:moveTo>
                    <a:pt x="323" y="0"/>
                  </a:moveTo>
                  <a:cubicBezTo>
                    <a:pt x="210" y="0"/>
                    <a:pt x="97" y="33"/>
                    <a:pt x="0" y="100"/>
                  </a:cubicBezTo>
                  <a:cubicBezTo>
                    <a:pt x="48" y="124"/>
                    <a:pt x="72" y="148"/>
                    <a:pt x="119" y="196"/>
                  </a:cubicBezTo>
                  <a:cubicBezTo>
                    <a:pt x="381" y="458"/>
                    <a:pt x="381" y="863"/>
                    <a:pt x="119" y="1101"/>
                  </a:cubicBezTo>
                  <a:cubicBezTo>
                    <a:pt x="72" y="1148"/>
                    <a:pt x="48" y="1172"/>
                    <a:pt x="0" y="1220"/>
                  </a:cubicBezTo>
                  <a:cubicBezTo>
                    <a:pt x="106" y="1278"/>
                    <a:pt x="212" y="1304"/>
                    <a:pt x="312" y="1304"/>
                  </a:cubicBezTo>
                  <a:cubicBezTo>
                    <a:pt x="823" y="1304"/>
                    <a:pt x="1200" y="634"/>
                    <a:pt x="762" y="196"/>
                  </a:cubicBezTo>
                  <a:cubicBezTo>
                    <a:pt x="649" y="69"/>
                    <a:pt x="486" y="0"/>
                    <a:pt x="323"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65"/>
            <p:cNvSpPr/>
            <p:nvPr/>
          </p:nvSpPr>
          <p:spPr>
            <a:xfrm>
              <a:off x="7603968" y="2666340"/>
              <a:ext cx="51732" cy="50785"/>
            </a:xfrm>
            <a:custGeom>
              <a:avLst/>
              <a:gdLst/>
              <a:ahLst/>
              <a:cxnLst/>
              <a:rect l="l" t="t" r="r" b="b"/>
              <a:pathLst>
                <a:path w="1311" h="1287" extrusionOk="0">
                  <a:moveTo>
                    <a:pt x="644" y="0"/>
                  </a:moveTo>
                  <a:cubicBezTo>
                    <a:pt x="287" y="0"/>
                    <a:pt x="1" y="286"/>
                    <a:pt x="1" y="643"/>
                  </a:cubicBezTo>
                  <a:cubicBezTo>
                    <a:pt x="1" y="1001"/>
                    <a:pt x="287" y="1286"/>
                    <a:pt x="644" y="1286"/>
                  </a:cubicBezTo>
                  <a:cubicBezTo>
                    <a:pt x="1001" y="1286"/>
                    <a:pt x="1311" y="1001"/>
                    <a:pt x="1311" y="643"/>
                  </a:cubicBezTo>
                  <a:cubicBezTo>
                    <a:pt x="1311" y="286"/>
                    <a:pt x="1001" y="0"/>
                    <a:pt x="6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65"/>
            <p:cNvSpPr/>
            <p:nvPr/>
          </p:nvSpPr>
          <p:spPr>
            <a:xfrm>
              <a:off x="7617148" y="2665866"/>
              <a:ext cx="48930" cy="51219"/>
            </a:xfrm>
            <a:custGeom>
              <a:avLst/>
              <a:gdLst/>
              <a:ahLst/>
              <a:cxnLst/>
              <a:rect l="l" t="t" r="r" b="b"/>
              <a:pathLst>
                <a:path w="1240" h="1298" extrusionOk="0">
                  <a:moveTo>
                    <a:pt x="313" y="1"/>
                  </a:moveTo>
                  <a:cubicBezTo>
                    <a:pt x="203" y="1"/>
                    <a:pt x="94" y="27"/>
                    <a:pt x="0" y="84"/>
                  </a:cubicBezTo>
                  <a:cubicBezTo>
                    <a:pt x="48" y="108"/>
                    <a:pt x="95" y="155"/>
                    <a:pt x="143" y="179"/>
                  </a:cubicBezTo>
                  <a:cubicBezTo>
                    <a:pt x="381" y="441"/>
                    <a:pt x="381" y="846"/>
                    <a:pt x="143" y="1108"/>
                  </a:cubicBezTo>
                  <a:cubicBezTo>
                    <a:pt x="95" y="1132"/>
                    <a:pt x="48" y="1179"/>
                    <a:pt x="0" y="1203"/>
                  </a:cubicBezTo>
                  <a:cubicBezTo>
                    <a:pt x="111" y="1269"/>
                    <a:pt x="223" y="1298"/>
                    <a:pt x="330" y="1298"/>
                  </a:cubicBezTo>
                  <a:cubicBezTo>
                    <a:pt x="845" y="1298"/>
                    <a:pt x="1239" y="632"/>
                    <a:pt x="786" y="179"/>
                  </a:cubicBezTo>
                  <a:cubicBezTo>
                    <a:pt x="656" y="64"/>
                    <a:pt x="483" y="1"/>
                    <a:pt x="313"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65"/>
            <p:cNvSpPr/>
            <p:nvPr/>
          </p:nvSpPr>
          <p:spPr>
            <a:xfrm>
              <a:off x="7902799" y="2965170"/>
              <a:ext cx="51732" cy="50785"/>
            </a:xfrm>
            <a:custGeom>
              <a:avLst/>
              <a:gdLst/>
              <a:ahLst/>
              <a:cxnLst/>
              <a:rect l="l" t="t" r="r" b="b"/>
              <a:pathLst>
                <a:path w="1311" h="1287" extrusionOk="0">
                  <a:moveTo>
                    <a:pt x="668" y="0"/>
                  </a:moveTo>
                  <a:cubicBezTo>
                    <a:pt x="310" y="0"/>
                    <a:pt x="1" y="286"/>
                    <a:pt x="1" y="643"/>
                  </a:cubicBezTo>
                  <a:cubicBezTo>
                    <a:pt x="1" y="1001"/>
                    <a:pt x="310" y="1286"/>
                    <a:pt x="668" y="1286"/>
                  </a:cubicBezTo>
                  <a:cubicBezTo>
                    <a:pt x="1001" y="1286"/>
                    <a:pt x="1311" y="1001"/>
                    <a:pt x="1311" y="643"/>
                  </a:cubicBezTo>
                  <a:cubicBezTo>
                    <a:pt x="1311" y="286"/>
                    <a:pt x="1001" y="0"/>
                    <a:pt x="6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65"/>
            <p:cNvSpPr/>
            <p:nvPr/>
          </p:nvSpPr>
          <p:spPr>
            <a:xfrm>
              <a:off x="7915979" y="2964776"/>
              <a:ext cx="48141" cy="51140"/>
            </a:xfrm>
            <a:custGeom>
              <a:avLst/>
              <a:gdLst/>
              <a:ahLst/>
              <a:cxnLst/>
              <a:rect l="l" t="t" r="r" b="b"/>
              <a:pathLst>
                <a:path w="1220" h="1296" extrusionOk="0">
                  <a:moveTo>
                    <a:pt x="315" y="0"/>
                  </a:moveTo>
                  <a:cubicBezTo>
                    <a:pt x="209" y="0"/>
                    <a:pt x="101" y="27"/>
                    <a:pt x="0" y="82"/>
                  </a:cubicBezTo>
                  <a:cubicBezTo>
                    <a:pt x="357" y="296"/>
                    <a:pt x="429" y="796"/>
                    <a:pt x="143" y="1106"/>
                  </a:cubicBezTo>
                  <a:cubicBezTo>
                    <a:pt x="95" y="1153"/>
                    <a:pt x="48" y="1177"/>
                    <a:pt x="0" y="1201"/>
                  </a:cubicBezTo>
                  <a:cubicBezTo>
                    <a:pt x="111" y="1267"/>
                    <a:pt x="223" y="1296"/>
                    <a:pt x="329" y="1296"/>
                  </a:cubicBezTo>
                  <a:cubicBezTo>
                    <a:pt x="838" y="1296"/>
                    <a:pt x="1219" y="634"/>
                    <a:pt x="786" y="201"/>
                  </a:cubicBezTo>
                  <a:cubicBezTo>
                    <a:pt x="654" y="69"/>
                    <a:pt x="486" y="0"/>
                    <a:pt x="315"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65"/>
            <p:cNvSpPr/>
            <p:nvPr/>
          </p:nvSpPr>
          <p:spPr>
            <a:xfrm>
              <a:off x="7779723" y="2847935"/>
              <a:ext cx="41354" cy="40920"/>
            </a:xfrm>
            <a:custGeom>
              <a:avLst/>
              <a:gdLst/>
              <a:ahLst/>
              <a:cxnLst/>
              <a:rect l="l" t="t" r="r" b="b"/>
              <a:pathLst>
                <a:path w="1048" h="1037" extrusionOk="0">
                  <a:moveTo>
                    <a:pt x="512" y="1"/>
                  </a:moveTo>
                  <a:cubicBezTo>
                    <a:pt x="435" y="1"/>
                    <a:pt x="357" y="54"/>
                    <a:pt x="357" y="161"/>
                  </a:cubicBezTo>
                  <a:lnTo>
                    <a:pt x="357" y="352"/>
                  </a:lnTo>
                  <a:lnTo>
                    <a:pt x="167" y="352"/>
                  </a:lnTo>
                  <a:cubicBezTo>
                    <a:pt x="72" y="352"/>
                    <a:pt x="0" y="423"/>
                    <a:pt x="0" y="518"/>
                  </a:cubicBezTo>
                  <a:cubicBezTo>
                    <a:pt x="0" y="590"/>
                    <a:pt x="72" y="685"/>
                    <a:pt x="167" y="685"/>
                  </a:cubicBezTo>
                  <a:lnTo>
                    <a:pt x="357" y="685"/>
                  </a:lnTo>
                  <a:lnTo>
                    <a:pt x="357" y="876"/>
                  </a:lnTo>
                  <a:cubicBezTo>
                    <a:pt x="357" y="983"/>
                    <a:pt x="435" y="1036"/>
                    <a:pt x="512" y="1036"/>
                  </a:cubicBezTo>
                  <a:cubicBezTo>
                    <a:pt x="590" y="1036"/>
                    <a:pt x="667" y="983"/>
                    <a:pt x="667" y="876"/>
                  </a:cubicBezTo>
                  <a:lnTo>
                    <a:pt x="667" y="685"/>
                  </a:lnTo>
                  <a:lnTo>
                    <a:pt x="881" y="685"/>
                  </a:lnTo>
                  <a:cubicBezTo>
                    <a:pt x="977" y="661"/>
                    <a:pt x="1048" y="590"/>
                    <a:pt x="1048" y="518"/>
                  </a:cubicBezTo>
                  <a:cubicBezTo>
                    <a:pt x="1024" y="423"/>
                    <a:pt x="977" y="352"/>
                    <a:pt x="881" y="352"/>
                  </a:cubicBezTo>
                  <a:lnTo>
                    <a:pt x="667" y="352"/>
                  </a:lnTo>
                  <a:lnTo>
                    <a:pt x="667" y="161"/>
                  </a:lnTo>
                  <a:cubicBezTo>
                    <a:pt x="667" y="54"/>
                    <a:pt x="590" y="1"/>
                    <a:pt x="5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65"/>
            <p:cNvSpPr/>
            <p:nvPr/>
          </p:nvSpPr>
          <p:spPr>
            <a:xfrm>
              <a:off x="7918780" y="2983953"/>
              <a:ext cx="20716" cy="13219"/>
            </a:xfrm>
            <a:custGeom>
              <a:avLst/>
              <a:gdLst/>
              <a:ahLst/>
              <a:cxnLst/>
              <a:rect l="l" t="t" r="r" b="b"/>
              <a:pathLst>
                <a:path w="525" h="335" extrusionOk="0">
                  <a:moveTo>
                    <a:pt x="167" y="1"/>
                  </a:moveTo>
                  <a:cubicBezTo>
                    <a:pt x="72" y="1"/>
                    <a:pt x="1" y="72"/>
                    <a:pt x="1" y="167"/>
                  </a:cubicBezTo>
                  <a:cubicBezTo>
                    <a:pt x="1" y="239"/>
                    <a:pt x="72" y="334"/>
                    <a:pt x="167" y="334"/>
                  </a:cubicBezTo>
                  <a:lnTo>
                    <a:pt x="358" y="334"/>
                  </a:lnTo>
                  <a:cubicBezTo>
                    <a:pt x="453" y="334"/>
                    <a:pt x="525" y="239"/>
                    <a:pt x="525" y="167"/>
                  </a:cubicBezTo>
                  <a:cubicBezTo>
                    <a:pt x="525" y="72"/>
                    <a:pt x="453" y="1"/>
                    <a:pt x="3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65"/>
            <p:cNvSpPr/>
            <p:nvPr/>
          </p:nvSpPr>
          <p:spPr>
            <a:xfrm>
              <a:off x="7856749" y="2744313"/>
              <a:ext cx="24505" cy="13219"/>
            </a:xfrm>
            <a:custGeom>
              <a:avLst/>
              <a:gdLst/>
              <a:ahLst/>
              <a:cxnLst/>
              <a:rect l="l" t="t" r="r" b="b"/>
              <a:pathLst>
                <a:path w="621" h="335" extrusionOk="0">
                  <a:moveTo>
                    <a:pt x="215" y="1"/>
                  </a:moveTo>
                  <a:cubicBezTo>
                    <a:pt x="1" y="1"/>
                    <a:pt x="1" y="334"/>
                    <a:pt x="215" y="334"/>
                  </a:cubicBezTo>
                  <a:lnTo>
                    <a:pt x="406" y="334"/>
                  </a:lnTo>
                  <a:cubicBezTo>
                    <a:pt x="620" y="334"/>
                    <a:pt x="620" y="1"/>
                    <a:pt x="4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65"/>
            <p:cNvSpPr/>
            <p:nvPr/>
          </p:nvSpPr>
          <p:spPr>
            <a:xfrm>
              <a:off x="7619950" y="2685123"/>
              <a:ext cx="20716" cy="12272"/>
            </a:xfrm>
            <a:custGeom>
              <a:avLst/>
              <a:gdLst/>
              <a:ahLst/>
              <a:cxnLst/>
              <a:rect l="l" t="t" r="r" b="b"/>
              <a:pathLst>
                <a:path w="525" h="311" extrusionOk="0">
                  <a:moveTo>
                    <a:pt x="167" y="1"/>
                  </a:moveTo>
                  <a:cubicBezTo>
                    <a:pt x="72" y="1"/>
                    <a:pt x="1" y="72"/>
                    <a:pt x="1" y="167"/>
                  </a:cubicBezTo>
                  <a:cubicBezTo>
                    <a:pt x="1" y="239"/>
                    <a:pt x="72" y="310"/>
                    <a:pt x="167" y="310"/>
                  </a:cubicBezTo>
                  <a:lnTo>
                    <a:pt x="358" y="310"/>
                  </a:lnTo>
                  <a:cubicBezTo>
                    <a:pt x="453" y="310"/>
                    <a:pt x="525" y="239"/>
                    <a:pt x="525" y="167"/>
                  </a:cubicBezTo>
                  <a:cubicBezTo>
                    <a:pt x="525" y="72"/>
                    <a:pt x="453" y="1"/>
                    <a:pt x="3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65"/>
            <p:cNvSpPr/>
            <p:nvPr/>
          </p:nvSpPr>
          <p:spPr>
            <a:xfrm>
              <a:off x="7677285" y="2924763"/>
              <a:ext cx="24465" cy="12233"/>
            </a:xfrm>
            <a:custGeom>
              <a:avLst/>
              <a:gdLst/>
              <a:ahLst/>
              <a:cxnLst/>
              <a:rect l="l" t="t" r="r" b="b"/>
              <a:pathLst>
                <a:path w="620" h="310" extrusionOk="0">
                  <a:moveTo>
                    <a:pt x="215" y="0"/>
                  </a:moveTo>
                  <a:cubicBezTo>
                    <a:pt x="0" y="0"/>
                    <a:pt x="0" y="310"/>
                    <a:pt x="215" y="310"/>
                  </a:cubicBezTo>
                  <a:lnTo>
                    <a:pt x="405" y="310"/>
                  </a:lnTo>
                  <a:cubicBezTo>
                    <a:pt x="620" y="310"/>
                    <a:pt x="620" y="0"/>
                    <a:pt x="4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4" name="Google Shape;2514;p65"/>
          <p:cNvGrpSpPr/>
          <p:nvPr/>
        </p:nvGrpSpPr>
        <p:grpSpPr>
          <a:xfrm>
            <a:off x="7199400" y="3718426"/>
            <a:ext cx="443570" cy="435125"/>
            <a:chOff x="6629504" y="2599613"/>
            <a:chExt cx="443570" cy="435125"/>
          </a:xfrm>
        </p:grpSpPr>
        <p:sp>
          <p:nvSpPr>
            <p:cNvPr id="2515" name="Google Shape;2515;p65"/>
            <p:cNvSpPr/>
            <p:nvPr/>
          </p:nvSpPr>
          <p:spPr>
            <a:xfrm>
              <a:off x="6831539" y="2761004"/>
              <a:ext cx="72370" cy="66727"/>
            </a:xfrm>
            <a:custGeom>
              <a:avLst/>
              <a:gdLst/>
              <a:ahLst/>
              <a:cxnLst/>
              <a:rect l="l" t="t" r="r" b="b"/>
              <a:pathLst>
                <a:path w="1834" h="1691" extrusionOk="0">
                  <a:moveTo>
                    <a:pt x="1520" y="1"/>
                  </a:moveTo>
                  <a:cubicBezTo>
                    <a:pt x="1236" y="1"/>
                    <a:pt x="727" y="161"/>
                    <a:pt x="405" y="483"/>
                  </a:cubicBezTo>
                  <a:cubicBezTo>
                    <a:pt x="0" y="888"/>
                    <a:pt x="0" y="1293"/>
                    <a:pt x="238" y="1531"/>
                  </a:cubicBezTo>
                  <a:cubicBezTo>
                    <a:pt x="340" y="1632"/>
                    <a:pt x="472" y="1691"/>
                    <a:pt x="622" y="1691"/>
                  </a:cubicBezTo>
                  <a:cubicBezTo>
                    <a:pt x="822" y="1691"/>
                    <a:pt x="1054" y="1586"/>
                    <a:pt x="1286" y="1340"/>
                  </a:cubicBezTo>
                  <a:cubicBezTo>
                    <a:pt x="1691" y="935"/>
                    <a:pt x="1834" y="173"/>
                    <a:pt x="1715" y="54"/>
                  </a:cubicBezTo>
                  <a:cubicBezTo>
                    <a:pt x="1685" y="19"/>
                    <a:pt x="1615" y="1"/>
                    <a:pt x="15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65"/>
            <p:cNvSpPr/>
            <p:nvPr/>
          </p:nvSpPr>
          <p:spPr>
            <a:xfrm>
              <a:off x="6844679" y="2761123"/>
              <a:ext cx="60176" cy="66727"/>
            </a:xfrm>
            <a:custGeom>
              <a:avLst/>
              <a:gdLst/>
              <a:ahLst/>
              <a:cxnLst/>
              <a:rect l="l" t="t" r="r" b="b"/>
              <a:pathLst>
                <a:path w="1525" h="1691" extrusionOk="0">
                  <a:moveTo>
                    <a:pt x="1174" y="0"/>
                  </a:moveTo>
                  <a:cubicBezTo>
                    <a:pt x="1057" y="0"/>
                    <a:pt x="905" y="24"/>
                    <a:pt x="739" y="75"/>
                  </a:cubicBezTo>
                  <a:cubicBezTo>
                    <a:pt x="787" y="551"/>
                    <a:pt x="620" y="1004"/>
                    <a:pt x="286" y="1337"/>
                  </a:cubicBezTo>
                  <a:cubicBezTo>
                    <a:pt x="215" y="1433"/>
                    <a:pt x="96" y="1528"/>
                    <a:pt x="1" y="1599"/>
                  </a:cubicBezTo>
                  <a:cubicBezTo>
                    <a:pt x="85" y="1658"/>
                    <a:pt x="184" y="1690"/>
                    <a:pt x="294" y="1690"/>
                  </a:cubicBezTo>
                  <a:cubicBezTo>
                    <a:pt x="495" y="1690"/>
                    <a:pt x="731" y="1583"/>
                    <a:pt x="977" y="1337"/>
                  </a:cubicBezTo>
                  <a:cubicBezTo>
                    <a:pt x="1358" y="980"/>
                    <a:pt x="1525" y="147"/>
                    <a:pt x="1406" y="51"/>
                  </a:cubicBezTo>
                  <a:lnTo>
                    <a:pt x="1382" y="51"/>
                  </a:lnTo>
                  <a:cubicBezTo>
                    <a:pt x="1349" y="18"/>
                    <a:pt x="1275" y="0"/>
                    <a:pt x="1174"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65"/>
            <p:cNvSpPr/>
            <p:nvPr/>
          </p:nvSpPr>
          <p:spPr>
            <a:xfrm>
              <a:off x="6756367" y="2666932"/>
              <a:ext cx="64872" cy="76434"/>
            </a:xfrm>
            <a:custGeom>
              <a:avLst/>
              <a:gdLst/>
              <a:ahLst/>
              <a:cxnLst/>
              <a:rect l="l" t="t" r="r" b="b"/>
              <a:pathLst>
                <a:path w="1644" h="1937" extrusionOk="0">
                  <a:moveTo>
                    <a:pt x="292" y="0"/>
                  </a:moveTo>
                  <a:cubicBezTo>
                    <a:pt x="271" y="0"/>
                    <a:pt x="253" y="3"/>
                    <a:pt x="238" y="9"/>
                  </a:cubicBezTo>
                  <a:cubicBezTo>
                    <a:pt x="95" y="104"/>
                    <a:pt x="0" y="867"/>
                    <a:pt x="262" y="1390"/>
                  </a:cubicBezTo>
                  <a:cubicBezTo>
                    <a:pt x="469" y="1770"/>
                    <a:pt x="726" y="1937"/>
                    <a:pt x="960" y="1937"/>
                  </a:cubicBezTo>
                  <a:cubicBezTo>
                    <a:pt x="1050" y="1937"/>
                    <a:pt x="1136" y="1913"/>
                    <a:pt x="1215" y="1867"/>
                  </a:cubicBezTo>
                  <a:cubicBezTo>
                    <a:pt x="1524" y="1700"/>
                    <a:pt x="1643" y="1319"/>
                    <a:pt x="1358" y="819"/>
                  </a:cubicBezTo>
                  <a:cubicBezTo>
                    <a:pt x="1140" y="340"/>
                    <a:pt x="524" y="0"/>
                    <a:pt x="2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65"/>
            <p:cNvSpPr/>
            <p:nvPr/>
          </p:nvSpPr>
          <p:spPr>
            <a:xfrm>
              <a:off x="6760116" y="2666932"/>
              <a:ext cx="59229" cy="71817"/>
            </a:xfrm>
            <a:custGeom>
              <a:avLst/>
              <a:gdLst/>
              <a:ahLst/>
              <a:cxnLst/>
              <a:rect l="l" t="t" r="r" b="b"/>
              <a:pathLst>
                <a:path w="1501" h="1820" extrusionOk="0">
                  <a:moveTo>
                    <a:pt x="197" y="0"/>
                  </a:moveTo>
                  <a:cubicBezTo>
                    <a:pt x="176" y="0"/>
                    <a:pt x="158" y="3"/>
                    <a:pt x="143" y="9"/>
                  </a:cubicBezTo>
                  <a:cubicBezTo>
                    <a:pt x="72" y="57"/>
                    <a:pt x="0" y="319"/>
                    <a:pt x="0" y="652"/>
                  </a:cubicBezTo>
                  <a:cubicBezTo>
                    <a:pt x="453" y="747"/>
                    <a:pt x="834" y="1033"/>
                    <a:pt x="1072" y="1462"/>
                  </a:cubicBezTo>
                  <a:cubicBezTo>
                    <a:pt x="1143" y="1557"/>
                    <a:pt x="1167" y="1700"/>
                    <a:pt x="1215" y="1819"/>
                  </a:cubicBezTo>
                  <a:cubicBezTo>
                    <a:pt x="1453" y="1629"/>
                    <a:pt x="1501" y="1271"/>
                    <a:pt x="1263" y="819"/>
                  </a:cubicBezTo>
                  <a:cubicBezTo>
                    <a:pt x="1045" y="340"/>
                    <a:pt x="429" y="0"/>
                    <a:pt x="197"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65"/>
            <p:cNvSpPr/>
            <p:nvPr/>
          </p:nvSpPr>
          <p:spPr>
            <a:xfrm>
              <a:off x="6896372" y="2639665"/>
              <a:ext cx="63925" cy="77223"/>
            </a:xfrm>
            <a:custGeom>
              <a:avLst/>
              <a:gdLst/>
              <a:ahLst/>
              <a:cxnLst/>
              <a:rect l="l" t="t" r="r" b="b"/>
              <a:pathLst>
                <a:path w="1620" h="1957" extrusionOk="0">
                  <a:moveTo>
                    <a:pt x="1289" y="1"/>
                  </a:moveTo>
                  <a:cubicBezTo>
                    <a:pt x="1082" y="1"/>
                    <a:pt x="479" y="362"/>
                    <a:pt x="239" y="843"/>
                  </a:cubicBezTo>
                  <a:cubicBezTo>
                    <a:pt x="0" y="1367"/>
                    <a:pt x="120" y="1748"/>
                    <a:pt x="429" y="1891"/>
                  </a:cubicBezTo>
                  <a:cubicBezTo>
                    <a:pt x="510" y="1934"/>
                    <a:pt x="596" y="1957"/>
                    <a:pt x="683" y="1957"/>
                  </a:cubicBezTo>
                  <a:cubicBezTo>
                    <a:pt x="928" y="1957"/>
                    <a:pt x="1182" y="1778"/>
                    <a:pt x="1358" y="1391"/>
                  </a:cubicBezTo>
                  <a:cubicBezTo>
                    <a:pt x="1620" y="867"/>
                    <a:pt x="1501" y="81"/>
                    <a:pt x="1334" y="10"/>
                  </a:cubicBezTo>
                  <a:cubicBezTo>
                    <a:pt x="1323" y="4"/>
                    <a:pt x="1307" y="1"/>
                    <a:pt x="12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65"/>
            <p:cNvSpPr/>
            <p:nvPr/>
          </p:nvSpPr>
          <p:spPr>
            <a:xfrm>
              <a:off x="6917049" y="2639625"/>
              <a:ext cx="43248" cy="77223"/>
            </a:xfrm>
            <a:custGeom>
              <a:avLst/>
              <a:gdLst/>
              <a:ahLst/>
              <a:cxnLst/>
              <a:rect l="l" t="t" r="r" b="b"/>
              <a:pathLst>
                <a:path w="1096" h="1957" extrusionOk="0">
                  <a:moveTo>
                    <a:pt x="758" y="0"/>
                  </a:moveTo>
                  <a:cubicBezTo>
                    <a:pt x="643" y="0"/>
                    <a:pt x="438" y="110"/>
                    <a:pt x="215" y="273"/>
                  </a:cubicBezTo>
                  <a:cubicBezTo>
                    <a:pt x="405" y="701"/>
                    <a:pt x="405" y="1177"/>
                    <a:pt x="215" y="1606"/>
                  </a:cubicBezTo>
                  <a:cubicBezTo>
                    <a:pt x="167" y="1725"/>
                    <a:pt x="96" y="1844"/>
                    <a:pt x="0" y="1940"/>
                  </a:cubicBezTo>
                  <a:cubicBezTo>
                    <a:pt x="50" y="1951"/>
                    <a:pt x="99" y="1957"/>
                    <a:pt x="148" y="1957"/>
                  </a:cubicBezTo>
                  <a:cubicBezTo>
                    <a:pt x="407" y="1957"/>
                    <a:pt x="658" y="1792"/>
                    <a:pt x="858" y="1392"/>
                  </a:cubicBezTo>
                  <a:cubicBezTo>
                    <a:pt x="1096" y="868"/>
                    <a:pt x="977" y="82"/>
                    <a:pt x="810" y="11"/>
                  </a:cubicBezTo>
                  <a:cubicBezTo>
                    <a:pt x="796" y="3"/>
                    <a:pt x="778" y="0"/>
                    <a:pt x="758"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65"/>
            <p:cNvSpPr/>
            <p:nvPr/>
          </p:nvSpPr>
          <p:spPr>
            <a:xfrm>
              <a:off x="6728154" y="2811276"/>
              <a:ext cx="247177" cy="205074"/>
            </a:xfrm>
            <a:custGeom>
              <a:avLst/>
              <a:gdLst/>
              <a:ahLst/>
              <a:cxnLst/>
              <a:rect l="l" t="t" r="r" b="b"/>
              <a:pathLst>
                <a:path w="6264" h="5197" extrusionOk="0">
                  <a:moveTo>
                    <a:pt x="1712" y="0"/>
                  </a:moveTo>
                  <a:cubicBezTo>
                    <a:pt x="1626" y="0"/>
                    <a:pt x="1540" y="6"/>
                    <a:pt x="1453" y="19"/>
                  </a:cubicBezTo>
                  <a:cubicBezTo>
                    <a:pt x="191" y="162"/>
                    <a:pt x="1" y="1900"/>
                    <a:pt x="477" y="2972"/>
                  </a:cubicBezTo>
                  <a:cubicBezTo>
                    <a:pt x="929" y="4043"/>
                    <a:pt x="763" y="4948"/>
                    <a:pt x="1834" y="5163"/>
                  </a:cubicBezTo>
                  <a:cubicBezTo>
                    <a:pt x="1957" y="5185"/>
                    <a:pt x="2079" y="5196"/>
                    <a:pt x="2201" y="5196"/>
                  </a:cubicBezTo>
                  <a:cubicBezTo>
                    <a:pt x="2460" y="5196"/>
                    <a:pt x="2719" y="5148"/>
                    <a:pt x="2978" y="5067"/>
                  </a:cubicBezTo>
                  <a:cubicBezTo>
                    <a:pt x="3025" y="5055"/>
                    <a:pt x="3073" y="5049"/>
                    <a:pt x="3123" y="5049"/>
                  </a:cubicBezTo>
                  <a:cubicBezTo>
                    <a:pt x="3174" y="5049"/>
                    <a:pt x="3228" y="5055"/>
                    <a:pt x="3287" y="5067"/>
                  </a:cubicBezTo>
                  <a:cubicBezTo>
                    <a:pt x="3530" y="5148"/>
                    <a:pt x="3795" y="5196"/>
                    <a:pt x="4059" y="5196"/>
                  </a:cubicBezTo>
                  <a:cubicBezTo>
                    <a:pt x="4183" y="5196"/>
                    <a:pt x="4308" y="5185"/>
                    <a:pt x="4430" y="5163"/>
                  </a:cubicBezTo>
                  <a:cubicBezTo>
                    <a:pt x="5478" y="4948"/>
                    <a:pt x="5311" y="4043"/>
                    <a:pt x="5788" y="2972"/>
                  </a:cubicBezTo>
                  <a:cubicBezTo>
                    <a:pt x="6264" y="1900"/>
                    <a:pt x="6073" y="162"/>
                    <a:pt x="4811" y="19"/>
                  </a:cubicBezTo>
                  <a:cubicBezTo>
                    <a:pt x="4725" y="6"/>
                    <a:pt x="4639" y="0"/>
                    <a:pt x="4553" y="0"/>
                  </a:cubicBezTo>
                  <a:cubicBezTo>
                    <a:pt x="4307" y="0"/>
                    <a:pt x="4064" y="49"/>
                    <a:pt x="3835" y="138"/>
                  </a:cubicBezTo>
                  <a:cubicBezTo>
                    <a:pt x="3609" y="233"/>
                    <a:pt x="3370" y="281"/>
                    <a:pt x="3135" y="281"/>
                  </a:cubicBezTo>
                  <a:cubicBezTo>
                    <a:pt x="2900" y="281"/>
                    <a:pt x="2668" y="233"/>
                    <a:pt x="2454" y="138"/>
                  </a:cubicBezTo>
                  <a:cubicBezTo>
                    <a:pt x="2206" y="49"/>
                    <a:pt x="1959" y="0"/>
                    <a:pt x="17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65"/>
            <p:cNvSpPr/>
            <p:nvPr/>
          </p:nvSpPr>
          <p:spPr>
            <a:xfrm>
              <a:off x="6873800" y="2811040"/>
              <a:ext cx="100623" cy="204442"/>
            </a:xfrm>
            <a:custGeom>
              <a:avLst/>
              <a:gdLst/>
              <a:ahLst/>
              <a:cxnLst/>
              <a:rect l="l" t="t" r="r" b="b"/>
              <a:pathLst>
                <a:path w="2550" h="5181" extrusionOk="0">
                  <a:moveTo>
                    <a:pt x="1120" y="1"/>
                  </a:moveTo>
                  <a:lnTo>
                    <a:pt x="1120" y="25"/>
                  </a:lnTo>
                  <a:cubicBezTo>
                    <a:pt x="1013" y="13"/>
                    <a:pt x="912" y="7"/>
                    <a:pt x="814" y="7"/>
                  </a:cubicBezTo>
                  <a:cubicBezTo>
                    <a:pt x="715" y="7"/>
                    <a:pt x="620" y="13"/>
                    <a:pt x="525" y="25"/>
                  </a:cubicBezTo>
                  <a:cubicBezTo>
                    <a:pt x="1716" y="239"/>
                    <a:pt x="1882" y="1906"/>
                    <a:pt x="1430" y="2978"/>
                  </a:cubicBezTo>
                  <a:cubicBezTo>
                    <a:pt x="977" y="4025"/>
                    <a:pt x="1144" y="4954"/>
                    <a:pt x="72" y="5145"/>
                  </a:cubicBezTo>
                  <a:lnTo>
                    <a:pt x="1" y="5145"/>
                  </a:lnTo>
                  <a:cubicBezTo>
                    <a:pt x="120" y="5169"/>
                    <a:pt x="245" y="5180"/>
                    <a:pt x="370" y="5180"/>
                  </a:cubicBezTo>
                  <a:cubicBezTo>
                    <a:pt x="495" y="5180"/>
                    <a:pt x="620" y="5169"/>
                    <a:pt x="739" y="5145"/>
                  </a:cubicBezTo>
                  <a:cubicBezTo>
                    <a:pt x="1811" y="4954"/>
                    <a:pt x="1644" y="4049"/>
                    <a:pt x="2097" y="2978"/>
                  </a:cubicBezTo>
                  <a:cubicBezTo>
                    <a:pt x="2549" y="1882"/>
                    <a:pt x="2382" y="168"/>
                    <a:pt x="1120"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65"/>
            <p:cNvSpPr/>
            <p:nvPr/>
          </p:nvSpPr>
          <p:spPr>
            <a:xfrm>
              <a:off x="6629504" y="3008379"/>
              <a:ext cx="443570" cy="26359"/>
            </a:xfrm>
            <a:custGeom>
              <a:avLst/>
              <a:gdLst/>
              <a:ahLst/>
              <a:cxnLst/>
              <a:rect l="l" t="t" r="r" b="b"/>
              <a:pathLst>
                <a:path w="11241" h="668" extrusionOk="0">
                  <a:moveTo>
                    <a:pt x="429" y="1"/>
                  </a:moveTo>
                  <a:cubicBezTo>
                    <a:pt x="0" y="1"/>
                    <a:pt x="0" y="668"/>
                    <a:pt x="429" y="668"/>
                  </a:cubicBezTo>
                  <a:lnTo>
                    <a:pt x="10812" y="668"/>
                  </a:lnTo>
                  <a:cubicBezTo>
                    <a:pt x="11241" y="668"/>
                    <a:pt x="11241" y="1"/>
                    <a:pt x="10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65"/>
            <p:cNvSpPr/>
            <p:nvPr/>
          </p:nvSpPr>
          <p:spPr>
            <a:xfrm>
              <a:off x="7029825" y="3008379"/>
              <a:ext cx="43248" cy="26359"/>
            </a:xfrm>
            <a:custGeom>
              <a:avLst/>
              <a:gdLst/>
              <a:ahLst/>
              <a:cxnLst/>
              <a:rect l="l" t="t" r="r" b="b"/>
              <a:pathLst>
                <a:path w="1096" h="668" extrusionOk="0">
                  <a:moveTo>
                    <a:pt x="0" y="1"/>
                  </a:moveTo>
                  <a:cubicBezTo>
                    <a:pt x="429" y="1"/>
                    <a:pt x="429" y="668"/>
                    <a:pt x="0" y="668"/>
                  </a:cubicBezTo>
                  <a:lnTo>
                    <a:pt x="667" y="668"/>
                  </a:lnTo>
                  <a:cubicBezTo>
                    <a:pt x="1096" y="668"/>
                    <a:pt x="1096" y="1"/>
                    <a:pt x="667"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65"/>
            <p:cNvSpPr/>
            <p:nvPr/>
          </p:nvSpPr>
          <p:spPr>
            <a:xfrm>
              <a:off x="6969688" y="2927683"/>
              <a:ext cx="53587" cy="58203"/>
            </a:xfrm>
            <a:custGeom>
              <a:avLst/>
              <a:gdLst/>
              <a:ahLst/>
              <a:cxnLst/>
              <a:rect l="l" t="t" r="r" b="b"/>
              <a:pathLst>
                <a:path w="1358" h="1475" extrusionOk="0">
                  <a:moveTo>
                    <a:pt x="1179" y="0"/>
                  </a:moveTo>
                  <a:cubicBezTo>
                    <a:pt x="1133" y="0"/>
                    <a:pt x="1087" y="19"/>
                    <a:pt x="1048" y="45"/>
                  </a:cubicBezTo>
                  <a:lnTo>
                    <a:pt x="71" y="1212"/>
                  </a:lnTo>
                  <a:cubicBezTo>
                    <a:pt x="0" y="1260"/>
                    <a:pt x="24" y="1379"/>
                    <a:pt x="95" y="1427"/>
                  </a:cubicBezTo>
                  <a:cubicBezTo>
                    <a:pt x="119" y="1450"/>
                    <a:pt x="143" y="1474"/>
                    <a:pt x="191" y="1474"/>
                  </a:cubicBezTo>
                  <a:cubicBezTo>
                    <a:pt x="238" y="1474"/>
                    <a:pt x="286" y="1450"/>
                    <a:pt x="310" y="1427"/>
                  </a:cubicBezTo>
                  <a:lnTo>
                    <a:pt x="1286" y="260"/>
                  </a:lnTo>
                  <a:cubicBezTo>
                    <a:pt x="1357" y="188"/>
                    <a:pt x="1357" y="93"/>
                    <a:pt x="1286" y="45"/>
                  </a:cubicBezTo>
                  <a:cubicBezTo>
                    <a:pt x="1254" y="13"/>
                    <a:pt x="1217" y="0"/>
                    <a:pt x="11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65"/>
            <p:cNvSpPr/>
            <p:nvPr/>
          </p:nvSpPr>
          <p:spPr>
            <a:xfrm>
              <a:off x="6974384" y="2887118"/>
              <a:ext cx="38552" cy="56467"/>
            </a:xfrm>
            <a:custGeom>
              <a:avLst/>
              <a:gdLst/>
              <a:ahLst/>
              <a:cxnLst/>
              <a:rect l="l" t="t" r="r" b="b"/>
              <a:pathLst>
                <a:path w="977" h="1431" extrusionOk="0">
                  <a:moveTo>
                    <a:pt x="776" y="1"/>
                  </a:moveTo>
                  <a:cubicBezTo>
                    <a:pt x="724" y="1"/>
                    <a:pt x="674" y="27"/>
                    <a:pt x="643" y="73"/>
                  </a:cubicBezTo>
                  <a:lnTo>
                    <a:pt x="48" y="1192"/>
                  </a:lnTo>
                  <a:cubicBezTo>
                    <a:pt x="0" y="1264"/>
                    <a:pt x="24" y="1359"/>
                    <a:pt x="119" y="1407"/>
                  </a:cubicBezTo>
                  <a:cubicBezTo>
                    <a:pt x="143" y="1407"/>
                    <a:pt x="167" y="1431"/>
                    <a:pt x="191" y="1431"/>
                  </a:cubicBezTo>
                  <a:cubicBezTo>
                    <a:pt x="238" y="1431"/>
                    <a:pt x="310" y="1383"/>
                    <a:pt x="334" y="1335"/>
                  </a:cubicBezTo>
                  <a:lnTo>
                    <a:pt x="929" y="240"/>
                  </a:lnTo>
                  <a:cubicBezTo>
                    <a:pt x="976" y="145"/>
                    <a:pt x="929" y="49"/>
                    <a:pt x="857" y="26"/>
                  </a:cubicBezTo>
                  <a:cubicBezTo>
                    <a:pt x="832" y="9"/>
                    <a:pt x="804" y="1"/>
                    <a:pt x="7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65"/>
            <p:cNvSpPr/>
            <p:nvPr/>
          </p:nvSpPr>
          <p:spPr>
            <a:xfrm>
              <a:off x="7008477" y="2933405"/>
              <a:ext cx="54257" cy="42222"/>
            </a:xfrm>
            <a:custGeom>
              <a:avLst/>
              <a:gdLst/>
              <a:ahLst/>
              <a:cxnLst/>
              <a:rect l="l" t="t" r="r" b="b"/>
              <a:pathLst>
                <a:path w="1375" h="1070" extrusionOk="0">
                  <a:moveTo>
                    <a:pt x="1186" y="0"/>
                  </a:moveTo>
                  <a:cubicBezTo>
                    <a:pt x="1153" y="0"/>
                    <a:pt x="1119" y="13"/>
                    <a:pt x="1089" y="43"/>
                  </a:cubicBezTo>
                  <a:lnTo>
                    <a:pt x="136" y="782"/>
                  </a:lnTo>
                  <a:cubicBezTo>
                    <a:pt x="1" y="872"/>
                    <a:pt x="58" y="1069"/>
                    <a:pt x="206" y="1069"/>
                  </a:cubicBezTo>
                  <a:cubicBezTo>
                    <a:pt x="214" y="1069"/>
                    <a:pt x="223" y="1069"/>
                    <a:pt x="232" y="1067"/>
                  </a:cubicBezTo>
                  <a:cubicBezTo>
                    <a:pt x="255" y="1067"/>
                    <a:pt x="303" y="1067"/>
                    <a:pt x="327" y="1044"/>
                  </a:cubicBezTo>
                  <a:lnTo>
                    <a:pt x="1279" y="305"/>
                  </a:lnTo>
                  <a:cubicBezTo>
                    <a:pt x="1351" y="258"/>
                    <a:pt x="1375" y="139"/>
                    <a:pt x="1303" y="67"/>
                  </a:cubicBezTo>
                  <a:cubicBezTo>
                    <a:pt x="1276" y="26"/>
                    <a:pt x="1232" y="0"/>
                    <a:pt x="1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65"/>
            <p:cNvSpPr/>
            <p:nvPr/>
          </p:nvSpPr>
          <p:spPr>
            <a:xfrm>
              <a:off x="6679302" y="2927683"/>
              <a:ext cx="52640" cy="58203"/>
            </a:xfrm>
            <a:custGeom>
              <a:avLst/>
              <a:gdLst/>
              <a:ahLst/>
              <a:cxnLst/>
              <a:rect l="l" t="t" r="r" b="b"/>
              <a:pathLst>
                <a:path w="1334" h="1475" extrusionOk="0">
                  <a:moveTo>
                    <a:pt x="179" y="0"/>
                  </a:moveTo>
                  <a:cubicBezTo>
                    <a:pt x="141" y="0"/>
                    <a:pt x="104" y="13"/>
                    <a:pt x="72" y="45"/>
                  </a:cubicBezTo>
                  <a:cubicBezTo>
                    <a:pt x="0" y="93"/>
                    <a:pt x="0" y="188"/>
                    <a:pt x="48" y="260"/>
                  </a:cubicBezTo>
                  <a:lnTo>
                    <a:pt x="1048" y="1427"/>
                  </a:lnTo>
                  <a:cubicBezTo>
                    <a:pt x="1072" y="1450"/>
                    <a:pt x="1120" y="1474"/>
                    <a:pt x="1167" y="1474"/>
                  </a:cubicBezTo>
                  <a:cubicBezTo>
                    <a:pt x="1215" y="1474"/>
                    <a:pt x="1239" y="1450"/>
                    <a:pt x="1263" y="1427"/>
                  </a:cubicBezTo>
                  <a:cubicBezTo>
                    <a:pt x="1334" y="1379"/>
                    <a:pt x="1334" y="1284"/>
                    <a:pt x="1286" y="1212"/>
                  </a:cubicBezTo>
                  <a:lnTo>
                    <a:pt x="310" y="45"/>
                  </a:lnTo>
                  <a:cubicBezTo>
                    <a:pt x="271" y="19"/>
                    <a:pt x="224" y="0"/>
                    <a:pt x="1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65"/>
            <p:cNvSpPr/>
            <p:nvPr/>
          </p:nvSpPr>
          <p:spPr>
            <a:xfrm>
              <a:off x="6689641" y="2886803"/>
              <a:ext cx="38552" cy="56783"/>
            </a:xfrm>
            <a:custGeom>
              <a:avLst/>
              <a:gdLst/>
              <a:ahLst/>
              <a:cxnLst/>
              <a:rect l="l" t="t" r="r" b="b"/>
              <a:pathLst>
                <a:path w="977" h="1439" extrusionOk="0">
                  <a:moveTo>
                    <a:pt x="176" y="1"/>
                  </a:moveTo>
                  <a:cubicBezTo>
                    <a:pt x="157" y="1"/>
                    <a:pt x="137" y="4"/>
                    <a:pt x="119" y="10"/>
                  </a:cubicBezTo>
                  <a:cubicBezTo>
                    <a:pt x="48" y="57"/>
                    <a:pt x="0" y="153"/>
                    <a:pt x="48" y="248"/>
                  </a:cubicBezTo>
                  <a:lnTo>
                    <a:pt x="643" y="1343"/>
                  </a:lnTo>
                  <a:cubicBezTo>
                    <a:pt x="667" y="1391"/>
                    <a:pt x="739" y="1439"/>
                    <a:pt x="786" y="1439"/>
                  </a:cubicBezTo>
                  <a:cubicBezTo>
                    <a:pt x="810" y="1439"/>
                    <a:pt x="834" y="1415"/>
                    <a:pt x="858" y="1415"/>
                  </a:cubicBezTo>
                  <a:cubicBezTo>
                    <a:pt x="953" y="1367"/>
                    <a:pt x="977" y="1272"/>
                    <a:pt x="929" y="1200"/>
                  </a:cubicBezTo>
                  <a:lnTo>
                    <a:pt x="334" y="81"/>
                  </a:lnTo>
                  <a:cubicBezTo>
                    <a:pt x="298" y="28"/>
                    <a:pt x="235" y="1"/>
                    <a:pt x="1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65"/>
            <p:cNvSpPr/>
            <p:nvPr/>
          </p:nvSpPr>
          <p:spPr>
            <a:xfrm>
              <a:off x="6638264" y="2933839"/>
              <a:ext cx="55836" cy="41749"/>
            </a:xfrm>
            <a:custGeom>
              <a:avLst/>
              <a:gdLst/>
              <a:ahLst/>
              <a:cxnLst/>
              <a:rect l="l" t="t" r="r" b="b"/>
              <a:pathLst>
                <a:path w="1415" h="1058" extrusionOk="0">
                  <a:moveTo>
                    <a:pt x="231" y="0"/>
                  </a:moveTo>
                  <a:cubicBezTo>
                    <a:pt x="100" y="0"/>
                    <a:pt x="0" y="178"/>
                    <a:pt x="135" y="294"/>
                  </a:cubicBezTo>
                  <a:lnTo>
                    <a:pt x="1088" y="1033"/>
                  </a:lnTo>
                  <a:cubicBezTo>
                    <a:pt x="1112" y="1056"/>
                    <a:pt x="1136" y="1056"/>
                    <a:pt x="1183" y="1056"/>
                  </a:cubicBezTo>
                  <a:cubicBezTo>
                    <a:pt x="1191" y="1057"/>
                    <a:pt x="1199" y="1058"/>
                    <a:pt x="1206" y="1058"/>
                  </a:cubicBezTo>
                  <a:cubicBezTo>
                    <a:pt x="1356" y="1058"/>
                    <a:pt x="1415" y="839"/>
                    <a:pt x="1278" y="771"/>
                  </a:cubicBezTo>
                  <a:lnTo>
                    <a:pt x="326" y="32"/>
                  </a:lnTo>
                  <a:cubicBezTo>
                    <a:pt x="294" y="10"/>
                    <a:pt x="262" y="0"/>
                    <a:pt x="2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65"/>
            <p:cNvSpPr/>
            <p:nvPr/>
          </p:nvSpPr>
          <p:spPr>
            <a:xfrm>
              <a:off x="6808021" y="2599613"/>
              <a:ext cx="13219" cy="62071"/>
            </a:xfrm>
            <a:custGeom>
              <a:avLst/>
              <a:gdLst/>
              <a:ahLst/>
              <a:cxnLst/>
              <a:rect l="l" t="t" r="r" b="b"/>
              <a:pathLst>
                <a:path w="335" h="1573" extrusionOk="0">
                  <a:moveTo>
                    <a:pt x="168" y="1"/>
                  </a:moveTo>
                  <a:cubicBezTo>
                    <a:pt x="72" y="1"/>
                    <a:pt x="1" y="72"/>
                    <a:pt x="1" y="167"/>
                  </a:cubicBezTo>
                  <a:lnTo>
                    <a:pt x="1" y="1406"/>
                  </a:lnTo>
                  <a:cubicBezTo>
                    <a:pt x="1" y="1501"/>
                    <a:pt x="72" y="1572"/>
                    <a:pt x="168" y="1572"/>
                  </a:cubicBezTo>
                  <a:cubicBezTo>
                    <a:pt x="263" y="1572"/>
                    <a:pt x="334" y="1501"/>
                    <a:pt x="334" y="1406"/>
                  </a:cubicBezTo>
                  <a:lnTo>
                    <a:pt x="334" y="167"/>
                  </a:lnTo>
                  <a:cubicBezTo>
                    <a:pt x="334" y="72"/>
                    <a:pt x="263" y="1"/>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65"/>
            <p:cNvSpPr/>
            <p:nvPr/>
          </p:nvSpPr>
          <p:spPr>
            <a:xfrm>
              <a:off x="6881337" y="2599613"/>
              <a:ext cx="13180" cy="52679"/>
            </a:xfrm>
            <a:custGeom>
              <a:avLst/>
              <a:gdLst/>
              <a:ahLst/>
              <a:cxnLst/>
              <a:rect l="l" t="t" r="r" b="b"/>
              <a:pathLst>
                <a:path w="334" h="1335" extrusionOk="0">
                  <a:moveTo>
                    <a:pt x="167" y="1"/>
                  </a:moveTo>
                  <a:cubicBezTo>
                    <a:pt x="72" y="1"/>
                    <a:pt x="0" y="72"/>
                    <a:pt x="0" y="167"/>
                  </a:cubicBezTo>
                  <a:lnTo>
                    <a:pt x="0" y="1167"/>
                  </a:lnTo>
                  <a:cubicBezTo>
                    <a:pt x="0" y="1263"/>
                    <a:pt x="72" y="1334"/>
                    <a:pt x="167" y="1334"/>
                  </a:cubicBezTo>
                  <a:cubicBezTo>
                    <a:pt x="239" y="1334"/>
                    <a:pt x="310" y="1263"/>
                    <a:pt x="334" y="1167"/>
                  </a:cubicBezTo>
                  <a:lnTo>
                    <a:pt x="334" y="167"/>
                  </a:lnTo>
                  <a:cubicBezTo>
                    <a:pt x="334" y="72"/>
                    <a:pt x="239"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65"/>
            <p:cNvSpPr/>
            <p:nvPr/>
          </p:nvSpPr>
          <p:spPr>
            <a:xfrm>
              <a:off x="6846573" y="2599613"/>
              <a:ext cx="12233" cy="91902"/>
            </a:xfrm>
            <a:custGeom>
              <a:avLst/>
              <a:gdLst/>
              <a:ahLst/>
              <a:cxnLst/>
              <a:rect l="l" t="t" r="r" b="b"/>
              <a:pathLst>
                <a:path w="310" h="2329" extrusionOk="0">
                  <a:moveTo>
                    <a:pt x="167" y="1"/>
                  </a:moveTo>
                  <a:cubicBezTo>
                    <a:pt x="72" y="1"/>
                    <a:pt x="0" y="72"/>
                    <a:pt x="0" y="167"/>
                  </a:cubicBezTo>
                  <a:lnTo>
                    <a:pt x="0" y="2168"/>
                  </a:lnTo>
                  <a:cubicBezTo>
                    <a:pt x="0" y="2275"/>
                    <a:pt x="78" y="2328"/>
                    <a:pt x="155" y="2328"/>
                  </a:cubicBezTo>
                  <a:cubicBezTo>
                    <a:pt x="233" y="2328"/>
                    <a:pt x="310" y="2275"/>
                    <a:pt x="310" y="2168"/>
                  </a:cubicBezTo>
                  <a:lnTo>
                    <a:pt x="310" y="167"/>
                  </a:lnTo>
                  <a:cubicBezTo>
                    <a:pt x="310" y="72"/>
                    <a:pt x="238"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4" name="Google Shape;2534;p65"/>
          <p:cNvGrpSpPr/>
          <p:nvPr/>
        </p:nvGrpSpPr>
        <p:grpSpPr>
          <a:xfrm>
            <a:off x="5341889" y="3739767"/>
            <a:ext cx="439821" cy="435125"/>
            <a:chOff x="4813002" y="1260538"/>
            <a:chExt cx="439821" cy="435125"/>
          </a:xfrm>
        </p:grpSpPr>
        <p:sp>
          <p:nvSpPr>
            <p:cNvPr id="2535" name="Google Shape;2535;p65"/>
            <p:cNvSpPr/>
            <p:nvPr/>
          </p:nvSpPr>
          <p:spPr>
            <a:xfrm>
              <a:off x="4815843" y="1473582"/>
              <a:ext cx="430430" cy="178833"/>
            </a:xfrm>
            <a:custGeom>
              <a:avLst/>
              <a:gdLst/>
              <a:ahLst/>
              <a:cxnLst/>
              <a:rect l="l" t="t" r="r" b="b"/>
              <a:pathLst>
                <a:path w="10908" h="4532" extrusionOk="0">
                  <a:moveTo>
                    <a:pt x="10429" y="1"/>
                  </a:moveTo>
                  <a:cubicBezTo>
                    <a:pt x="10152" y="1"/>
                    <a:pt x="9699" y="74"/>
                    <a:pt x="8954" y="269"/>
                  </a:cubicBezTo>
                  <a:cubicBezTo>
                    <a:pt x="7668" y="602"/>
                    <a:pt x="6383" y="1031"/>
                    <a:pt x="5144" y="1531"/>
                  </a:cubicBezTo>
                  <a:cubicBezTo>
                    <a:pt x="3953" y="1984"/>
                    <a:pt x="2787" y="2507"/>
                    <a:pt x="1667" y="3079"/>
                  </a:cubicBezTo>
                  <a:cubicBezTo>
                    <a:pt x="1286" y="3270"/>
                    <a:pt x="167" y="3841"/>
                    <a:pt x="24" y="4222"/>
                  </a:cubicBezTo>
                  <a:cubicBezTo>
                    <a:pt x="0" y="4294"/>
                    <a:pt x="0" y="4365"/>
                    <a:pt x="24" y="4436"/>
                  </a:cubicBezTo>
                  <a:cubicBezTo>
                    <a:pt x="48" y="4484"/>
                    <a:pt x="95" y="4532"/>
                    <a:pt x="167" y="4532"/>
                  </a:cubicBezTo>
                  <a:lnTo>
                    <a:pt x="238" y="4532"/>
                  </a:lnTo>
                  <a:cubicBezTo>
                    <a:pt x="310" y="4508"/>
                    <a:pt x="334" y="4436"/>
                    <a:pt x="334" y="4365"/>
                  </a:cubicBezTo>
                  <a:cubicBezTo>
                    <a:pt x="357" y="4294"/>
                    <a:pt x="548" y="4032"/>
                    <a:pt x="1786" y="3412"/>
                  </a:cubicBezTo>
                  <a:cubicBezTo>
                    <a:pt x="4049" y="2269"/>
                    <a:pt x="6430" y="1341"/>
                    <a:pt x="8883" y="626"/>
                  </a:cubicBezTo>
                  <a:cubicBezTo>
                    <a:pt x="9836" y="371"/>
                    <a:pt x="10266" y="335"/>
                    <a:pt x="10460" y="335"/>
                  </a:cubicBezTo>
                  <a:cubicBezTo>
                    <a:pt x="10537" y="335"/>
                    <a:pt x="10577" y="340"/>
                    <a:pt x="10598" y="340"/>
                  </a:cubicBezTo>
                  <a:cubicBezTo>
                    <a:pt x="10633" y="394"/>
                    <a:pt x="10683" y="421"/>
                    <a:pt x="10735" y="421"/>
                  </a:cubicBezTo>
                  <a:cubicBezTo>
                    <a:pt x="10752" y="421"/>
                    <a:pt x="10770" y="418"/>
                    <a:pt x="10788" y="412"/>
                  </a:cubicBezTo>
                  <a:cubicBezTo>
                    <a:pt x="10860" y="388"/>
                    <a:pt x="10907" y="293"/>
                    <a:pt x="10883" y="197"/>
                  </a:cubicBezTo>
                  <a:lnTo>
                    <a:pt x="10860" y="197"/>
                  </a:lnTo>
                  <a:cubicBezTo>
                    <a:pt x="10823" y="86"/>
                    <a:pt x="10728" y="1"/>
                    <a:pt x="104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65"/>
            <p:cNvSpPr/>
            <p:nvPr/>
          </p:nvSpPr>
          <p:spPr>
            <a:xfrm>
              <a:off x="4866589" y="1387402"/>
              <a:ext cx="308262" cy="308262"/>
            </a:xfrm>
            <a:custGeom>
              <a:avLst/>
              <a:gdLst/>
              <a:ahLst/>
              <a:cxnLst/>
              <a:rect l="l" t="t" r="r" b="b"/>
              <a:pathLst>
                <a:path w="7812" h="7812" extrusionOk="0">
                  <a:moveTo>
                    <a:pt x="3906" y="0"/>
                  </a:moveTo>
                  <a:cubicBezTo>
                    <a:pt x="1739" y="0"/>
                    <a:pt x="0" y="1762"/>
                    <a:pt x="0" y="3906"/>
                  </a:cubicBezTo>
                  <a:cubicBezTo>
                    <a:pt x="0" y="6073"/>
                    <a:pt x="1739" y="7811"/>
                    <a:pt x="3906" y="7811"/>
                  </a:cubicBezTo>
                  <a:cubicBezTo>
                    <a:pt x="6049" y="7811"/>
                    <a:pt x="7811" y="6073"/>
                    <a:pt x="7811" y="3906"/>
                  </a:cubicBezTo>
                  <a:cubicBezTo>
                    <a:pt x="7811" y="1762"/>
                    <a:pt x="6049" y="0"/>
                    <a:pt x="39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65"/>
            <p:cNvSpPr/>
            <p:nvPr/>
          </p:nvSpPr>
          <p:spPr>
            <a:xfrm>
              <a:off x="5007540" y="1387402"/>
              <a:ext cx="167310" cy="308262"/>
            </a:xfrm>
            <a:custGeom>
              <a:avLst/>
              <a:gdLst/>
              <a:ahLst/>
              <a:cxnLst/>
              <a:rect l="l" t="t" r="r" b="b"/>
              <a:pathLst>
                <a:path w="4240" h="7812" extrusionOk="0">
                  <a:moveTo>
                    <a:pt x="334" y="0"/>
                  </a:moveTo>
                  <a:cubicBezTo>
                    <a:pt x="215" y="0"/>
                    <a:pt x="96" y="0"/>
                    <a:pt x="0" y="24"/>
                  </a:cubicBezTo>
                  <a:cubicBezTo>
                    <a:pt x="2025" y="191"/>
                    <a:pt x="3573" y="1881"/>
                    <a:pt x="3573" y="3906"/>
                  </a:cubicBezTo>
                  <a:cubicBezTo>
                    <a:pt x="3573" y="5930"/>
                    <a:pt x="2025" y="7621"/>
                    <a:pt x="0" y="7811"/>
                  </a:cubicBezTo>
                  <a:lnTo>
                    <a:pt x="334" y="7811"/>
                  </a:lnTo>
                  <a:cubicBezTo>
                    <a:pt x="2477" y="7811"/>
                    <a:pt x="4239" y="6073"/>
                    <a:pt x="4239" y="3906"/>
                  </a:cubicBezTo>
                  <a:cubicBezTo>
                    <a:pt x="4239" y="1762"/>
                    <a:pt x="2477" y="0"/>
                    <a:pt x="334"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65"/>
            <p:cNvSpPr/>
            <p:nvPr/>
          </p:nvSpPr>
          <p:spPr>
            <a:xfrm>
              <a:off x="4969934" y="1424021"/>
              <a:ext cx="113763" cy="113763"/>
            </a:xfrm>
            <a:custGeom>
              <a:avLst/>
              <a:gdLst/>
              <a:ahLst/>
              <a:cxnLst/>
              <a:rect l="l" t="t" r="r" b="b"/>
              <a:pathLst>
                <a:path w="2883" h="2883" extrusionOk="0">
                  <a:moveTo>
                    <a:pt x="1453" y="1"/>
                  </a:moveTo>
                  <a:cubicBezTo>
                    <a:pt x="644" y="1"/>
                    <a:pt x="1" y="644"/>
                    <a:pt x="1" y="1430"/>
                  </a:cubicBezTo>
                  <a:cubicBezTo>
                    <a:pt x="1" y="2239"/>
                    <a:pt x="644" y="2882"/>
                    <a:pt x="1453" y="2882"/>
                  </a:cubicBezTo>
                  <a:cubicBezTo>
                    <a:pt x="2239" y="2882"/>
                    <a:pt x="2882" y="2239"/>
                    <a:pt x="2882" y="1430"/>
                  </a:cubicBezTo>
                  <a:cubicBezTo>
                    <a:pt x="2882" y="644"/>
                    <a:pt x="2239" y="1"/>
                    <a:pt x="1453"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65"/>
            <p:cNvSpPr/>
            <p:nvPr/>
          </p:nvSpPr>
          <p:spPr>
            <a:xfrm>
              <a:off x="5014130" y="1423942"/>
              <a:ext cx="72370" cy="113921"/>
            </a:xfrm>
            <a:custGeom>
              <a:avLst/>
              <a:gdLst/>
              <a:ahLst/>
              <a:cxnLst/>
              <a:rect l="l" t="t" r="r" b="b"/>
              <a:pathLst>
                <a:path w="1834" h="2887" extrusionOk="0">
                  <a:moveTo>
                    <a:pt x="415" y="0"/>
                  </a:moveTo>
                  <a:cubicBezTo>
                    <a:pt x="388" y="0"/>
                    <a:pt x="361" y="1"/>
                    <a:pt x="333" y="3"/>
                  </a:cubicBezTo>
                  <a:cubicBezTo>
                    <a:pt x="214" y="3"/>
                    <a:pt x="95" y="3"/>
                    <a:pt x="0" y="50"/>
                  </a:cubicBezTo>
                  <a:cubicBezTo>
                    <a:pt x="1477" y="384"/>
                    <a:pt x="1477" y="2479"/>
                    <a:pt x="0" y="2837"/>
                  </a:cubicBezTo>
                  <a:cubicBezTo>
                    <a:pt x="95" y="2861"/>
                    <a:pt x="214" y="2884"/>
                    <a:pt x="333" y="2884"/>
                  </a:cubicBezTo>
                  <a:cubicBezTo>
                    <a:pt x="361" y="2886"/>
                    <a:pt x="388" y="2887"/>
                    <a:pt x="415" y="2887"/>
                  </a:cubicBezTo>
                  <a:cubicBezTo>
                    <a:pt x="1189" y="2887"/>
                    <a:pt x="1834" y="2237"/>
                    <a:pt x="1834" y="1432"/>
                  </a:cubicBezTo>
                  <a:cubicBezTo>
                    <a:pt x="1834" y="649"/>
                    <a:pt x="1189" y="0"/>
                    <a:pt x="415"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65"/>
            <p:cNvSpPr/>
            <p:nvPr/>
          </p:nvSpPr>
          <p:spPr>
            <a:xfrm>
              <a:off x="4956794" y="1584741"/>
              <a:ext cx="64872" cy="64872"/>
            </a:xfrm>
            <a:custGeom>
              <a:avLst/>
              <a:gdLst/>
              <a:ahLst/>
              <a:cxnLst/>
              <a:rect l="l" t="t" r="r" b="b"/>
              <a:pathLst>
                <a:path w="1644" h="1644" extrusionOk="0">
                  <a:moveTo>
                    <a:pt x="834" y="0"/>
                  </a:moveTo>
                  <a:cubicBezTo>
                    <a:pt x="381" y="0"/>
                    <a:pt x="0" y="381"/>
                    <a:pt x="0" y="834"/>
                  </a:cubicBezTo>
                  <a:cubicBezTo>
                    <a:pt x="0" y="1286"/>
                    <a:pt x="381" y="1643"/>
                    <a:pt x="834" y="1643"/>
                  </a:cubicBezTo>
                  <a:cubicBezTo>
                    <a:pt x="1286" y="1643"/>
                    <a:pt x="1644" y="1286"/>
                    <a:pt x="1644" y="834"/>
                  </a:cubicBezTo>
                  <a:cubicBezTo>
                    <a:pt x="1644" y="381"/>
                    <a:pt x="1286" y="0"/>
                    <a:pt x="834"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65"/>
            <p:cNvSpPr/>
            <p:nvPr/>
          </p:nvSpPr>
          <p:spPr>
            <a:xfrm>
              <a:off x="4976524" y="1584741"/>
              <a:ext cx="48891" cy="64872"/>
            </a:xfrm>
            <a:custGeom>
              <a:avLst/>
              <a:gdLst/>
              <a:ahLst/>
              <a:cxnLst/>
              <a:rect l="l" t="t" r="r" b="b"/>
              <a:pathLst>
                <a:path w="1239" h="1644" extrusionOk="0">
                  <a:moveTo>
                    <a:pt x="334" y="0"/>
                  </a:moveTo>
                  <a:lnTo>
                    <a:pt x="334" y="24"/>
                  </a:lnTo>
                  <a:cubicBezTo>
                    <a:pt x="215" y="24"/>
                    <a:pt x="96" y="48"/>
                    <a:pt x="1" y="95"/>
                  </a:cubicBezTo>
                  <a:cubicBezTo>
                    <a:pt x="620" y="381"/>
                    <a:pt x="620" y="1286"/>
                    <a:pt x="1" y="1572"/>
                  </a:cubicBezTo>
                  <a:cubicBezTo>
                    <a:pt x="110" y="1621"/>
                    <a:pt x="223" y="1644"/>
                    <a:pt x="333" y="1644"/>
                  </a:cubicBezTo>
                  <a:cubicBezTo>
                    <a:pt x="704" y="1644"/>
                    <a:pt x="1046" y="1386"/>
                    <a:pt x="1120" y="1000"/>
                  </a:cubicBezTo>
                  <a:cubicBezTo>
                    <a:pt x="1239" y="476"/>
                    <a:pt x="834" y="0"/>
                    <a:pt x="334"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65"/>
            <p:cNvSpPr/>
            <p:nvPr/>
          </p:nvSpPr>
          <p:spPr>
            <a:xfrm>
              <a:off x="5094944" y="1600722"/>
              <a:ext cx="65819" cy="70476"/>
            </a:xfrm>
            <a:custGeom>
              <a:avLst/>
              <a:gdLst/>
              <a:ahLst/>
              <a:cxnLst/>
              <a:rect l="l" t="t" r="r" b="b"/>
              <a:pathLst>
                <a:path w="1668" h="1786" extrusionOk="0">
                  <a:moveTo>
                    <a:pt x="1089" y="0"/>
                  </a:moveTo>
                  <a:cubicBezTo>
                    <a:pt x="519" y="0"/>
                    <a:pt x="0" y="455"/>
                    <a:pt x="0" y="1095"/>
                  </a:cubicBezTo>
                  <a:cubicBezTo>
                    <a:pt x="0" y="1357"/>
                    <a:pt x="72" y="1595"/>
                    <a:pt x="238" y="1786"/>
                  </a:cubicBezTo>
                  <a:cubicBezTo>
                    <a:pt x="857" y="1381"/>
                    <a:pt x="1358" y="833"/>
                    <a:pt x="1667" y="167"/>
                  </a:cubicBezTo>
                  <a:cubicBezTo>
                    <a:pt x="1481" y="52"/>
                    <a:pt x="1282" y="0"/>
                    <a:pt x="1089"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65"/>
            <p:cNvSpPr/>
            <p:nvPr/>
          </p:nvSpPr>
          <p:spPr>
            <a:xfrm>
              <a:off x="5096798" y="1600683"/>
              <a:ext cx="63965" cy="70515"/>
            </a:xfrm>
            <a:custGeom>
              <a:avLst/>
              <a:gdLst/>
              <a:ahLst/>
              <a:cxnLst/>
              <a:rect l="l" t="t" r="r" b="b"/>
              <a:pathLst>
                <a:path w="1621" h="1787" extrusionOk="0">
                  <a:moveTo>
                    <a:pt x="1025" y="1"/>
                  </a:moveTo>
                  <a:cubicBezTo>
                    <a:pt x="787" y="549"/>
                    <a:pt x="429" y="1025"/>
                    <a:pt x="1" y="1430"/>
                  </a:cubicBezTo>
                  <a:cubicBezTo>
                    <a:pt x="25" y="1549"/>
                    <a:pt x="96" y="1692"/>
                    <a:pt x="191" y="1787"/>
                  </a:cubicBezTo>
                  <a:cubicBezTo>
                    <a:pt x="805" y="1386"/>
                    <a:pt x="1301" y="821"/>
                    <a:pt x="1612" y="162"/>
                  </a:cubicBezTo>
                  <a:lnTo>
                    <a:pt x="1612" y="162"/>
                  </a:lnTo>
                  <a:cubicBezTo>
                    <a:pt x="1614" y="164"/>
                    <a:pt x="1617" y="166"/>
                    <a:pt x="1620" y="168"/>
                  </a:cubicBezTo>
                  <a:lnTo>
                    <a:pt x="1620" y="144"/>
                  </a:lnTo>
                  <a:cubicBezTo>
                    <a:pt x="1617" y="150"/>
                    <a:pt x="1614" y="156"/>
                    <a:pt x="1612" y="162"/>
                  </a:cubicBezTo>
                  <a:lnTo>
                    <a:pt x="1612" y="162"/>
                  </a:lnTo>
                  <a:cubicBezTo>
                    <a:pt x="1424" y="47"/>
                    <a:pt x="1236" y="1"/>
                    <a:pt x="1049"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65"/>
            <p:cNvSpPr/>
            <p:nvPr/>
          </p:nvSpPr>
          <p:spPr>
            <a:xfrm>
              <a:off x="5125959" y="1260538"/>
              <a:ext cx="122168" cy="123115"/>
            </a:xfrm>
            <a:custGeom>
              <a:avLst/>
              <a:gdLst/>
              <a:ahLst/>
              <a:cxnLst/>
              <a:rect l="l" t="t" r="r" b="b"/>
              <a:pathLst>
                <a:path w="3096" h="3120" extrusionOk="0">
                  <a:moveTo>
                    <a:pt x="1548" y="0"/>
                  </a:moveTo>
                  <a:cubicBezTo>
                    <a:pt x="691" y="0"/>
                    <a:pt x="0" y="691"/>
                    <a:pt x="0" y="1548"/>
                  </a:cubicBezTo>
                  <a:cubicBezTo>
                    <a:pt x="0" y="2405"/>
                    <a:pt x="691" y="3120"/>
                    <a:pt x="1548" y="3120"/>
                  </a:cubicBezTo>
                  <a:cubicBezTo>
                    <a:pt x="2405" y="3120"/>
                    <a:pt x="3096" y="2405"/>
                    <a:pt x="3096" y="1548"/>
                  </a:cubicBezTo>
                  <a:cubicBezTo>
                    <a:pt x="3096" y="691"/>
                    <a:pt x="2405" y="0"/>
                    <a:pt x="15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65"/>
            <p:cNvSpPr/>
            <p:nvPr/>
          </p:nvSpPr>
          <p:spPr>
            <a:xfrm>
              <a:off x="5173864" y="1260538"/>
              <a:ext cx="78959" cy="122878"/>
            </a:xfrm>
            <a:custGeom>
              <a:avLst/>
              <a:gdLst/>
              <a:ahLst/>
              <a:cxnLst/>
              <a:rect l="l" t="t" r="r" b="b"/>
              <a:pathLst>
                <a:path w="2001" h="3114" extrusionOk="0">
                  <a:moveTo>
                    <a:pt x="334" y="0"/>
                  </a:moveTo>
                  <a:cubicBezTo>
                    <a:pt x="215" y="0"/>
                    <a:pt x="96" y="0"/>
                    <a:pt x="1" y="48"/>
                  </a:cubicBezTo>
                  <a:cubicBezTo>
                    <a:pt x="1620" y="381"/>
                    <a:pt x="1620" y="2715"/>
                    <a:pt x="1" y="3072"/>
                  </a:cubicBezTo>
                  <a:cubicBezTo>
                    <a:pt x="119" y="3100"/>
                    <a:pt x="237" y="3114"/>
                    <a:pt x="352" y="3114"/>
                  </a:cubicBezTo>
                  <a:cubicBezTo>
                    <a:pt x="1122" y="3114"/>
                    <a:pt x="1799" y="2522"/>
                    <a:pt x="1882" y="1715"/>
                  </a:cubicBezTo>
                  <a:cubicBezTo>
                    <a:pt x="2001" y="786"/>
                    <a:pt x="1263" y="0"/>
                    <a:pt x="334"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65"/>
            <p:cNvSpPr/>
            <p:nvPr/>
          </p:nvSpPr>
          <p:spPr>
            <a:xfrm>
              <a:off x="4813318" y="1478002"/>
              <a:ext cx="432008" cy="179109"/>
            </a:xfrm>
            <a:custGeom>
              <a:avLst/>
              <a:gdLst/>
              <a:ahLst/>
              <a:cxnLst/>
              <a:rect l="l" t="t" r="r" b="b"/>
              <a:pathLst>
                <a:path w="10948" h="4539" extrusionOk="0">
                  <a:moveTo>
                    <a:pt x="10790" y="1"/>
                  </a:moveTo>
                  <a:cubicBezTo>
                    <a:pt x="10714" y="1"/>
                    <a:pt x="10638" y="58"/>
                    <a:pt x="10638" y="157"/>
                  </a:cubicBezTo>
                  <a:cubicBezTo>
                    <a:pt x="10614" y="228"/>
                    <a:pt x="10424" y="467"/>
                    <a:pt x="9185" y="1109"/>
                  </a:cubicBezTo>
                  <a:cubicBezTo>
                    <a:pt x="8042" y="1705"/>
                    <a:pt x="6875" y="2205"/>
                    <a:pt x="5708" y="2657"/>
                  </a:cubicBezTo>
                  <a:cubicBezTo>
                    <a:pt x="4518" y="3134"/>
                    <a:pt x="3303" y="3562"/>
                    <a:pt x="2065" y="3920"/>
                  </a:cubicBezTo>
                  <a:cubicBezTo>
                    <a:pt x="1191" y="4154"/>
                    <a:pt x="757" y="4204"/>
                    <a:pt x="541" y="4204"/>
                  </a:cubicBezTo>
                  <a:cubicBezTo>
                    <a:pt x="428" y="4204"/>
                    <a:pt x="375" y="4190"/>
                    <a:pt x="350" y="4182"/>
                  </a:cubicBezTo>
                  <a:cubicBezTo>
                    <a:pt x="318" y="4118"/>
                    <a:pt x="265" y="4092"/>
                    <a:pt x="212" y="4092"/>
                  </a:cubicBezTo>
                  <a:cubicBezTo>
                    <a:pt x="107" y="4092"/>
                    <a:pt x="1" y="4197"/>
                    <a:pt x="64" y="4324"/>
                  </a:cubicBezTo>
                  <a:cubicBezTo>
                    <a:pt x="112" y="4444"/>
                    <a:pt x="207" y="4539"/>
                    <a:pt x="517" y="4539"/>
                  </a:cubicBezTo>
                  <a:cubicBezTo>
                    <a:pt x="1017" y="4491"/>
                    <a:pt x="1493" y="4420"/>
                    <a:pt x="1969" y="4277"/>
                  </a:cubicBezTo>
                  <a:cubicBezTo>
                    <a:pt x="3279" y="3920"/>
                    <a:pt x="4541" y="3491"/>
                    <a:pt x="5804" y="2991"/>
                  </a:cubicBezTo>
                  <a:cubicBezTo>
                    <a:pt x="7090" y="2467"/>
                    <a:pt x="8328" y="1919"/>
                    <a:pt x="9257" y="1443"/>
                  </a:cubicBezTo>
                  <a:cubicBezTo>
                    <a:pt x="9638" y="1252"/>
                    <a:pt x="10757" y="681"/>
                    <a:pt x="10900" y="300"/>
                  </a:cubicBezTo>
                  <a:cubicBezTo>
                    <a:pt x="10947" y="228"/>
                    <a:pt x="10947" y="157"/>
                    <a:pt x="10900" y="85"/>
                  </a:cubicBezTo>
                  <a:lnTo>
                    <a:pt x="10924" y="85"/>
                  </a:lnTo>
                  <a:cubicBezTo>
                    <a:pt x="10895" y="27"/>
                    <a:pt x="10842" y="1"/>
                    <a:pt x="107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65"/>
            <p:cNvSpPr/>
            <p:nvPr/>
          </p:nvSpPr>
          <p:spPr>
            <a:xfrm>
              <a:off x="4813002" y="1313138"/>
              <a:ext cx="52679" cy="52679"/>
            </a:xfrm>
            <a:custGeom>
              <a:avLst/>
              <a:gdLst/>
              <a:ahLst/>
              <a:cxnLst/>
              <a:rect l="l" t="t" r="r" b="b"/>
              <a:pathLst>
                <a:path w="1335" h="1335" extrusionOk="0">
                  <a:moveTo>
                    <a:pt x="668" y="1"/>
                  </a:moveTo>
                  <a:cubicBezTo>
                    <a:pt x="287" y="1"/>
                    <a:pt x="1" y="310"/>
                    <a:pt x="1" y="668"/>
                  </a:cubicBezTo>
                  <a:cubicBezTo>
                    <a:pt x="1" y="1025"/>
                    <a:pt x="287" y="1334"/>
                    <a:pt x="668" y="1334"/>
                  </a:cubicBezTo>
                  <a:cubicBezTo>
                    <a:pt x="1025" y="1334"/>
                    <a:pt x="1334" y="1025"/>
                    <a:pt x="1334" y="668"/>
                  </a:cubicBezTo>
                  <a:cubicBezTo>
                    <a:pt x="1334" y="310"/>
                    <a:pt x="1025" y="1"/>
                    <a:pt x="6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65"/>
            <p:cNvSpPr/>
            <p:nvPr/>
          </p:nvSpPr>
          <p:spPr>
            <a:xfrm>
              <a:off x="4826182" y="1313138"/>
              <a:ext cx="43248" cy="52403"/>
            </a:xfrm>
            <a:custGeom>
              <a:avLst/>
              <a:gdLst/>
              <a:ahLst/>
              <a:cxnLst/>
              <a:rect l="l" t="t" r="r" b="b"/>
              <a:pathLst>
                <a:path w="1096" h="1328" extrusionOk="0">
                  <a:moveTo>
                    <a:pt x="334" y="1"/>
                  </a:moveTo>
                  <a:cubicBezTo>
                    <a:pt x="215" y="1"/>
                    <a:pt x="95" y="25"/>
                    <a:pt x="0" y="96"/>
                  </a:cubicBezTo>
                  <a:cubicBezTo>
                    <a:pt x="429" y="358"/>
                    <a:pt x="429" y="977"/>
                    <a:pt x="0" y="1239"/>
                  </a:cubicBezTo>
                  <a:cubicBezTo>
                    <a:pt x="107" y="1299"/>
                    <a:pt x="222" y="1328"/>
                    <a:pt x="334" y="1328"/>
                  </a:cubicBezTo>
                  <a:cubicBezTo>
                    <a:pt x="621" y="1328"/>
                    <a:pt x="891" y="1142"/>
                    <a:pt x="977" y="834"/>
                  </a:cubicBezTo>
                  <a:cubicBezTo>
                    <a:pt x="1096" y="406"/>
                    <a:pt x="762" y="1"/>
                    <a:pt x="334" y="1"/>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9" name="Google Shape;2549;p65"/>
          <p:cNvGrpSpPr/>
          <p:nvPr/>
        </p:nvGrpSpPr>
        <p:grpSpPr>
          <a:xfrm>
            <a:off x="3506704" y="3732642"/>
            <a:ext cx="444517" cy="435125"/>
            <a:chOff x="2975863" y="1260538"/>
            <a:chExt cx="444517" cy="435125"/>
          </a:xfrm>
        </p:grpSpPr>
        <p:sp>
          <p:nvSpPr>
            <p:cNvPr id="2550" name="Google Shape;2550;p65"/>
            <p:cNvSpPr/>
            <p:nvPr/>
          </p:nvSpPr>
          <p:spPr>
            <a:xfrm>
              <a:off x="3132795" y="1403186"/>
              <a:ext cx="130652" cy="238891"/>
            </a:xfrm>
            <a:custGeom>
              <a:avLst/>
              <a:gdLst/>
              <a:ahLst/>
              <a:cxnLst/>
              <a:rect l="l" t="t" r="r" b="b"/>
              <a:pathLst>
                <a:path w="3311" h="6054" extrusionOk="0">
                  <a:moveTo>
                    <a:pt x="1691" y="314"/>
                  </a:moveTo>
                  <a:lnTo>
                    <a:pt x="2501" y="3887"/>
                  </a:lnTo>
                  <a:lnTo>
                    <a:pt x="1644" y="4268"/>
                  </a:lnTo>
                  <a:lnTo>
                    <a:pt x="786" y="3887"/>
                  </a:lnTo>
                  <a:lnTo>
                    <a:pt x="1596" y="314"/>
                  </a:lnTo>
                  <a:close/>
                  <a:moveTo>
                    <a:pt x="715" y="4220"/>
                  </a:moveTo>
                  <a:lnTo>
                    <a:pt x="1239" y="4458"/>
                  </a:lnTo>
                  <a:lnTo>
                    <a:pt x="596" y="4744"/>
                  </a:lnTo>
                  <a:lnTo>
                    <a:pt x="715" y="4220"/>
                  </a:lnTo>
                  <a:close/>
                  <a:moveTo>
                    <a:pt x="2572" y="4196"/>
                  </a:moveTo>
                  <a:lnTo>
                    <a:pt x="2692" y="4744"/>
                  </a:lnTo>
                  <a:lnTo>
                    <a:pt x="2049" y="4434"/>
                  </a:lnTo>
                  <a:lnTo>
                    <a:pt x="2572" y="4196"/>
                  </a:lnTo>
                  <a:close/>
                  <a:moveTo>
                    <a:pt x="1644" y="4625"/>
                  </a:moveTo>
                  <a:lnTo>
                    <a:pt x="2763" y="5125"/>
                  </a:lnTo>
                  <a:lnTo>
                    <a:pt x="2906" y="5720"/>
                  </a:lnTo>
                  <a:lnTo>
                    <a:pt x="358" y="5720"/>
                  </a:lnTo>
                  <a:lnTo>
                    <a:pt x="501" y="5125"/>
                  </a:lnTo>
                  <a:lnTo>
                    <a:pt x="1644" y="4625"/>
                  </a:lnTo>
                  <a:close/>
                  <a:moveTo>
                    <a:pt x="1448" y="0"/>
                  </a:moveTo>
                  <a:cubicBezTo>
                    <a:pt x="1388" y="0"/>
                    <a:pt x="1334" y="62"/>
                    <a:pt x="1334" y="124"/>
                  </a:cubicBezTo>
                  <a:lnTo>
                    <a:pt x="24" y="5839"/>
                  </a:lnTo>
                  <a:cubicBezTo>
                    <a:pt x="0" y="5887"/>
                    <a:pt x="24" y="5935"/>
                    <a:pt x="48" y="5982"/>
                  </a:cubicBezTo>
                  <a:cubicBezTo>
                    <a:pt x="72" y="6030"/>
                    <a:pt x="120" y="6030"/>
                    <a:pt x="191" y="6054"/>
                  </a:cubicBezTo>
                  <a:lnTo>
                    <a:pt x="3120" y="6054"/>
                  </a:lnTo>
                  <a:cubicBezTo>
                    <a:pt x="3239" y="6054"/>
                    <a:pt x="3311" y="5935"/>
                    <a:pt x="3287" y="5839"/>
                  </a:cubicBezTo>
                  <a:lnTo>
                    <a:pt x="1977" y="124"/>
                  </a:lnTo>
                  <a:cubicBezTo>
                    <a:pt x="1977" y="62"/>
                    <a:pt x="1924" y="0"/>
                    <a:pt x="1863" y="0"/>
                  </a:cubicBezTo>
                  <a:cubicBezTo>
                    <a:pt x="1853" y="0"/>
                    <a:pt x="1844" y="2"/>
                    <a:pt x="1834" y="5"/>
                  </a:cubicBezTo>
                  <a:lnTo>
                    <a:pt x="1477" y="5"/>
                  </a:lnTo>
                  <a:cubicBezTo>
                    <a:pt x="1467" y="2"/>
                    <a:pt x="1458" y="0"/>
                    <a:pt x="144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65"/>
            <p:cNvSpPr/>
            <p:nvPr/>
          </p:nvSpPr>
          <p:spPr>
            <a:xfrm>
              <a:off x="3123404" y="1628897"/>
              <a:ext cx="149435" cy="44195"/>
            </a:xfrm>
            <a:custGeom>
              <a:avLst/>
              <a:gdLst/>
              <a:ahLst/>
              <a:cxnLst/>
              <a:rect l="l" t="t" r="r" b="b"/>
              <a:pathLst>
                <a:path w="3787" h="1120" extrusionOk="0">
                  <a:moveTo>
                    <a:pt x="119" y="0"/>
                  </a:moveTo>
                  <a:cubicBezTo>
                    <a:pt x="48" y="0"/>
                    <a:pt x="0" y="48"/>
                    <a:pt x="0" y="119"/>
                  </a:cubicBezTo>
                  <a:lnTo>
                    <a:pt x="0" y="1120"/>
                  </a:lnTo>
                  <a:lnTo>
                    <a:pt x="3787" y="1120"/>
                  </a:lnTo>
                  <a:lnTo>
                    <a:pt x="3763" y="119"/>
                  </a:lnTo>
                  <a:cubicBezTo>
                    <a:pt x="3763" y="48"/>
                    <a:pt x="3715" y="0"/>
                    <a:pt x="36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65"/>
            <p:cNvSpPr/>
            <p:nvPr/>
          </p:nvSpPr>
          <p:spPr>
            <a:xfrm>
              <a:off x="3247426" y="1628897"/>
              <a:ext cx="25412" cy="44195"/>
            </a:xfrm>
            <a:custGeom>
              <a:avLst/>
              <a:gdLst/>
              <a:ahLst/>
              <a:cxnLst/>
              <a:rect l="l" t="t" r="r" b="b"/>
              <a:pathLst>
                <a:path w="644" h="1120" extrusionOk="0">
                  <a:moveTo>
                    <a:pt x="1" y="0"/>
                  </a:moveTo>
                  <a:lnTo>
                    <a:pt x="1" y="1120"/>
                  </a:lnTo>
                  <a:lnTo>
                    <a:pt x="644" y="1120"/>
                  </a:lnTo>
                  <a:lnTo>
                    <a:pt x="644" y="119"/>
                  </a:lnTo>
                  <a:cubicBezTo>
                    <a:pt x="644" y="48"/>
                    <a:pt x="572" y="0"/>
                    <a:pt x="501"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65"/>
            <p:cNvSpPr/>
            <p:nvPr/>
          </p:nvSpPr>
          <p:spPr>
            <a:xfrm>
              <a:off x="2975863" y="1669304"/>
              <a:ext cx="444517" cy="26359"/>
            </a:xfrm>
            <a:custGeom>
              <a:avLst/>
              <a:gdLst/>
              <a:ahLst/>
              <a:cxnLst/>
              <a:rect l="l" t="t" r="r" b="b"/>
              <a:pathLst>
                <a:path w="11265" h="668" extrusionOk="0">
                  <a:moveTo>
                    <a:pt x="453" y="0"/>
                  </a:moveTo>
                  <a:cubicBezTo>
                    <a:pt x="0" y="0"/>
                    <a:pt x="0" y="667"/>
                    <a:pt x="453" y="667"/>
                  </a:cubicBezTo>
                  <a:lnTo>
                    <a:pt x="10812" y="667"/>
                  </a:lnTo>
                  <a:cubicBezTo>
                    <a:pt x="11265" y="667"/>
                    <a:pt x="11265" y="0"/>
                    <a:pt x="108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65"/>
            <p:cNvSpPr/>
            <p:nvPr/>
          </p:nvSpPr>
          <p:spPr>
            <a:xfrm>
              <a:off x="3376184" y="1669304"/>
              <a:ext cx="44195" cy="26359"/>
            </a:xfrm>
            <a:custGeom>
              <a:avLst/>
              <a:gdLst/>
              <a:ahLst/>
              <a:cxnLst/>
              <a:rect l="l" t="t" r="r" b="b"/>
              <a:pathLst>
                <a:path w="1120" h="668" extrusionOk="0">
                  <a:moveTo>
                    <a:pt x="0" y="0"/>
                  </a:moveTo>
                  <a:cubicBezTo>
                    <a:pt x="453" y="0"/>
                    <a:pt x="453" y="667"/>
                    <a:pt x="0" y="667"/>
                  </a:cubicBezTo>
                  <a:lnTo>
                    <a:pt x="667" y="667"/>
                  </a:lnTo>
                  <a:cubicBezTo>
                    <a:pt x="1120" y="667"/>
                    <a:pt x="1120" y="0"/>
                    <a:pt x="667" y="0"/>
                  </a:cubicBezTo>
                  <a:close/>
                </a:path>
              </a:pathLst>
            </a:custGeom>
            <a:solidFill>
              <a:srgbClr val="002F57">
                <a:alpha val="12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65"/>
            <p:cNvSpPr/>
            <p:nvPr/>
          </p:nvSpPr>
          <p:spPr>
            <a:xfrm>
              <a:off x="3179792" y="1384561"/>
              <a:ext cx="36658" cy="37645"/>
            </a:xfrm>
            <a:custGeom>
              <a:avLst/>
              <a:gdLst/>
              <a:ahLst/>
              <a:cxnLst/>
              <a:rect l="l" t="t" r="r" b="b"/>
              <a:pathLst>
                <a:path w="929" h="954" extrusionOk="0">
                  <a:moveTo>
                    <a:pt x="453" y="1"/>
                  </a:moveTo>
                  <a:cubicBezTo>
                    <a:pt x="215" y="1"/>
                    <a:pt x="0" y="215"/>
                    <a:pt x="0" y="477"/>
                  </a:cubicBezTo>
                  <a:cubicBezTo>
                    <a:pt x="0" y="739"/>
                    <a:pt x="215" y="953"/>
                    <a:pt x="453" y="953"/>
                  </a:cubicBezTo>
                  <a:cubicBezTo>
                    <a:pt x="715" y="953"/>
                    <a:pt x="929" y="739"/>
                    <a:pt x="929" y="477"/>
                  </a:cubicBezTo>
                  <a:cubicBezTo>
                    <a:pt x="929" y="215"/>
                    <a:pt x="715" y="1"/>
                    <a:pt x="4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65"/>
            <p:cNvSpPr/>
            <p:nvPr/>
          </p:nvSpPr>
          <p:spPr>
            <a:xfrm>
              <a:off x="3100833" y="1331013"/>
              <a:ext cx="169204" cy="144858"/>
            </a:xfrm>
            <a:custGeom>
              <a:avLst/>
              <a:gdLst/>
              <a:ahLst/>
              <a:cxnLst/>
              <a:rect l="l" t="t" r="r" b="b"/>
              <a:pathLst>
                <a:path w="4288" h="3671" extrusionOk="0">
                  <a:moveTo>
                    <a:pt x="2444" y="320"/>
                  </a:moveTo>
                  <a:cubicBezTo>
                    <a:pt x="3221" y="320"/>
                    <a:pt x="3978" y="929"/>
                    <a:pt x="3978" y="1834"/>
                  </a:cubicBezTo>
                  <a:cubicBezTo>
                    <a:pt x="3978" y="2667"/>
                    <a:pt x="3287" y="3334"/>
                    <a:pt x="2477" y="3334"/>
                  </a:cubicBezTo>
                  <a:cubicBezTo>
                    <a:pt x="1120" y="3334"/>
                    <a:pt x="453" y="1715"/>
                    <a:pt x="1406" y="762"/>
                  </a:cubicBezTo>
                  <a:cubicBezTo>
                    <a:pt x="1704" y="456"/>
                    <a:pt x="2076" y="320"/>
                    <a:pt x="2444" y="320"/>
                  </a:cubicBezTo>
                  <a:close/>
                  <a:moveTo>
                    <a:pt x="2477" y="0"/>
                  </a:moveTo>
                  <a:cubicBezTo>
                    <a:pt x="834" y="0"/>
                    <a:pt x="1" y="1977"/>
                    <a:pt x="1168" y="3120"/>
                  </a:cubicBezTo>
                  <a:cubicBezTo>
                    <a:pt x="1540" y="3500"/>
                    <a:pt x="2001" y="3671"/>
                    <a:pt x="2454" y="3671"/>
                  </a:cubicBezTo>
                  <a:cubicBezTo>
                    <a:pt x="3389" y="3671"/>
                    <a:pt x="4287" y="2942"/>
                    <a:pt x="4287" y="1834"/>
                  </a:cubicBezTo>
                  <a:cubicBezTo>
                    <a:pt x="4287" y="834"/>
                    <a:pt x="3478" y="0"/>
                    <a:pt x="24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65"/>
            <p:cNvSpPr/>
            <p:nvPr/>
          </p:nvSpPr>
          <p:spPr>
            <a:xfrm>
              <a:off x="3052928" y="1294355"/>
              <a:ext cx="253767" cy="218135"/>
            </a:xfrm>
            <a:custGeom>
              <a:avLst/>
              <a:gdLst/>
              <a:ahLst/>
              <a:cxnLst/>
              <a:rect l="l" t="t" r="r" b="b"/>
              <a:pathLst>
                <a:path w="6431" h="5528" extrusionOk="0">
                  <a:moveTo>
                    <a:pt x="3659" y="323"/>
                  </a:moveTo>
                  <a:cubicBezTo>
                    <a:pt x="4913" y="323"/>
                    <a:pt x="6121" y="1298"/>
                    <a:pt x="6121" y="2763"/>
                  </a:cubicBezTo>
                  <a:cubicBezTo>
                    <a:pt x="6121" y="4096"/>
                    <a:pt x="5025" y="5192"/>
                    <a:pt x="3691" y="5192"/>
                  </a:cubicBezTo>
                  <a:cubicBezTo>
                    <a:pt x="1501" y="5192"/>
                    <a:pt x="429" y="2572"/>
                    <a:pt x="1953" y="1048"/>
                  </a:cubicBezTo>
                  <a:cubicBezTo>
                    <a:pt x="2447" y="547"/>
                    <a:pt x="3058" y="323"/>
                    <a:pt x="3659" y="323"/>
                  </a:cubicBezTo>
                  <a:close/>
                  <a:moveTo>
                    <a:pt x="3691" y="0"/>
                  </a:moveTo>
                  <a:cubicBezTo>
                    <a:pt x="1215" y="0"/>
                    <a:pt x="0" y="2977"/>
                    <a:pt x="1739" y="4716"/>
                  </a:cubicBezTo>
                  <a:cubicBezTo>
                    <a:pt x="2300" y="5277"/>
                    <a:pt x="2988" y="5528"/>
                    <a:pt x="3662" y="5528"/>
                  </a:cubicBezTo>
                  <a:cubicBezTo>
                    <a:pt x="5076" y="5528"/>
                    <a:pt x="6430" y="4424"/>
                    <a:pt x="6430" y="2763"/>
                  </a:cubicBezTo>
                  <a:cubicBezTo>
                    <a:pt x="6430" y="1239"/>
                    <a:pt x="5192" y="0"/>
                    <a:pt x="36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65"/>
            <p:cNvSpPr/>
            <p:nvPr/>
          </p:nvSpPr>
          <p:spPr>
            <a:xfrm>
              <a:off x="3006878" y="1260538"/>
              <a:ext cx="334581" cy="286164"/>
            </a:xfrm>
            <a:custGeom>
              <a:avLst/>
              <a:gdLst/>
              <a:ahLst/>
              <a:cxnLst/>
              <a:rect l="l" t="t" r="r" b="b"/>
              <a:pathLst>
                <a:path w="8479" h="7252" extrusionOk="0">
                  <a:moveTo>
                    <a:pt x="4823" y="318"/>
                  </a:moveTo>
                  <a:cubicBezTo>
                    <a:pt x="6517" y="318"/>
                    <a:pt x="8145" y="1636"/>
                    <a:pt x="8145" y="3620"/>
                  </a:cubicBezTo>
                  <a:cubicBezTo>
                    <a:pt x="8145" y="5430"/>
                    <a:pt x="6668" y="6906"/>
                    <a:pt x="4858" y="6930"/>
                  </a:cubicBezTo>
                  <a:cubicBezTo>
                    <a:pt x="1906" y="6930"/>
                    <a:pt x="429" y="3358"/>
                    <a:pt x="2525" y="1286"/>
                  </a:cubicBezTo>
                  <a:cubicBezTo>
                    <a:pt x="3193" y="618"/>
                    <a:pt x="4016" y="318"/>
                    <a:pt x="4823" y="318"/>
                  </a:cubicBezTo>
                  <a:close/>
                  <a:moveTo>
                    <a:pt x="4858" y="0"/>
                  </a:moveTo>
                  <a:cubicBezTo>
                    <a:pt x="1620" y="0"/>
                    <a:pt x="0" y="3906"/>
                    <a:pt x="2287" y="6192"/>
                  </a:cubicBezTo>
                  <a:cubicBezTo>
                    <a:pt x="3025" y="6923"/>
                    <a:pt x="3931" y="7251"/>
                    <a:pt x="4819" y="7251"/>
                  </a:cubicBezTo>
                  <a:cubicBezTo>
                    <a:pt x="6679" y="7251"/>
                    <a:pt x="8462" y="5812"/>
                    <a:pt x="8478" y="3620"/>
                  </a:cubicBezTo>
                  <a:cubicBezTo>
                    <a:pt x="8454" y="1619"/>
                    <a:pt x="6835" y="0"/>
                    <a:pt x="48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62"/>
        <p:cNvGrpSpPr/>
        <p:nvPr/>
      </p:nvGrpSpPr>
      <p:grpSpPr>
        <a:xfrm>
          <a:off x="0" y="0"/>
          <a:ext cx="0" cy="0"/>
          <a:chOff x="0" y="0"/>
          <a:chExt cx="0" cy="0"/>
        </a:xfrm>
      </p:grpSpPr>
      <p:sp>
        <p:nvSpPr>
          <p:cNvPr id="2563" name="Google Shape;2563;p66"/>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Activity 4 - True or false?</a:t>
            </a:r>
            <a:endParaRPr/>
          </a:p>
        </p:txBody>
      </p:sp>
      <p:sp>
        <p:nvSpPr>
          <p:cNvPr id="2564" name="Google Shape;2564;p66"/>
          <p:cNvSpPr txBox="1"/>
          <p:nvPr/>
        </p:nvSpPr>
        <p:spPr>
          <a:xfrm>
            <a:off x="691800" y="1127291"/>
            <a:ext cx="7734000" cy="41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Epilogue"/>
                <a:ea typeface="Epilogue"/>
                <a:cs typeface="Epilogue"/>
                <a:sym typeface="Epilogue"/>
              </a:rPr>
              <a:t>Read each of the statements and </a:t>
            </a:r>
            <a:r>
              <a:rPr lang="en" b="1">
                <a:solidFill>
                  <a:schemeClr val="dk1"/>
                </a:solidFill>
                <a:latin typeface="Epilogue"/>
                <a:ea typeface="Epilogue"/>
                <a:cs typeface="Epilogue"/>
                <a:sym typeface="Epilogue"/>
              </a:rPr>
              <a:t>color the option that seems best to you</a:t>
            </a:r>
            <a:r>
              <a:rPr lang="en">
                <a:solidFill>
                  <a:schemeClr val="dk1"/>
                </a:solidFill>
                <a:latin typeface="Epilogue"/>
                <a:ea typeface="Epilogue"/>
                <a:cs typeface="Epilogue"/>
                <a:sym typeface="Epilogue"/>
              </a:rPr>
              <a:t>:</a:t>
            </a:r>
            <a:endParaRPr>
              <a:solidFill>
                <a:schemeClr val="dk1"/>
              </a:solidFill>
              <a:latin typeface="Epilogue"/>
              <a:ea typeface="Epilogue"/>
              <a:cs typeface="Epilogue"/>
              <a:sym typeface="Epilogue"/>
            </a:endParaRPr>
          </a:p>
        </p:txBody>
      </p:sp>
      <p:sp>
        <p:nvSpPr>
          <p:cNvPr id="2565" name="Google Shape;2565;p66"/>
          <p:cNvSpPr/>
          <p:nvPr/>
        </p:nvSpPr>
        <p:spPr>
          <a:xfrm rot="10800000" flipH="1">
            <a:off x="7612174" y="1765589"/>
            <a:ext cx="590603" cy="441006"/>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66"/>
          <p:cNvSpPr/>
          <p:nvPr/>
        </p:nvSpPr>
        <p:spPr>
          <a:xfrm>
            <a:off x="6785720" y="1775748"/>
            <a:ext cx="590603" cy="441006"/>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66"/>
          <p:cNvSpPr txBox="1"/>
          <p:nvPr/>
        </p:nvSpPr>
        <p:spPr>
          <a:xfrm>
            <a:off x="870133" y="1674842"/>
            <a:ext cx="5908500" cy="635400"/>
          </a:xfrm>
          <a:prstGeom prst="rect">
            <a:avLst/>
          </a:prstGeom>
          <a:noFill/>
          <a:ln>
            <a:noFill/>
          </a:ln>
        </p:spPr>
        <p:txBody>
          <a:bodyPr spcFirstLastPara="1" wrap="square" lIns="91425" tIns="228600" rIns="182875" bIns="0" anchor="t" anchorCtr="0">
            <a:noAutofit/>
          </a:bodyPr>
          <a:lstStyle/>
          <a:p>
            <a:pPr marL="0" lvl="0" indent="0" algn="l" rtl="0">
              <a:lnSpc>
                <a:spcPct val="115000"/>
              </a:lnSpc>
              <a:spcBef>
                <a:spcPts val="0"/>
              </a:spcBef>
              <a:spcAft>
                <a:spcPts val="0"/>
              </a:spcAft>
              <a:buNone/>
            </a:pPr>
            <a:r>
              <a:rPr lang="en">
                <a:solidFill>
                  <a:schemeClr val="dk1"/>
                </a:solidFill>
                <a:latin typeface="Epilogue"/>
                <a:ea typeface="Epilogue"/>
                <a:cs typeface="Epilogue"/>
                <a:sym typeface="Epilogue"/>
              </a:rPr>
              <a:t>Physical sciences have no relevance to our everyday lives</a:t>
            </a:r>
            <a:endParaRPr>
              <a:solidFill>
                <a:schemeClr val="dk1"/>
              </a:solidFill>
              <a:latin typeface="Epilogue"/>
              <a:ea typeface="Epilogue"/>
              <a:cs typeface="Epilogue"/>
              <a:sym typeface="Epilogue"/>
            </a:endParaRPr>
          </a:p>
        </p:txBody>
      </p:sp>
      <p:sp>
        <p:nvSpPr>
          <p:cNvPr id="2568" name="Google Shape;2568;p66"/>
          <p:cNvSpPr txBox="1"/>
          <p:nvPr/>
        </p:nvSpPr>
        <p:spPr>
          <a:xfrm>
            <a:off x="6921782" y="1900746"/>
            <a:ext cx="378900" cy="218400"/>
          </a:xfrm>
          <a:prstGeom prst="rect">
            <a:avLst/>
          </a:prstGeom>
          <a:noFill/>
          <a:ln>
            <a:noFill/>
          </a:ln>
        </p:spPr>
        <p:txBody>
          <a:bodyPr spcFirstLastPara="1" wrap="square" lIns="91425" tIns="0" rIns="91425" bIns="0" anchor="b" anchorCtr="0">
            <a:noAutofit/>
          </a:bodyPr>
          <a:lstStyle/>
          <a:p>
            <a:pPr marL="0" lvl="0" indent="0" algn="ctr" rtl="0">
              <a:spcBef>
                <a:spcPts val="0"/>
              </a:spcBef>
              <a:spcAft>
                <a:spcPts val="0"/>
              </a:spcAft>
              <a:buNone/>
            </a:pPr>
            <a:r>
              <a:rPr lang="en" sz="1500">
                <a:solidFill>
                  <a:schemeClr val="dk1"/>
                </a:solidFill>
                <a:latin typeface="Montserrat ExtraBold"/>
                <a:ea typeface="Montserrat ExtraBold"/>
                <a:cs typeface="Montserrat ExtraBold"/>
                <a:sym typeface="Montserrat ExtraBold"/>
              </a:rPr>
              <a:t>T</a:t>
            </a:r>
            <a:endParaRPr sz="1500">
              <a:solidFill>
                <a:schemeClr val="dk1"/>
              </a:solidFill>
              <a:latin typeface="Montserrat ExtraBold"/>
              <a:ea typeface="Montserrat ExtraBold"/>
              <a:cs typeface="Montserrat ExtraBold"/>
              <a:sym typeface="Montserrat ExtraBold"/>
            </a:endParaRPr>
          </a:p>
        </p:txBody>
      </p:sp>
      <p:sp>
        <p:nvSpPr>
          <p:cNvPr id="2569" name="Google Shape;2569;p66"/>
          <p:cNvSpPr txBox="1"/>
          <p:nvPr/>
        </p:nvSpPr>
        <p:spPr>
          <a:xfrm>
            <a:off x="7749611" y="1900746"/>
            <a:ext cx="378900" cy="218400"/>
          </a:xfrm>
          <a:prstGeom prst="rect">
            <a:avLst/>
          </a:prstGeom>
          <a:noFill/>
          <a:ln>
            <a:noFill/>
          </a:ln>
        </p:spPr>
        <p:txBody>
          <a:bodyPr spcFirstLastPara="1" wrap="square" lIns="91425" tIns="0" rIns="91425" bIns="0" anchor="b" anchorCtr="0">
            <a:noAutofit/>
          </a:bodyPr>
          <a:lstStyle/>
          <a:p>
            <a:pPr marL="0" lvl="0" indent="0" algn="ctr" rtl="0">
              <a:spcBef>
                <a:spcPts val="0"/>
              </a:spcBef>
              <a:spcAft>
                <a:spcPts val="0"/>
              </a:spcAft>
              <a:buNone/>
            </a:pPr>
            <a:r>
              <a:rPr lang="en" sz="1500">
                <a:solidFill>
                  <a:schemeClr val="dk1"/>
                </a:solidFill>
                <a:latin typeface="Montserrat ExtraBold"/>
                <a:ea typeface="Montserrat ExtraBold"/>
                <a:cs typeface="Montserrat ExtraBold"/>
                <a:sym typeface="Montserrat ExtraBold"/>
              </a:rPr>
              <a:t>F</a:t>
            </a:r>
            <a:endParaRPr sz="1500">
              <a:solidFill>
                <a:schemeClr val="dk1"/>
              </a:solidFill>
              <a:latin typeface="Montserrat ExtraBold"/>
              <a:ea typeface="Montserrat ExtraBold"/>
              <a:cs typeface="Montserrat ExtraBold"/>
              <a:sym typeface="Montserrat ExtraBold"/>
            </a:endParaRPr>
          </a:p>
        </p:txBody>
      </p:sp>
      <p:sp>
        <p:nvSpPr>
          <p:cNvPr id="2570" name="Google Shape;2570;p66"/>
          <p:cNvSpPr/>
          <p:nvPr/>
        </p:nvSpPr>
        <p:spPr>
          <a:xfrm rot="10800000" flipH="1">
            <a:off x="7605090" y="2487767"/>
            <a:ext cx="590603" cy="441006"/>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66"/>
          <p:cNvSpPr/>
          <p:nvPr/>
        </p:nvSpPr>
        <p:spPr>
          <a:xfrm>
            <a:off x="6778612" y="2498130"/>
            <a:ext cx="590603" cy="441006"/>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66"/>
          <p:cNvSpPr txBox="1"/>
          <p:nvPr/>
        </p:nvSpPr>
        <p:spPr>
          <a:xfrm>
            <a:off x="870133" y="2400917"/>
            <a:ext cx="5908500" cy="635400"/>
          </a:xfrm>
          <a:prstGeom prst="rect">
            <a:avLst/>
          </a:prstGeom>
          <a:noFill/>
          <a:ln>
            <a:noFill/>
          </a:ln>
        </p:spPr>
        <p:txBody>
          <a:bodyPr spcFirstLastPara="1" wrap="square" lIns="91425" tIns="228600" rIns="182875" bIns="0" anchor="t" anchorCtr="0">
            <a:noAutofit/>
          </a:bodyPr>
          <a:lstStyle/>
          <a:p>
            <a:pPr marL="0" lvl="0" indent="0" algn="l" rtl="0">
              <a:lnSpc>
                <a:spcPct val="115000"/>
              </a:lnSpc>
              <a:spcBef>
                <a:spcPts val="0"/>
              </a:spcBef>
              <a:spcAft>
                <a:spcPts val="0"/>
              </a:spcAft>
              <a:buNone/>
            </a:pPr>
            <a:r>
              <a:rPr lang="en">
                <a:solidFill>
                  <a:schemeClr val="dk1"/>
                </a:solidFill>
                <a:latin typeface="Epilogue"/>
                <a:ea typeface="Epilogue"/>
                <a:cs typeface="Epilogue"/>
                <a:sym typeface="Epilogue"/>
              </a:rPr>
              <a:t>Chemistry is the only branch of the entire physical sciences</a:t>
            </a:r>
            <a:endParaRPr>
              <a:solidFill>
                <a:schemeClr val="dk1"/>
              </a:solidFill>
              <a:latin typeface="Epilogue"/>
              <a:ea typeface="Epilogue"/>
              <a:cs typeface="Epilogue"/>
              <a:sym typeface="Epilogue"/>
            </a:endParaRPr>
          </a:p>
        </p:txBody>
      </p:sp>
      <p:sp>
        <p:nvSpPr>
          <p:cNvPr id="2573" name="Google Shape;2573;p66"/>
          <p:cNvSpPr txBox="1"/>
          <p:nvPr/>
        </p:nvSpPr>
        <p:spPr>
          <a:xfrm>
            <a:off x="6921782" y="2626957"/>
            <a:ext cx="378900" cy="218400"/>
          </a:xfrm>
          <a:prstGeom prst="rect">
            <a:avLst/>
          </a:prstGeom>
          <a:noFill/>
          <a:ln>
            <a:noFill/>
          </a:ln>
        </p:spPr>
        <p:txBody>
          <a:bodyPr spcFirstLastPara="1" wrap="square" lIns="91425" tIns="0" rIns="91425" bIns="0" anchor="b" anchorCtr="0">
            <a:noAutofit/>
          </a:bodyPr>
          <a:lstStyle/>
          <a:p>
            <a:pPr marL="0" lvl="0" indent="0" algn="ctr" rtl="0">
              <a:spcBef>
                <a:spcPts val="0"/>
              </a:spcBef>
              <a:spcAft>
                <a:spcPts val="0"/>
              </a:spcAft>
              <a:buNone/>
            </a:pPr>
            <a:r>
              <a:rPr lang="en" sz="1500">
                <a:solidFill>
                  <a:schemeClr val="dk1"/>
                </a:solidFill>
                <a:latin typeface="Montserrat ExtraBold"/>
                <a:ea typeface="Montserrat ExtraBold"/>
                <a:cs typeface="Montserrat ExtraBold"/>
                <a:sym typeface="Montserrat ExtraBold"/>
              </a:rPr>
              <a:t>T</a:t>
            </a:r>
            <a:endParaRPr sz="1500">
              <a:solidFill>
                <a:schemeClr val="dk1"/>
              </a:solidFill>
              <a:latin typeface="Montserrat ExtraBold"/>
              <a:ea typeface="Montserrat ExtraBold"/>
              <a:cs typeface="Montserrat ExtraBold"/>
              <a:sym typeface="Montserrat ExtraBold"/>
            </a:endParaRPr>
          </a:p>
        </p:txBody>
      </p:sp>
      <p:sp>
        <p:nvSpPr>
          <p:cNvPr id="2574" name="Google Shape;2574;p66"/>
          <p:cNvSpPr txBox="1"/>
          <p:nvPr/>
        </p:nvSpPr>
        <p:spPr>
          <a:xfrm>
            <a:off x="7749611" y="2626957"/>
            <a:ext cx="378900" cy="218400"/>
          </a:xfrm>
          <a:prstGeom prst="rect">
            <a:avLst/>
          </a:prstGeom>
          <a:noFill/>
          <a:ln>
            <a:noFill/>
          </a:ln>
        </p:spPr>
        <p:txBody>
          <a:bodyPr spcFirstLastPara="1" wrap="square" lIns="91425" tIns="0" rIns="91425" bIns="0" anchor="b" anchorCtr="0">
            <a:noAutofit/>
          </a:bodyPr>
          <a:lstStyle/>
          <a:p>
            <a:pPr marL="0" lvl="0" indent="0" algn="ctr" rtl="0">
              <a:spcBef>
                <a:spcPts val="0"/>
              </a:spcBef>
              <a:spcAft>
                <a:spcPts val="0"/>
              </a:spcAft>
              <a:buNone/>
            </a:pPr>
            <a:r>
              <a:rPr lang="en" sz="1500">
                <a:solidFill>
                  <a:schemeClr val="dk1"/>
                </a:solidFill>
                <a:latin typeface="Montserrat ExtraBold"/>
                <a:ea typeface="Montserrat ExtraBold"/>
                <a:cs typeface="Montserrat ExtraBold"/>
                <a:sym typeface="Montserrat ExtraBold"/>
              </a:rPr>
              <a:t>F</a:t>
            </a:r>
            <a:endParaRPr sz="1500">
              <a:solidFill>
                <a:schemeClr val="dk1"/>
              </a:solidFill>
              <a:latin typeface="Montserrat ExtraBold"/>
              <a:ea typeface="Montserrat ExtraBold"/>
              <a:cs typeface="Montserrat ExtraBold"/>
              <a:sym typeface="Montserrat ExtraBold"/>
            </a:endParaRPr>
          </a:p>
        </p:txBody>
      </p:sp>
      <p:sp>
        <p:nvSpPr>
          <p:cNvPr id="2575" name="Google Shape;2575;p66"/>
          <p:cNvSpPr/>
          <p:nvPr/>
        </p:nvSpPr>
        <p:spPr>
          <a:xfrm rot="10800000">
            <a:off x="6856787" y="3224196"/>
            <a:ext cx="590603" cy="441006"/>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66"/>
          <p:cNvSpPr/>
          <p:nvPr/>
        </p:nvSpPr>
        <p:spPr>
          <a:xfrm flipH="1">
            <a:off x="7683265" y="3224196"/>
            <a:ext cx="590603" cy="441006"/>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66"/>
          <p:cNvSpPr txBox="1"/>
          <p:nvPr/>
        </p:nvSpPr>
        <p:spPr>
          <a:xfrm>
            <a:off x="870144" y="3126992"/>
            <a:ext cx="5908500" cy="635400"/>
          </a:xfrm>
          <a:prstGeom prst="rect">
            <a:avLst/>
          </a:prstGeom>
          <a:noFill/>
          <a:ln>
            <a:noFill/>
          </a:ln>
        </p:spPr>
        <p:txBody>
          <a:bodyPr spcFirstLastPara="1" wrap="square" lIns="91425" tIns="228600" rIns="182875" bIns="0" anchor="t" anchorCtr="0">
            <a:noAutofit/>
          </a:bodyPr>
          <a:lstStyle/>
          <a:p>
            <a:pPr marL="0" lvl="0" indent="0" algn="l" rtl="0">
              <a:lnSpc>
                <a:spcPct val="115000"/>
              </a:lnSpc>
              <a:spcBef>
                <a:spcPts val="0"/>
              </a:spcBef>
              <a:spcAft>
                <a:spcPts val="0"/>
              </a:spcAft>
              <a:buNone/>
            </a:pPr>
            <a:r>
              <a:rPr lang="en">
                <a:solidFill>
                  <a:schemeClr val="dk1"/>
                </a:solidFill>
                <a:latin typeface="Epilogue"/>
                <a:ea typeface="Epilogue"/>
                <a:cs typeface="Epilogue"/>
                <a:sym typeface="Epilogue"/>
              </a:rPr>
              <a:t>Mathematics serves as a foundation for the physical sciences</a:t>
            </a:r>
            <a:endParaRPr>
              <a:solidFill>
                <a:schemeClr val="dk1"/>
              </a:solidFill>
              <a:latin typeface="Epilogue"/>
              <a:ea typeface="Epilogue"/>
              <a:cs typeface="Epilogue"/>
              <a:sym typeface="Epilogue"/>
            </a:endParaRPr>
          </a:p>
        </p:txBody>
      </p:sp>
      <p:sp>
        <p:nvSpPr>
          <p:cNvPr id="2578" name="Google Shape;2578;p66"/>
          <p:cNvSpPr txBox="1"/>
          <p:nvPr/>
        </p:nvSpPr>
        <p:spPr>
          <a:xfrm>
            <a:off x="6921782" y="3353048"/>
            <a:ext cx="378900" cy="218400"/>
          </a:xfrm>
          <a:prstGeom prst="rect">
            <a:avLst/>
          </a:prstGeom>
          <a:noFill/>
          <a:ln>
            <a:noFill/>
          </a:ln>
        </p:spPr>
        <p:txBody>
          <a:bodyPr spcFirstLastPara="1" wrap="square" lIns="91425" tIns="0" rIns="91425" bIns="0" anchor="b" anchorCtr="0">
            <a:noAutofit/>
          </a:bodyPr>
          <a:lstStyle/>
          <a:p>
            <a:pPr marL="0" lvl="0" indent="0" algn="ctr" rtl="0">
              <a:spcBef>
                <a:spcPts val="0"/>
              </a:spcBef>
              <a:spcAft>
                <a:spcPts val="0"/>
              </a:spcAft>
              <a:buNone/>
            </a:pPr>
            <a:r>
              <a:rPr lang="en" sz="1500">
                <a:solidFill>
                  <a:schemeClr val="dk1"/>
                </a:solidFill>
                <a:latin typeface="Montserrat ExtraBold"/>
                <a:ea typeface="Montserrat ExtraBold"/>
                <a:cs typeface="Montserrat ExtraBold"/>
                <a:sym typeface="Montserrat ExtraBold"/>
              </a:rPr>
              <a:t>T</a:t>
            </a:r>
            <a:endParaRPr sz="1500">
              <a:solidFill>
                <a:schemeClr val="dk1"/>
              </a:solidFill>
              <a:latin typeface="Montserrat ExtraBold"/>
              <a:ea typeface="Montserrat ExtraBold"/>
              <a:cs typeface="Montserrat ExtraBold"/>
              <a:sym typeface="Montserrat ExtraBold"/>
            </a:endParaRPr>
          </a:p>
        </p:txBody>
      </p:sp>
      <p:sp>
        <p:nvSpPr>
          <p:cNvPr id="2579" name="Google Shape;2579;p66"/>
          <p:cNvSpPr txBox="1"/>
          <p:nvPr/>
        </p:nvSpPr>
        <p:spPr>
          <a:xfrm>
            <a:off x="7749611" y="3353048"/>
            <a:ext cx="378900" cy="218400"/>
          </a:xfrm>
          <a:prstGeom prst="rect">
            <a:avLst/>
          </a:prstGeom>
          <a:noFill/>
          <a:ln>
            <a:noFill/>
          </a:ln>
        </p:spPr>
        <p:txBody>
          <a:bodyPr spcFirstLastPara="1" wrap="square" lIns="91425" tIns="0" rIns="91425" bIns="0" anchor="b" anchorCtr="0">
            <a:noAutofit/>
          </a:bodyPr>
          <a:lstStyle/>
          <a:p>
            <a:pPr marL="0" lvl="0" indent="0" algn="ctr" rtl="0">
              <a:spcBef>
                <a:spcPts val="0"/>
              </a:spcBef>
              <a:spcAft>
                <a:spcPts val="0"/>
              </a:spcAft>
              <a:buNone/>
            </a:pPr>
            <a:r>
              <a:rPr lang="en" sz="1500">
                <a:solidFill>
                  <a:schemeClr val="dk1"/>
                </a:solidFill>
                <a:latin typeface="Montserrat ExtraBold"/>
                <a:ea typeface="Montserrat ExtraBold"/>
                <a:cs typeface="Montserrat ExtraBold"/>
                <a:sym typeface="Montserrat ExtraBold"/>
              </a:rPr>
              <a:t>F</a:t>
            </a:r>
            <a:endParaRPr sz="1500">
              <a:solidFill>
                <a:schemeClr val="dk1"/>
              </a:solidFill>
              <a:latin typeface="Montserrat ExtraBold"/>
              <a:ea typeface="Montserrat ExtraBold"/>
              <a:cs typeface="Montserrat ExtraBold"/>
              <a:sym typeface="Montserrat ExtraBold"/>
            </a:endParaRPr>
          </a:p>
        </p:txBody>
      </p:sp>
      <p:sp>
        <p:nvSpPr>
          <p:cNvPr id="2580" name="Google Shape;2580;p66"/>
          <p:cNvSpPr/>
          <p:nvPr/>
        </p:nvSpPr>
        <p:spPr>
          <a:xfrm rot="10800000" flipH="1">
            <a:off x="7605090" y="3950268"/>
            <a:ext cx="590603" cy="441006"/>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66"/>
          <p:cNvSpPr/>
          <p:nvPr/>
        </p:nvSpPr>
        <p:spPr>
          <a:xfrm>
            <a:off x="6778612" y="3950268"/>
            <a:ext cx="590603" cy="441006"/>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66"/>
          <p:cNvSpPr txBox="1"/>
          <p:nvPr/>
        </p:nvSpPr>
        <p:spPr>
          <a:xfrm>
            <a:off x="870144" y="3853067"/>
            <a:ext cx="5908500" cy="635400"/>
          </a:xfrm>
          <a:prstGeom prst="rect">
            <a:avLst/>
          </a:prstGeom>
          <a:noFill/>
          <a:ln>
            <a:noFill/>
          </a:ln>
        </p:spPr>
        <p:txBody>
          <a:bodyPr spcFirstLastPara="1" wrap="square" lIns="91425" tIns="228600" rIns="182875" bIns="0" anchor="t" anchorCtr="0">
            <a:noAutofit/>
          </a:bodyPr>
          <a:lstStyle/>
          <a:p>
            <a:pPr marL="0" lvl="0" indent="0" algn="l" rtl="0">
              <a:lnSpc>
                <a:spcPct val="115000"/>
              </a:lnSpc>
              <a:spcBef>
                <a:spcPts val="0"/>
              </a:spcBef>
              <a:spcAft>
                <a:spcPts val="0"/>
              </a:spcAft>
              <a:buNone/>
            </a:pPr>
            <a:r>
              <a:rPr lang="en">
                <a:solidFill>
                  <a:schemeClr val="dk1"/>
                </a:solidFill>
                <a:latin typeface="Epilogue"/>
                <a:ea typeface="Epilogue"/>
                <a:cs typeface="Epilogue"/>
                <a:sym typeface="Epilogue"/>
              </a:rPr>
              <a:t>Physics and chemistry are major branches of physical sciences</a:t>
            </a:r>
            <a:endParaRPr>
              <a:solidFill>
                <a:schemeClr val="dk1"/>
              </a:solidFill>
              <a:latin typeface="Epilogue"/>
              <a:ea typeface="Epilogue"/>
              <a:cs typeface="Epilogue"/>
              <a:sym typeface="Epilogue"/>
            </a:endParaRPr>
          </a:p>
        </p:txBody>
      </p:sp>
      <p:sp>
        <p:nvSpPr>
          <p:cNvPr id="2583" name="Google Shape;2583;p66"/>
          <p:cNvSpPr txBox="1"/>
          <p:nvPr/>
        </p:nvSpPr>
        <p:spPr>
          <a:xfrm>
            <a:off x="6921782" y="4079146"/>
            <a:ext cx="378900" cy="218400"/>
          </a:xfrm>
          <a:prstGeom prst="rect">
            <a:avLst/>
          </a:prstGeom>
          <a:noFill/>
          <a:ln>
            <a:noFill/>
          </a:ln>
        </p:spPr>
        <p:txBody>
          <a:bodyPr spcFirstLastPara="1" wrap="square" lIns="91425" tIns="0" rIns="91425" bIns="0" anchor="b" anchorCtr="0">
            <a:noAutofit/>
          </a:bodyPr>
          <a:lstStyle/>
          <a:p>
            <a:pPr marL="0" lvl="0" indent="0" algn="ctr" rtl="0">
              <a:spcBef>
                <a:spcPts val="0"/>
              </a:spcBef>
              <a:spcAft>
                <a:spcPts val="0"/>
              </a:spcAft>
              <a:buNone/>
            </a:pPr>
            <a:r>
              <a:rPr lang="en" sz="1500">
                <a:solidFill>
                  <a:schemeClr val="dk1"/>
                </a:solidFill>
                <a:latin typeface="Montserrat ExtraBold"/>
                <a:ea typeface="Montserrat ExtraBold"/>
                <a:cs typeface="Montserrat ExtraBold"/>
                <a:sym typeface="Montserrat ExtraBold"/>
              </a:rPr>
              <a:t>T</a:t>
            </a:r>
            <a:endParaRPr sz="1500">
              <a:solidFill>
                <a:schemeClr val="dk1"/>
              </a:solidFill>
              <a:latin typeface="Montserrat ExtraBold"/>
              <a:ea typeface="Montserrat ExtraBold"/>
              <a:cs typeface="Montserrat ExtraBold"/>
              <a:sym typeface="Montserrat ExtraBold"/>
            </a:endParaRPr>
          </a:p>
        </p:txBody>
      </p:sp>
      <p:sp>
        <p:nvSpPr>
          <p:cNvPr id="2584" name="Google Shape;2584;p66"/>
          <p:cNvSpPr txBox="1"/>
          <p:nvPr/>
        </p:nvSpPr>
        <p:spPr>
          <a:xfrm>
            <a:off x="7749611" y="4079146"/>
            <a:ext cx="378900" cy="218400"/>
          </a:xfrm>
          <a:prstGeom prst="rect">
            <a:avLst/>
          </a:prstGeom>
          <a:noFill/>
          <a:ln>
            <a:noFill/>
          </a:ln>
        </p:spPr>
        <p:txBody>
          <a:bodyPr spcFirstLastPara="1" wrap="square" lIns="91425" tIns="0" rIns="91425" bIns="0" anchor="b" anchorCtr="0">
            <a:noAutofit/>
          </a:bodyPr>
          <a:lstStyle/>
          <a:p>
            <a:pPr marL="0" lvl="0" indent="0" algn="ctr" rtl="0">
              <a:spcBef>
                <a:spcPts val="0"/>
              </a:spcBef>
              <a:spcAft>
                <a:spcPts val="0"/>
              </a:spcAft>
              <a:buNone/>
            </a:pPr>
            <a:r>
              <a:rPr lang="en" sz="1500">
                <a:solidFill>
                  <a:schemeClr val="dk1"/>
                </a:solidFill>
                <a:latin typeface="Montserrat ExtraBold"/>
                <a:ea typeface="Montserrat ExtraBold"/>
                <a:cs typeface="Montserrat ExtraBold"/>
                <a:sym typeface="Montserrat ExtraBold"/>
              </a:rPr>
              <a:t>F</a:t>
            </a:r>
            <a:endParaRPr sz="1500">
              <a:solidFill>
                <a:schemeClr val="dk1"/>
              </a:solidFill>
              <a:latin typeface="Montserrat ExtraBold"/>
              <a:ea typeface="Montserrat ExtraBold"/>
              <a:cs typeface="Montserrat ExtraBold"/>
              <a:sym typeface="Montserrat ExtraBo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99"/>
        <p:cNvGrpSpPr/>
        <p:nvPr/>
      </p:nvGrpSpPr>
      <p:grpSpPr>
        <a:xfrm>
          <a:off x="0" y="0"/>
          <a:ext cx="0" cy="0"/>
          <a:chOff x="0" y="0"/>
          <a:chExt cx="0" cy="0"/>
        </a:xfrm>
      </p:grpSpPr>
      <p:sp>
        <p:nvSpPr>
          <p:cNvPr id="2600" name="Google Shape;2600;p68"/>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Activity 6 - What do you think?</a:t>
            </a:r>
            <a:endParaRPr/>
          </a:p>
        </p:txBody>
      </p:sp>
      <p:sp>
        <p:nvSpPr>
          <p:cNvPr id="2601" name="Google Shape;2601;p68"/>
          <p:cNvSpPr txBox="1"/>
          <p:nvPr/>
        </p:nvSpPr>
        <p:spPr>
          <a:xfrm>
            <a:off x="691800" y="1127291"/>
            <a:ext cx="7734000" cy="41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1"/>
                </a:solidFill>
                <a:latin typeface="Epilogue"/>
                <a:ea typeface="Epilogue"/>
                <a:cs typeface="Epilogue"/>
                <a:sym typeface="Epilogue"/>
              </a:rPr>
              <a:t>Write some of the reasons</a:t>
            </a:r>
            <a:r>
              <a:rPr lang="en">
                <a:solidFill>
                  <a:schemeClr val="dk1"/>
                </a:solidFill>
                <a:latin typeface="Epilogue"/>
                <a:ea typeface="Epilogue"/>
                <a:cs typeface="Epilogue"/>
                <a:sym typeface="Epilogue"/>
              </a:rPr>
              <a:t> why you think physical science is very important:</a:t>
            </a:r>
            <a:endParaRPr>
              <a:solidFill>
                <a:schemeClr val="dk1"/>
              </a:solidFill>
              <a:latin typeface="Epilogue"/>
              <a:ea typeface="Epilogue"/>
              <a:cs typeface="Epilogue"/>
              <a:sym typeface="Epilogue"/>
            </a:endParaRPr>
          </a:p>
        </p:txBody>
      </p:sp>
      <p:graphicFrame>
        <p:nvGraphicFramePr>
          <p:cNvPr id="2602" name="Google Shape;2602;p68"/>
          <p:cNvGraphicFramePr/>
          <p:nvPr/>
        </p:nvGraphicFramePr>
        <p:xfrm>
          <a:off x="892838" y="1589913"/>
          <a:ext cx="3579925" cy="1479871"/>
        </p:xfrm>
        <a:graphic>
          <a:graphicData uri="http://schemas.openxmlformats.org/drawingml/2006/table">
            <a:tbl>
              <a:tblPr>
                <a:noFill/>
                <a:tableStyleId>{89C3FE53-DF3B-41FF-87D3-F8DDF75BA68D}</a:tableStyleId>
              </a:tblPr>
              <a:tblGrid>
                <a:gridCol w="3579925">
                  <a:extLst>
                    <a:ext uri="{9D8B030D-6E8A-4147-A177-3AD203B41FA5}">
                      <a16:colId xmlns:a16="http://schemas.microsoft.com/office/drawing/2014/main" val="20000"/>
                    </a:ext>
                  </a:extLst>
                </a:gridCol>
              </a:tblGrid>
              <a:tr h="441450">
                <a:tc>
                  <a:txBody>
                    <a:bodyPr/>
                    <a:lstStyle/>
                    <a:p>
                      <a:pPr marL="0" lvl="0" indent="0" algn="ctr"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Reason 1</a:t>
                      </a:r>
                      <a:endParaRPr/>
                    </a:p>
                  </a:txBody>
                  <a:tcPr marL="91425" marR="91425" marT="91425" marB="914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928975">
                <a:tc>
                  <a:txBody>
                    <a:bodyPr/>
                    <a:lstStyle/>
                    <a:p>
                      <a:pPr marL="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Physical sciences deepen our understanding of the natural world and also how it works</a:t>
                      </a:r>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6"/>
                    </a:solidFill>
                  </a:tcPr>
                </a:tc>
                <a:extLst>
                  <a:ext uri="{0D108BD9-81ED-4DB2-BD59-A6C34878D82A}">
                    <a16:rowId xmlns:a16="http://schemas.microsoft.com/office/drawing/2014/main" val="10001"/>
                  </a:ext>
                </a:extLst>
              </a:tr>
            </a:tbl>
          </a:graphicData>
        </a:graphic>
      </p:graphicFrame>
      <p:graphicFrame>
        <p:nvGraphicFramePr>
          <p:cNvPr id="2603" name="Google Shape;2603;p68"/>
          <p:cNvGraphicFramePr/>
          <p:nvPr/>
        </p:nvGraphicFramePr>
        <p:xfrm>
          <a:off x="4671238" y="1589913"/>
          <a:ext cx="3579925" cy="1479871"/>
        </p:xfrm>
        <a:graphic>
          <a:graphicData uri="http://schemas.openxmlformats.org/drawingml/2006/table">
            <a:tbl>
              <a:tblPr>
                <a:noFill/>
                <a:tableStyleId>{89C3FE53-DF3B-41FF-87D3-F8DDF75BA68D}</a:tableStyleId>
              </a:tblPr>
              <a:tblGrid>
                <a:gridCol w="3579925">
                  <a:extLst>
                    <a:ext uri="{9D8B030D-6E8A-4147-A177-3AD203B41FA5}">
                      <a16:colId xmlns:a16="http://schemas.microsoft.com/office/drawing/2014/main" val="20000"/>
                    </a:ext>
                  </a:extLst>
                </a:gridCol>
              </a:tblGrid>
              <a:tr h="502875">
                <a:tc>
                  <a:txBody>
                    <a:bodyPr/>
                    <a:lstStyle/>
                    <a:p>
                      <a:pPr marL="0" lvl="0" indent="0" algn="ctr"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Reason 2</a:t>
                      </a:r>
                      <a:endParaRPr/>
                    </a:p>
                  </a:txBody>
                  <a:tcPr marL="91425" marR="91425" marT="91425" marB="914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928975">
                <a:tc>
                  <a:txBody>
                    <a:bodyPr/>
                    <a:lstStyle/>
                    <a:p>
                      <a:pPr marL="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Write briefly why you think physical science is important here</a:t>
                      </a:r>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1"/>
                  </a:ext>
                </a:extLst>
              </a:tr>
            </a:tbl>
          </a:graphicData>
        </a:graphic>
      </p:graphicFrame>
      <p:graphicFrame>
        <p:nvGraphicFramePr>
          <p:cNvPr id="2604" name="Google Shape;2604;p68"/>
          <p:cNvGraphicFramePr/>
          <p:nvPr/>
        </p:nvGraphicFramePr>
        <p:xfrm>
          <a:off x="892838" y="3123713"/>
          <a:ext cx="3579925" cy="1479871"/>
        </p:xfrm>
        <a:graphic>
          <a:graphicData uri="http://schemas.openxmlformats.org/drawingml/2006/table">
            <a:tbl>
              <a:tblPr>
                <a:noFill/>
                <a:tableStyleId>{89C3FE53-DF3B-41FF-87D3-F8DDF75BA68D}</a:tableStyleId>
              </a:tblPr>
              <a:tblGrid>
                <a:gridCol w="3579925">
                  <a:extLst>
                    <a:ext uri="{9D8B030D-6E8A-4147-A177-3AD203B41FA5}">
                      <a16:colId xmlns:a16="http://schemas.microsoft.com/office/drawing/2014/main" val="20000"/>
                    </a:ext>
                  </a:extLst>
                </a:gridCol>
              </a:tblGrid>
              <a:tr h="441450">
                <a:tc>
                  <a:txBody>
                    <a:bodyPr/>
                    <a:lstStyle/>
                    <a:p>
                      <a:pPr marL="0" lvl="0" indent="0" algn="ctr"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Reason 3</a:t>
                      </a:r>
                      <a:endParaRPr/>
                    </a:p>
                  </a:txBody>
                  <a:tcPr marL="91425" marR="91425" marT="91425" marB="914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928975">
                <a:tc>
                  <a:txBody>
                    <a:bodyPr/>
                    <a:lstStyle/>
                    <a:p>
                      <a:pPr marL="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Write briefly why you think physical science is important here</a:t>
                      </a:r>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1"/>
                  </a:ext>
                </a:extLst>
              </a:tr>
            </a:tbl>
          </a:graphicData>
        </a:graphic>
      </p:graphicFrame>
      <p:graphicFrame>
        <p:nvGraphicFramePr>
          <p:cNvPr id="2605" name="Google Shape;2605;p68"/>
          <p:cNvGraphicFramePr/>
          <p:nvPr/>
        </p:nvGraphicFramePr>
        <p:xfrm>
          <a:off x="4671238" y="3123713"/>
          <a:ext cx="3579925" cy="1479871"/>
        </p:xfrm>
        <a:graphic>
          <a:graphicData uri="http://schemas.openxmlformats.org/drawingml/2006/table">
            <a:tbl>
              <a:tblPr>
                <a:noFill/>
                <a:tableStyleId>{89C3FE53-DF3B-41FF-87D3-F8DDF75BA68D}</a:tableStyleId>
              </a:tblPr>
              <a:tblGrid>
                <a:gridCol w="3579925">
                  <a:extLst>
                    <a:ext uri="{9D8B030D-6E8A-4147-A177-3AD203B41FA5}">
                      <a16:colId xmlns:a16="http://schemas.microsoft.com/office/drawing/2014/main" val="20000"/>
                    </a:ext>
                  </a:extLst>
                </a:gridCol>
              </a:tblGrid>
              <a:tr h="502875">
                <a:tc>
                  <a:txBody>
                    <a:bodyPr/>
                    <a:lstStyle/>
                    <a:p>
                      <a:pPr marL="0" lvl="0" indent="0" algn="ctr"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Reason 4</a:t>
                      </a:r>
                      <a:endParaRPr/>
                    </a:p>
                  </a:txBody>
                  <a:tcPr marL="91425" marR="91425" marT="91425" marB="914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928975">
                <a:tc>
                  <a:txBody>
                    <a:bodyPr/>
                    <a:lstStyle/>
                    <a:p>
                      <a:pPr marL="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Write briefly why you think physical science is important here</a:t>
                      </a:r>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09"/>
        <p:cNvGrpSpPr/>
        <p:nvPr/>
      </p:nvGrpSpPr>
      <p:grpSpPr>
        <a:xfrm>
          <a:off x="0" y="0"/>
          <a:ext cx="0" cy="0"/>
          <a:chOff x="0" y="0"/>
          <a:chExt cx="0" cy="0"/>
        </a:xfrm>
      </p:grpSpPr>
      <p:sp>
        <p:nvSpPr>
          <p:cNvPr id="2610" name="Google Shape;2610;p69"/>
          <p:cNvSpPr txBox="1">
            <a:spLocks noGrp="1"/>
          </p:cNvSpPr>
          <p:nvPr>
            <p:ph type="title"/>
          </p:nvPr>
        </p:nvSpPr>
        <p:spPr>
          <a:xfrm>
            <a:off x="713225" y="445025"/>
            <a:ext cx="7717500"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Activity 7 - Final review</a:t>
            </a:r>
            <a:endParaRPr/>
          </a:p>
        </p:txBody>
      </p:sp>
      <p:graphicFrame>
        <p:nvGraphicFramePr>
          <p:cNvPr id="2611" name="Google Shape;2611;p69"/>
          <p:cNvGraphicFramePr/>
          <p:nvPr/>
        </p:nvGraphicFramePr>
        <p:xfrm>
          <a:off x="713225" y="1643508"/>
          <a:ext cx="7660925" cy="2887625"/>
        </p:xfrm>
        <a:graphic>
          <a:graphicData uri="http://schemas.openxmlformats.org/drawingml/2006/table">
            <a:tbl>
              <a:tblPr>
                <a:noFill/>
                <a:tableStyleId>{89C3FE53-DF3B-41FF-87D3-F8DDF75BA68D}</a:tableStyleId>
              </a:tblPr>
              <a:tblGrid>
                <a:gridCol w="1835400">
                  <a:extLst>
                    <a:ext uri="{9D8B030D-6E8A-4147-A177-3AD203B41FA5}">
                      <a16:colId xmlns:a16="http://schemas.microsoft.com/office/drawing/2014/main" val="20000"/>
                    </a:ext>
                  </a:extLst>
                </a:gridCol>
                <a:gridCol w="5825525">
                  <a:extLst>
                    <a:ext uri="{9D8B030D-6E8A-4147-A177-3AD203B41FA5}">
                      <a16:colId xmlns:a16="http://schemas.microsoft.com/office/drawing/2014/main" val="20001"/>
                    </a:ext>
                  </a:extLst>
                </a:gridCol>
              </a:tblGrid>
              <a:tr h="577525">
                <a:tc>
                  <a:txBody>
                    <a:bodyPr/>
                    <a:lstStyle/>
                    <a:p>
                      <a:pPr marL="0" marR="0" lvl="0" indent="0" algn="ctr"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Chemistry</a:t>
                      </a:r>
                      <a:endParaRPr sz="2100">
                        <a:solidFill>
                          <a:schemeClr val="dk1"/>
                        </a:solidFill>
                        <a:latin typeface="Montserrat ExtraBold"/>
                        <a:ea typeface="Montserrat ExtraBold"/>
                        <a:cs typeface="Montserrat ExtraBold"/>
                        <a:sym typeface="Montserrat ExtraBold"/>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Discipline that studies matter, its properties and composition</a:t>
                      </a:r>
                      <a:endParaRPr>
                        <a:solidFill>
                          <a:schemeClr val="dk1"/>
                        </a:solidFill>
                        <a:latin typeface="Epilogue"/>
                        <a:ea typeface="Epilogue"/>
                        <a:cs typeface="Epilogue"/>
                        <a:sym typeface="Epilogue"/>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6"/>
                    </a:solidFill>
                  </a:tcPr>
                </a:tc>
                <a:extLst>
                  <a:ext uri="{0D108BD9-81ED-4DB2-BD59-A6C34878D82A}">
                    <a16:rowId xmlns:a16="http://schemas.microsoft.com/office/drawing/2014/main" val="10000"/>
                  </a:ext>
                </a:extLst>
              </a:tr>
              <a:tr h="577525">
                <a:tc>
                  <a:txBody>
                    <a:bodyPr/>
                    <a:lstStyle/>
                    <a:p>
                      <a:pPr marL="0" marR="0" lvl="0" indent="0" algn="ctr"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Geology</a:t>
                      </a:r>
                      <a:endParaRPr sz="2100">
                        <a:solidFill>
                          <a:schemeClr val="dk1"/>
                        </a:solidFill>
                        <a:latin typeface="Montserrat ExtraBold"/>
                        <a:ea typeface="Montserrat ExtraBold"/>
                        <a:cs typeface="Montserrat ExtraBold"/>
                        <a:sym typeface="Montserrat ExtraBold"/>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Insert a brief description of the word here</a:t>
                      </a:r>
                      <a:endParaRPr>
                        <a:solidFill>
                          <a:schemeClr val="dk1"/>
                        </a:solidFill>
                        <a:latin typeface="Epilogue"/>
                        <a:ea typeface="Epilogue"/>
                        <a:cs typeface="Epilogue"/>
                        <a:sym typeface="Epilogue"/>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1"/>
                  </a:ext>
                </a:extLst>
              </a:tr>
              <a:tr h="577525">
                <a:tc>
                  <a:txBody>
                    <a:bodyPr/>
                    <a:lstStyle/>
                    <a:p>
                      <a:pPr marL="0" marR="0" lvl="0" indent="0" algn="ctr"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Biology</a:t>
                      </a:r>
                      <a:endParaRPr sz="2100">
                        <a:solidFill>
                          <a:schemeClr val="dk1"/>
                        </a:solidFill>
                        <a:latin typeface="Montserrat ExtraBold"/>
                        <a:ea typeface="Montserrat ExtraBold"/>
                        <a:cs typeface="Montserrat ExtraBold"/>
                        <a:sym typeface="Montserrat ExtraBold"/>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Insert a brief description of the word here</a:t>
                      </a:r>
                      <a:endParaRPr>
                        <a:solidFill>
                          <a:schemeClr val="dk1"/>
                        </a:solidFill>
                        <a:latin typeface="Epilogue"/>
                        <a:ea typeface="Epilogue"/>
                        <a:cs typeface="Epilogue"/>
                        <a:sym typeface="Epilogue"/>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2"/>
                  </a:ext>
                </a:extLst>
              </a:tr>
              <a:tr h="577525">
                <a:tc>
                  <a:txBody>
                    <a:bodyPr/>
                    <a:lstStyle/>
                    <a:p>
                      <a:pPr marL="0" marR="0" lvl="0" indent="0" algn="ctr"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Physics</a:t>
                      </a:r>
                      <a:endParaRPr sz="2100">
                        <a:solidFill>
                          <a:schemeClr val="dk1"/>
                        </a:solidFill>
                        <a:latin typeface="Montserrat ExtraBold"/>
                        <a:ea typeface="Montserrat ExtraBold"/>
                        <a:cs typeface="Montserrat ExtraBold"/>
                        <a:sym typeface="Montserrat ExtraBold"/>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Insert a brief description of the word here</a:t>
                      </a:r>
                      <a:endParaRPr>
                        <a:solidFill>
                          <a:schemeClr val="dk1"/>
                        </a:solidFill>
                        <a:latin typeface="Epilogue"/>
                        <a:ea typeface="Epilogue"/>
                        <a:cs typeface="Epilogue"/>
                        <a:sym typeface="Epilogue"/>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3"/>
                  </a:ext>
                </a:extLst>
              </a:tr>
              <a:tr h="577525">
                <a:tc>
                  <a:txBody>
                    <a:bodyPr/>
                    <a:lstStyle/>
                    <a:p>
                      <a:pPr marL="0" marR="0" lvl="0" indent="0" algn="ctr" rtl="0">
                        <a:lnSpc>
                          <a:spcPct val="115000"/>
                        </a:lnSpc>
                        <a:spcBef>
                          <a:spcPts val="0"/>
                        </a:spcBef>
                        <a:spcAft>
                          <a:spcPts val="0"/>
                        </a:spcAft>
                        <a:buNone/>
                      </a:pPr>
                      <a:r>
                        <a:rPr lang="en" sz="2100">
                          <a:solidFill>
                            <a:schemeClr val="dk1"/>
                          </a:solidFill>
                          <a:latin typeface="Montserrat ExtraBold"/>
                          <a:ea typeface="Montserrat ExtraBold"/>
                          <a:cs typeface="Montserrat ExtraBold"/>
                          <a:sym typeface="Montserrat ExtraBold"/>
                        </a:rPr>
                        <a:t>Astronomy</a:t>
                      </a:r>
                      <a:endParaRPr sz="2100">
                        <a:solidFill>
                          <a:schemeClr val="dk1"/>
                        </a:solidFill>
                        <a:latin typeface="Montserrat ExtraBold"/>
                        <a:ea typeface="Montserrat ExtraBold"/>
                        <a:cs typeface="Montserrat ExtraBold"/>
                        <a:sym typeface="Montserrat ExtraBold"/>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a:solidFill>
                            <a:schemeClr val="dk1"/>
                          </a:solidFill>
                          <a:latin typeface="Epilogue"/>
                          <a:ea typeface="Epilogue"/>
                          <a:cs typeface="Epilogue"/>
                          <a:sym typeface="Epilogue"/>
                        </a:rPr>
                        <a:t>Insert a brief description of the word here</a:t>
                      </a:r>
                      <a:endParaRPr>
                        <a:solidFill>
                          <a:schemeClr val="dk1"/>
                        </a:solidFill>
                        <a:latin typeface="Epilogue"/>
                        <a:ea typeface="Epilogue"/>
                        <a:cs typeface="Epilogue"/>
                        <a:sym typeface="Epilogue"/>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4"/>
                  </a:ext>
                </a:extLst>
              </a:tr>
            </a:tbl>
          </a:graphicData>
        </a:graphic>
      </p:graphicFrame>
      <p:sp>
        <p:nvSpPr>
          <p:cNvPr id="2612" name="Google Shape;2612;p69"/>
          <p:cNvSpPr txBox="1"/>
          <p:nvPr/>
        </p:nvSpPr>
        <p:spPr>
          <a:xfrm>
            <a:off x="691800" y="1127291"/>
            <a:ext cx="7734000" cy="41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Epilogue"/>
                <a:ea typeface="Epilogue"/>
                <a:cs typeface="Epilogue"/>
                <a:sym typeface="Epilogue"/>
              </a:rPr>
              <a:t>Taking into account what you have learned, try to </a:t>
            </a:r>
            <a:r>
              <a:rPr lang="en" b="1">
                <a:solidFill>
                  <a:schemeClr val="dk1"/>
                </a:solidFill>
                <a:latin typeface="Epilogue"/>
                <a:ea typeface="Epilogue"/>
                <a:cs typeface="Epilogue"/>
                <a:sym typeface="Epilogue"/>
              </a:rPr>
              <a:t>give a description</a:t>
            </a:r>
            <a:r>
              <a:rPr lang="en">
                <a:solidFill>
                  <a:schemeClr val="dk1"/>
                </a:solidFill>
                <a:latin typeface="Epilogue"/>
                <a:ea typeface="Epilogue"/>
                <a:cs typeface="Epilogue"/>
                <a:sym typeface="Epilogue"/>
              </a:rPr>
              <a:t> of each word:</a:t>
            </a:r>
            <a:endParaRPr>
              <a:solidFill>
                <a:schemeClr val="dk1"/>
              </a:solidFill>
              <a:latin typeface="Epilogue"/>
              <a:ea typeface="Epilogue"/>
              <a:cs typeface="Epilogue"/>
              <a:sym typeface="Epilogue"/>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16"/>
        <p:cNvGrpSpPr/>
        <p:nvPr/>
      </p:nvGrpSpPr>
      <p:grpSpPr>
        <a:xfrm>
          <a:off x="0" y="0"/>
          <a:ext cx="0" cy="0"/>
          <a:chOff x="0" y="0"/>
          <a:chExt cx="0" cy="0"/>
        </a:xfrm>
      </p:grpSpPr>
      <p:sp>
        <p:nvSpPr>
          <p:cNvPr id="2617" name="Google Shape;2617;p70"/>
          <p:cNvSpPr txBox="1">
            <a:spLocks noGrp="1"/>
          </p:cNvSpPr>
          <p:nvPr>
            <p:ph type="title"/>
          </p:nvPr>
        </p:nvSpPr>
        <p:spPr>
          <a:xfrm>
            <a:off x="3057750" y="966893"/>
            <a:ext cx="3028500" cy="75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1"/>
                </a:solidFill>
              </a:rPr>
              <a:t>Thanks!</a:t>
            </a:r>
            <a:endParaRPr>
              <a:solidFill>
                <a:schemeClr val="lt1"/>
              </a:solidFill>
            </a:endParaRPr>
          </a:p>
        </p:txBody>
      </p:sp>
      <p:sp>
        <p:nvSpPr>
          <p:cNvPr id="2618" name="Google Shape;2618;p70"/>
          <p:cNvSpPr txBox="1">
            <a:spLocks noGrp="1"/>
          </p:cNvSpPr>
          <p:nvPr>
            <p:ph type="subTitle" idx="1"/>
          </p:nvPr>
        </p:nvSpPr>
        <p:spPr>
          <a:xfrm flipH="1">
            <a:off x="3057750" y="1673675"/>
            <a:ext cx="3028500" cy="109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lt1"/>
                </a:solidFill>
              </a:rPr>
              <a:t>Do you have any questions?</a:t>
            </a:r>
            <a:endParaRPr>
              <a:solidFill>
                <a:schemeClr val="lt1"/>
              </a:solidFill>
            </a:endParaRPr>
          </a:p>
          <a:p>
            <a:pPr marL="0" lvl="0" indent="0" algn="ctr" rtl="0">
              <a:spcBef>
                <a:spcPts val="0"/>
              </a:spcBef>
              <a:spcAft>
                <a:spcPts val="0"/>
              </a:spcAft>
              <a:buClr>
                <a:schemeClr val="dk1"/>
              </a:buClr>
              <a:buSzPts val="1100"/>
              <a:buFont typeface="Arial"/>
              <a:buNone/>
            </a:pPr>
            <a:r>
              <a:rPr lang="en">
                <a:solidFill>
                  <a:schemeClr val="lt1"/>
                </a:solidFill>
              </a:rPr>
              <a:t>youremail@freepik.com </a:t>
            </a:r>
            <a:endParaRPr>
              <a:solidFill>
                <a:schemeClr val="lt1"/>
              </a:solidFill>
            </a:endParaRPr>
          </a:p>
          <a:p>
            <a:pPr marL="0" lvl="0" indent="0" algn="ctr" rtl="0">
              <a:spcBef>
                <a:spcPts val="0"/>
              </a:spcBef>
              <a:spcAft>
                <a:spcPts val="0"/>
              </a:spcAft>
              <a:buClr>
                <a:schemeClr val="dk1"/>
              </a:buClr>
              <a:buSzPts val="1100"/>
              <a:buFont typeface="Arial"/>
              <a:buNone/>
            </a:pPr>
            <a:r>
              <a:rPr lang="en">
                <a:solidFill>
                  <a:schemeClr val="lt1"/>
                </a:solidFill>
              </a:rPr>
              <a:t>+91  620 421 838 </a:t>
            </a:r>
            <a:endParaRPr>
              <a:solidFill>
                <a:schemeClr val="lt1"/>
              </a:solidFill>
            </a:endParaRPr>
          </a:p>
          <a:p>
            <a:pPr marL="0" lvl="0" indent="0" algn="ctr" rtl="0">
              <a:spcBef>
                <a:spcPts val="0"/>
              </a:spcBef>
              <a:spcAft>
                <a:spcPts val="0"/>
              </a:spcAft>
              <a:buNone/>
            </a:pPr>
            <a:r>
              <a:rPr lang="en">
                <a:solidFill>
                  <a:schemeClr val="lt1"/>
                </a:solidFill>
              </a:rPr>
              <a:t>yourwebsite.com</a:t>
            </a:r>
            <a:endParaRPr>
              <a:solidFill>
                <a:schemeClr val="lt1"/>
              </a:solidFill>
            </a:endParaRPr>
          </a:p>
        </p:txBody>
      </p:sp>
      <p:sp>
        <p:nvSpPr>
          <p:cNvPr id="2619" name="Google Shape;2619;p70"/>
          <p:cNvSpPr txBox="1"/>
          <p:nvPr/>
        </p:nvSpPr>
        <p:spPr>
          <a:xfrm>
            <a:off x="2507100" y="3942433"/>
            <a:ext cx="4129800" cy="337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300"/>
              </a:spcBef>
              <a:spcAft>
                <a:spcPts val="0"/>
              </a:spcAft>
              <a:buNone/>
            </a:pPr>
            <a:r>
              <a:rPr lang="en" sz="900">
                <a:solidFill>
                  <a:schemeClr val="lt1"/>
                </a:solidFill>
                <a:latin typeface="Epilogue"/>
                <a:ea typeface="Epilogue"/>
                <a:cs typeface="Epilogue"/>
                <a:sym typeface="Epilogue"/>
              </a:rPr>
              <a:t>Please keep this slide for attribution</a:t>
            </a:r>
            <a:endParaRPr sz="900">
              <a:solidFill>
                <a:schemeClr val="lt1"/>
              </a:solidFill>
              <a:latin typeface="Epilogue"/>
              <a:ea typeface="Epilogue"/>
              <a:cs typeface="Epilogue"/>
              <a:sym typeface="Epilogue"/>
            </a:endParaRPr>
          </a:p>
        </p:txBody>
      </p:sp>
      <p:sp>
        <p:nvSpPr>
          <p:cNvPr id="2620" name="Google Shape;2620;p70"/>
          <p:cNvSpPr/>
          <p:nvPr/>
        </p:nvSpPr>
        <p:spPr>
          <a:xfrm rot="10800000" flipH="1">
            <a:off x="4124755" y="2843657"/>
            <a:ext cx="894481" cy="66791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70"/>
          <p:cNvSpPr/>
          <p:nvPr/>
        </p:nvSpPr>
        <p:spPr>
          <a:xfrm>
            <a:off x="3230288" y="2843651"/>
            <a:ext cx="894481" cy="66791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70"/>
          <p:cNvSpPr/>
          <p:nvPr/>
        </p:nvSpPr>
        <p:spPr>
          <a:xfrm>
            <a:off x="5019223" y="2843651"/>
            <a:ext cx="894481" cy="667919"/>
          </a:xfrm>
          <a:custGeom>
            <a:avLst/>
            <a:gdLst/>
            <a:ahLst/>
            <a:cxnLst/>
            <a:rect l="l" t="t" r="r" b="b"/>
            <a:pathLst>
              <a:path w="14599" h="5749" extrusionOk="0">
                <a:moveTo>
                  <a:pt x="8352" y="0"/>
                </a:moveTo>
                <a:cubicBezTo>
                  <a:pt x="6927" y="0"/>
                  <a:pt x="5385" y="247"/>
                  <a:pt x="3937" y="831"/>
                </a:cubicBezTo>
                <a:cubicBezTo>
                  <a:pt x="1" y="2432"/>
                  <a:pt x="3970" y="5234"/>
                  <a:pt x="6706" y="5635"/>
                </a:cubicBezTo>
                <a:cubicBezTo>
                  <a:pt x="7260" y="5712"/>
                  <a:pt x="7787" y="5748"/>
                  <a:pt x="8285" y="5748"/>
                </a:cubicBezTo>
                <a:cubicBezTo>
                  <a:pt x="12486" y="5748"/>
                  <a:pt x="14598" y="3197"/>
                  <a:pt x="13644" y="1765"/>
                </a:cubicBezTo>
                <a:cubicBezTo>
                  <a:pt x="12966" y="748"/>
                  <a:pt x="10834" y="0"/>
                  <a:pt x="83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23" name="Google Shape;2623;p70"/>
          <p:cNvGrpSpPr/>
          <p:nvPr/>
        </p:nvGrpSpPr>
        <p:grpSpPr>
          <a:xfrm>
            <a:off x="5309554" y="2977944"/>
            <a:ext cx="407093" cy="399544"/>
            <a:chOff x="3763184" y="3817357"/>
            <a:chExt cx="363314" cy="356576"/>
          </a:xfrm>
        </p:grpSpPr>
        <p:sp>
          <p:nvSpPr>
            <p:cNvPr id="2624" name="Google Shape;2624;p70"/>
            <p:cNvSpPr/>
            <p:nvPr/>
          </p:nvSpPr>
          <p:spPr>
            <a:xfrm>
              <a:off x="3763184" y="3817357"/>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70"/>
            <p:cNvSpPr/>
            <p:nvPr/>
          </p:nvSpPr>
          <p:spPr>
            <a:xfrm>
              <a:off x="3918324" y="3817357"/>
              <a:ext cx="208173" cy="356576"/>
            </a:xfrm>
            <a:custGeom>
              <a:avLst/>
              <a:gdLst/>
              <a:ahLst/>
              <a:cxnLst/>
              <a:rect l="l" t="t" r="r" b="b"/>
              <a:pathLst>
                <a:path w="7941" h="13602" extrusionOk="0">
                  <a:moveTo>
                    <a:pt x="896" y="0"/>
                  </a:moveTo>
                  <a:cubicBezTo>
                    <a:pt x="593" y="0"/>
                    <a:pt x="304" y="15"/>
                    <a:pt x="1" y="58"/>
                  </a:cubicBezTo>
                  <a:cubicBezTo>
                    <a:pt x="3393" y="505"/>
                    <a:pt x="5919" y="3378"/>
                    <a:pt x="5919" y="6799"/>
                  </a:cubicBezTo>
                  <a:cubicBezTo>
                    <a:pt x="5919" y="10220"/>
                    <a:pt x="3393" y="13093"/>
                    <a:pt x="1" y="13541"/>
                  </a:cubicBezTo>
                  <a:cubicBezTo>
                    <a:pt x="306" y="13581"/>
                    <a:pt x="610" y="13601"/>
                    <a:pt x="909" y="13601"/>
                  </a:cubicBezTo>
                  <a:cubicBezTo>
                    <a:pt x="4431" y="13601"/>
                    <a:pt x="7441" y="10865"/>
                    <a:pt x="7681" y="7247"/>
                  </a:cubicBezTo>
                  <a:cubicBezTo>
                    <a:pt x="7940" y="3320"/>
                    <a:pt x="4822" y="0"/>
                    <a:pt x="896" y="0"/>
                  </a:cubicBezTo>
                  <a:close/>
                </a:path>
              </a:pathLst>
            </a:custGeom>
            <a:solidFill>
              <a:srgbClr val="002F57">
                <a:alpha val="17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70"/>
            <p:cNvSpPr/>
            <p:nvPr/>
          </p:nvSpPr>
          <p:spPr>
            <a:xfrm>
              <a:off x="3848330" y="3964188"/>
              <a:ext cx="39375" cy="116945"/>
            </a:xfrm>
            <a:custGeom>
              <a:avLst/>
              <a:gdLst/>
              <a:ahLst/>
              <a:cxnLst/>
              <a:rect l="l" t="t" r="r" b="b"/>
              <a:pathLst>
                <a:path w="1502" h="4461" extrusionOk="0">
                  <a:moveTo>
                    <a:pt x="58" y="0"/>
                  </a:moveTo>
                  <a:cubicBezTo>
                    <a:pt x="29" y="0"/>
                    <a:pt x="0" y="29"/>
                    <a:pt x="0" y="58"/>
                  </a:cubicBezTo>
                  <a:lnTo>
                    <a:pt x="0" y="4403"/>
                  </a:lnTo>
                  <a:cubicBezTo>
                    <a:pt x="0" y="4432"/>
                    <a:pt x="29" y="4461"/>
                    <a:pt x="58" y="4461"/>
                  </a:cubicBezTo>
                  <a:lnTo>
                    <a:pt x="1444" y="4461"/>
                  </a:lnTo>
                  <a:cubicBezTo>
                    <a:pt x="1473" y="4461"/>
                    <a:pt x="1502" y="4446"/>
                    <a:pt x="1502" y="4403"/>
                  </a:cubicBezTo>
                  <a:lnTo>
                    <a:pt x="1502" y="58"/>
                  </a:lnTo>
                  <a:cubicBezTo>
                    <a:pt x="1502" y="29"/>
                    <a:pt x="1473" y="0"/>
                    <a:pt x="14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70"/>
            <p:cNvSpPr/>
            <p:nvPr/>
          </p:nvSpPr>
          <p:spPr>
            <a:xfrm>
              <a:off x="3838201" y="3894403"/>
              <a:ext cx="55287" cy="47475"/>
            </a:xfrm>
            <a:custGeom>
              <a:avLst/>
              <a:gdLst/>
              <a:ahLst/>
              <a:cxnLst/>
              <a:rect l="l" t="t" r="r" b="b"/>
              <a:pathLst>
                <a:path w="2109" h="1811" extrusionOk="0">
                  <a:moveTo>
                    <a:pt x="1208" y="0"/>
                  </a:moveTo>
                  <a:cubicBezTo>
                    <a:pt x="987" y="0"/>
                    <a:pt x="761" y="83"/>
                    <a:pt x="578" y="266"/>
                  </a:cubicBezTo>
                  <a:cubicBezTo>
                    <a:pt x="1" y="829"/>
                    <a:pt x="405" y="1810"/>
                    <a:pt x="1214" y="1810"/>
                  </a:cubicBezTo>
                  <a:cubicBezTo>
                    <a:pt x="1704" y="1810"/>
                    <a:pt x="2109" y="1406"/>
                    <a:pt x="2109" y="901"/>
                  </a:cubicBezTo>
                  <a:cubicBezTo>
                    <a:pt x="2109" y="355"/>
                    <a:pt x="1668" y="0"/>
                    <a:pt x="12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70"/>
            <p:cNvSpPr/>
            <p:nvPr/>
          </p:nvSpPr>
          <p:spPr>
            <a:xfrm>
              <a:off x="3925901" y="3964161"/>
              <a:ext cx="124914" cy="117365"/>
            </a:xfrm>
            <a:custGeom>
              <a:avLst/>
              <a:gdLst/>
              <a:ahLst/>
              <a:cxnLst/>
              <a:rect l="l" t="t" r="r" b="b"/>
              <a:pathLst>
                <a:path w="4765" h="4477" extrusionOk="0">
                  <a:moveTo>
                    <a:pt x="2716" y="1"/>
                  </a:moveTo>
                  <a:cubicBezTo>
                    <a:pt x="2701" y="1"/>
                    <a:pt x="2686" y="1"/>
                    <a:pt x="2671" y="1"/>
                  </a:cubicBezTo>
                  <a:cubicBezTo>
                    <a:pt x="2180" y="1"/>
                    <a:pt x="1718" y="145"/>
                    <a:pt x="1314" y="434"/>
                  </a:cubicBezTo>
                  <a:cubicBezTo>
                    <a:pt x="1304" y="441"/>
                    <a:pt x="1294" y="444"/>
                    <a:pt x="1284" y="444"/>
                  </a:cubicBezTo>
                  <a:cubicBezTo>
                    <a:pt x="1248" y="444"/>
                    <a:pt x="1213" y="410"/>
                    <a:pt x="1213" y="376"/>
                  </a:cubicBezTo>
                  <a:lnTo>
                    <a:pt x="1213" y="59"/>
                  </a:lnTo>
                  <a:cubicBezTo>
                    <a:pt x="1213" y="30"/>
                    <a:pt x="1170" y="1"/>
                    <a:pt x="1141" y="1"/>
                  </a:cubicBezTo>
                  <a:lnTo>
                    <a:pt x="58" y="1"/>
                  </a:lnTo>
                  <a:cubicBezTo>
                    <a:pt x="29" y="1"/>
                    <a:pt x="1" y="30"/>
                    <a:pt x="1" y="59"/>
                  </a:cubicBezTo>
                  <a:lnTo>
                    <a:pt x="1" y="4389"/>
                  </a:lnTo>
                  <a:cubicBezTo>
                    <a:pt x="1" y="4433"/>
                    <a:pt x="29" y="4462"/>
                    <a:pt x="58" y="4462"/>
                  </a:cubicBezTo>
                  <a:lnTo>
                    <a:pt x="1430" y="4462"/>
                  </a:lnTo>
                  <a:cubicBezTo>
                    <a:pt x="1473" y="4462"/>
                    <a:pt x="1502" y="4433"/>
                    <a:pt x="1502" y="4389"/>
                  </a:cubicBezTo>
                  <a:lnTo>
                    <a:pt x="1502" y="2859"/>
                  </a:lnTo>
                  <a:cubicBezTo>
                    <a:pt x="1502" y="2354"/>
                    <a:pt x="1617" y="1502"/>
                    <a:pt x="2382" y="1502"/>
                  </a:cubicBezTo>
                  <a:cubicBezTo>
                    <a:pt x="3133" y="1502"/>
                    <a:pt x="3249" y="2354"/>
                    <a:pt x="3249" y="2859"/>
                  </a:cubicBezTo>
                  <a:lnTo>
                    <a:pt x="3249" y="4404"/>
                  </a:lnTo>
                  <a:cubicBezTo>
                    <a:pt x="3249" y="4433"/>
                    <a:pt x="3277" y="4462"/>
                    <a:pt x="3321" y="4462"/>
                  </a:cubicBezTo>
                  <a:lnTo>
                    <a:pt x="3321" y="4476"/>
                  </a:lnTo>
                  <a:lnTo>
                    <a:pt x="4692" y="4476"/>
                  </a:lnTo>
                  <a:cubicBezTo>
                    <a:pt x="4721" y="4476"/>
                    <a:pt x="4750" y="4433"/>
                    <a:pt x="4750" y="4404"/>
                  </a:cubicBezTo>
                  <a:lnTo>
                    <a:pt x="4750" y="2383"/>
                  </a:lnTo>
                  <a:cubicBezTo>
                    <a:pt x="4764" y="1806"/>
                    <a:pt x="4591" y="1243"/>
                    <a:pt x="4259" y="766"/>
                  </a:cubicBezTo>
                  <a:cubicBezTo>
                    <a:pt x="3893" y="287"/>
                    <a:pt x="3320" y="1"/>
                    <a:pt x="27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9" name="Google Shape;2629;p70"/>
          <p:cNvGrpSpPr/>
          <p:nvPr/>
        </p:nvGrpSpPr>
        <p:grpSpPr>
          <a:xfrm>
            <a:off x="4425643" y="2977783"/>
            <a:ext cx="406652" cy="399867"/>
            <a:chOff x="3314750" y="3817357"/>
            <a:chExt cx="362920" cy="356865"/>
          </a:xfrm>
        </p:grpSpPr>
        <p:grpSp>
          <p:nvGrpSpPr>
            <p:cNvPr id="2630" name="Google Shape;2630;p70"/>
            <p:cNvGrpSpPr/>
            <p:nvPr/>
          </p:nvGrpSpPr>
          <p:grpSpPr>
            <a:xfrm>
              <a:off x="3314750" y="3817357"/>
              <a:ext cx="362920" cy="356865"/>
              <a:chOff x="3314750" y="3817357"/>
              <a:chExt cx="362920" cy="356865"/>
            </a:xfrm>
          </p:grpSpPr>
          <p:sp>
            <p:nvSpPr>
              <p:cNvPr id="2631" name="Google Shape;2631;p70"/>
              <p:cNvSpPr/>
              <p:nvPr/>
            </p:nvSpPr>
            <p:spPr>
              <a:xfrm>
                <a:off x="3314750" y="3817357"/>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70"/>
              <p:cNvSpPr/>
              <p:nvPr/>
            </p:nvSpPr>
            <p:spPr>
              <a:xfrm>
                <a:off x="3469891" y="3817357"/>
                <a:ext cx="207780" cy="356865"/>
              </a:xfrm>
              <a:custGeom>
                <a:avLst/>
                <a:gdLst/>
                <a:ahLst/>
                <a:cxnLst/>
                <a:rect l="l" t="t" r="r" b="b"/>
                <a:pathLst>
                  <a:path w="7926" h="13613" extrusionOk="0">
                    <a:moveTo>
                      <a:pt x="881" y="0"/>
                    </a:moveTo>
                    <a:cubicBezTo>
                      <a:pt x="884" y="0"/>
                      <a:pt x="886" y="0"/>
                      <a:pt x="888" y="0"/>
                    </a:cubicBezTo>
                    <a:lnTo>
                      <a:pt x="888" y="0"/>
                    </a:lnTo>
                    <a:cubicBezTo>
                      <a:pt x="891" y="0"/>
                      <a:pt x="893" y="0"/>
                      <a:pt x="896" y="0"/>
                    </a:cubicBezTo>
                    <a:close/>
                    <a:moveTo>
                      <a:pt x="888" y="0"/>
                    </a:moveTo>
                    <a:lnTo>
                      <a:pt x="888" y="0"/>
                    </a:lnTo>
                    <a:cubicBezTo>
                      <a:pt x="588" y="0"/>
                      <a:pt x="301" y="15"/>
                      <a:pt x="1" y="58"/>
                    </a:cubicBezTo>
                    <a:cubicBezTo>
                      <a:pt x="3393" y="491"/>
                      <a:pt x="5934" y="3378"/>
                      <a:pt x="5934" y="6799"/>
                    </a:cubicBezTo>
                    <a:cubicBezTo>
                      <a:pt x="5934" y="10220"/>
                      <a:pt x="3393" y="13107"/>
                      <a:pt x="1" y="13555"/>
                    </a:cubicBezTo>
                    <a:cubicBezTo>
                      <a:pt x="299" y="13594"/>
                      <a:pt x="595" y="13612"/>
                      <a:pt x="887" y="13612"/>
                    </a:cubicBezTo>
                    <a:cubicBezTo>
                      <a:pt x="4418" y="13612"/>
                      <a:pt x="7441" y="10873"/>
                      <a:pt x="7680" y="7247"/>
                    </a:cubicBezTo>
                    <a:cubicBezTo>
                      <a:pt x="7926" y="3323"/>
                      <a:pt x="4826" y="4"/>
                      <a:pt x="888" y="0"/>
                    </a:cubicBezTo>
                    <a:close/>
                  </a:path>
                </a:pathLst>
              </a:custGeom>
              <a:solidFill>
                <a:srgbClr val="002F57">
                  <a:alpha val="17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3" name="Google Shape;2633;p70"/>
            <p:cNvGrpSpPr/>
            <p:nvPr/>
          </p:nvGrpSpPr>
          <p:grpSpPr>
            <a:xfrm>
              <a:off x="3394986" y="3894612"/>
              <a:ext cx="202339" cy="202323"/>
              <a:chOff x="935197" y="1793977"/>
              <a:chExt cx="256451" cy="256430"/>
            </a:xfrm>
          </p:grpSpPr>
          <p:sp>
            <p:nvSpPr>
              <p:cNvPr id="2634" name="Google Shape;2634;p70"/>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70"/>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636" name="Google Shape;2636;p70"/>
          <p:cNvGrpSpPr/>
          <p:nvPr/>
        </p:nvGrpSpPr>
        <p:grpSpPr>
          <a:xfrm>
            <a:off x="3541711" y="2977783"/>
            <a:ext cx="406652" cy="399867"/>
            <a:chOff x="2866317" y="3817357"/>
            <a:chExt cx="362920" cy="356865"/>
          </a:xfrm>
        </p:grpSpPr>
        <p:sp>
          <p:nvSpPr>
            <p:cNvPr id="2637" name="Google Shape;2637;p70"/>
            <p:cNvSpPr/>
            <p:nvPr/>
          </p:nvSpPr>
          <p:spPr>
            <a:xfrm>
              <a:off x="2866317" y="3817357"/>
              <a:ext cx="356865" cy="356498"/>
            </a:xfrm>
            <a:custGeom>
              <a:avLst/>
              <a:gdLst/>
              <a:ahLst/>
              <a:cxnLst/>
              <a:rect l="l" t="t" r="r" b="b"/>
              <a:pathLst>
                <a:path w="13613" h="13599" extrusionOk="0">
                  <a:moveTo>
                    <a:pt x="6799" y="0"/>
                  </a:moveTo>
                  <a:cubicBezTo>
                    <a:pt x="3046" y="0"/>
                    <a:pt x="0" y="3046"/>
                    <a:pt x="0" y="6799"/>
                  </a:cubicBezTo>
                  <a:cubicBezTo>
                    <a:pt x="0" y="10552"/>
                    <a:pt x="3046" y="13598"/>
                    <a:pt x="6799" y="13598"/>
                  </a:cubicBezTo>
                  <a:cubicBezTo>
                    <a:pt x="10567" y="13598"/>
                    <a:pt x="13613" y="10552"/>
                    <a:pt x="13613" y="6799"/>
                  </a:cubicBezTo>
                  <a:cubicBezTo>
                    <a:pt x="13613" y="3046"/>
                    <a:pt x="10567" y="0"/>
                    <a:pt x="67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70"/>
            <p:cNvSpPr/>
            <p:nvPr/>
          </p:nvSpPr>
          <p:spPr>
            <a:xfrm>
              <a:off x="3021457" y="3817357"/>
              <a:ext cx="207780" cy="356576"/>
            </a:xfrm>
            <a:custGeom>
              <a:avLst/>
              <a:gdLst/>
              <a:ahLst/>
              <a:cxnLst/>
              <a:rect l="l" t="t" r="r" b="b"/>
              <a:pathLst>
                <a:path w="7926" h="13602" extrusionOk="0">
                  <a:moveTo>
                    <a:pt x="881" y="0"/>
                  </a:moveTo>
                  <a:cubicBezTo>
                    <a:pt x="593" y="0"/>
                    <a:pt x="290" y="15"/>
                    <a:pt x="1" y="58"/>
                  </a:cubicBezTo>
                  <a:cubicBezTo>
                    <a:pt x="3379" y="505"/>
                    <a:pt x="5919" y="3378"/>
                    <a:pt x="5919" y="6799"/>
                  </a:cubicBezTo>
                  <a:cubicBezTo>
                    <a:pt x="5919" y="10220"/>
                    <a:pt x="3379" y="13093"/>
                    <a:pt x="1" y="13541"/>
                  </a:cubicBezTo>
                  <a:cubicBezTo>
                    <a:pt x="306" y="13581"/>
                    <a:pt x="610" y="13601"/>
                    <a:pt x="909" y="13601"/>
                  </a:cubicBezTo>
                  <a:cubicBezTo>
                    <a:pt x="4431" y="13601"/>
                    <a:pt x="7440" y="10865"/>
                    <a:pt x="7666" y="7247"/>
                  </a:cubicBezTo>
                  <a:cubicBezTo>
                    <a:pt x="7926" y="3320"/>
                    <a:pt x="4822" y="0"/>
                    <a:pt x="881" y="0"/>
                  </a:cubicBezTo>
                  <a:close/>
                </a:path>
              </a:pathLst>
            </a:custGeom>
            <a:solidFill>
              <a:srgbClr val="002F57">
                <a:alpha val="17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70"/>
            <p:cNvSpPr/>
            <p:nvPr/>
          </p:nvSpPr>
          <p:spPr>
            <a:xfrm>
              <a:off x="2928367" y="3894561"/>
              <a:ext cx="194175" cy="279662"/>
            </a:xfrm>
            <a:custGeom>
              <a:avLst/>
              <a:gdLst/>
              <a:ahLst/>
              <a:cxnLst/>
              <a:rect l="l" t="t" r="r" b="b"/>
              <a:pathLst>
                <a:path w="7407" h="10668" extrusionOk="0">
                  <a:moveTo>
                    <a:pt x="6208" y="0"/>
                  </a:moveTo>
                  <a:cubicBezTo>
                    <a:pt x="4086" y="14"/>
                    <a:pt x="2079" y="1732"/>
                    <a:pt x="2079" y="3854"/>
                  </a:cubicBezTo>
                  <a:lnTo>
                    <a:pt x="2079" y="4114"/>
                  </a:lnTo>
                  <a:cubicBezTo>
                    <a:pt x="2079" y="4129"/>
                    <a:pt x="2051" y="4157"/>
                    <a:pt x="2036" y="4157"/>
                  </a:cubicBezTo>
                  <a:lnTo>
                    <a:pt x="174" y="4157"/>
                  </a:lnTo>
                  <a:cubicBezTo>
                    <a:pt x="73" y="4157"/>
                    <a:pt x="1" y="4230"/>
                    <a:pt x="1" y="4331"/>
                  </a:cubicBezTo>
                  <a:lnTo>
                    <a:pt x="1" y="6048"/>
                  </a:lnTo>
                  <a:cubicBezTo>
                    <a:pt x="1" y="6149"/>
                    <a:pt x="73" y="6236"/>
                    <a:pt x="174" y="6236"/>
                  </a:cubicBezTo>
                  <a:lnTo>
                    <a:pt x="2036" y="6236"/>
                  </a:lnTo>
                  <a:cubicBezTo>
                    <a:pt x="2051" y="6236"/>
                    <a:pt x="2079" y="6251"/>
                    <a:pt x="2079" y="6279"/>
                  </a:cubicBezTo>
                  <a:lnTo>
                    <a:pt x="2079" y="10220"/>
                  </a:lnTo>
                  <a:cubicBezTo>
                    <a:pt x="2079" y="10235"/>
                    <a:pt x="2079" y="10249"/>
                    <a:pt x="2108" y="10264"/>
                  </a:cubicBezTo>
                  <a:cubicBezTo>
                    <a:pt x="2743" y="10495"/>
                    <a:pt x="3422" y="10624"/>
                    <a:pt x="4100" y="10668"/>
                  </a:cubicBezTo>
                  <a:cubicBezTo>
                    <a:pt x="4129" y="10668"/>
                    <a:pt x="4144" y="10639"/>
                    <a:pt x="4144" y="10624"/>
                  </a:cubicBezTo>
                  <a:lnTo>
                    <a:pt x="4144" y="6279"/>
                  </a:lnTo>
                  <a:cubicBezTo>
                    <a:pt x="4144" y="6251"/>
                    <a:pt x="4158" y="6236"/>
                    <a:pt x="4187" y="6236"/>
                  </a:cubicBezTo>
                  <a:lnTo>
                    <a:pt x="7218" y="6236"/>
                  </a:lnTo>
                  <a:cubicBezTo>
                    <a:pt x="7319" y="6236"/>
                    <a:pt x="7406" y="6149"/>
                    <a:pt x="7406" y="6048"/>
                  </a:cubicBezTo>
                  <a:lnTo>
                    <a:pt x="7406" y="4331"/>
                  </a:lnTo>
                  <a:cubicBezTo>
                    <a:pt x="7406" y="4230"/>
                    <a:pt x="7319" y="4143"/>
                    <a:pt x="7218" y="4143"/>
                  </a:cubicBezTo>
                  <a:lnTo>
                    <a:pt x="4187" y="4143"/>
                  </a:lnTo>
                  <a:cubicBezTo>
                    <a:pt x="4158" y="4143"/>
                    <a:pt x="4144" y="4129"/>
                    <a:pt x="4144" y="4100"/>
                  </a:cubicBezTo>
                  <a:lnTo>
                    <a:pt x="4144" y="3854"/>
                  </a:lnTo>
                  <a:cubicBezTo>
                    <a:pt x="4144" y="2714"/>
                    <a:pt x="5068" y="2079"/>
                    <a:pt x="6208" y="2079"/>
                  </a:cubicBezTo>
                  <a:lnTo>
                    <a:pt x="7218" y="2079"/>
                  </a:lnTo>
                  <a:cubicBezTo>
                    <a:pt x="7319" y="2079"/>
                    <a:pt x="7406" y="1992"/>
                    <a:pt x="7406" y="1891"/>
                  </a:cubicBezTo>
                  <a:lnTo>
                    <a:pt x="7406" y="173"/>
                  </a:lnTo>
                  <a:cubicBezTo>
                    <a:pt x="7406" y="72"/>
                    <a:pt x="7319" y="0"/>
                    <a:pt x="72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40" name="Google Shape;2640;p70"/>
          <p:cNvGrpSpPr/>
          <p:nvPr/>
        </p:nvGrpSpPr>
        <p:grpSpPr>
          <a:xfrm rot="-2700000">
            <a:off x="1120809" y="688806"/>
            <a:ext cx="958354" cy="1063932"/>
            <a:chOff x="7346251" y="563301"/>
            <a:chExt cx="1165163" cy="1293524"/>
          </a:xfrm>
        </p:grpSpPr>
        <p:sp>
          <p:nvSpPr>
            <p:cNvPr id="2641" name="Google Shape;2641;p70"/>
            <p:cNvSpPr/>
            <p:nvPr/>
          </p:nvSpPr>
          <p:spPr>
            <a:xfrm rot="1693449">
              <a:off x="7551679" y="1144858"/>
              <a:ext cx="928371" cy="366040"/>
            </a:xfrm>
            <a:custGeom>
              <a:avLst/>
              <a:gdLst/>
              <a:ahLst/>
              <a:cxnLst/>
              <a:rect l="l" t="t" r="r" b="b"/>
              <a:pathLst>
                <a:path w="22281" h="8785" extrusionOk="0">
                  <a:moveTo>
                    <a:pt x="11156" y="1"/>
                  </a:moveTo>
                  <a:lnTo>
                    <a:pt x="0" y="8147"/>
                  </a:lnTo>
                  <a:lnTo>
                    <a:pt x="456" y="8785"/>
                  </a:lnTo>
                  <a:lnTo>
                    <a:pt x="11156" y="943"/>
                  </a:lnTo>
                  <a:lnTo>
                    <a:pt x="21824" y="8785"/>
                  </a:lnTo>
                  <a:lnTo>
                    <a:pt x="22280" y="8147"/>
                  </a:lnTo>
                  <a:lnTo>
                    <a:pt x="111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70"/>
            <p:cNvSpPr/>
            <p:nvPr/>
          </p:nvSpPr>
          <p:spPr>
            <a:xfrm rot="1693449">
              <a:off x="8193466" y="722377"/>
              <a:ext cx="31708" cy="490164"/>
            </a:xfrm>
            <a:custGeom>
              <a:avLst/>
              <a:gdLst/>
              <a:ahLst/>
              <a:cxnLst/>
              <a:rect l="l" t="t" r="r" b="b"/>
              <a:pathLst>
                <a:path w="761" h="11764" extrusionOk="0">
                  <a:moveTo>
                    <a:pt x="0" y="1"/>
                  </a:moveTo>
                  <a:lnTo>
                    <a:pt x="0" y="11764"/>
                  </a:lnTo>
                  <a:lnTo>
                    <a:pt x="760" y="11764"/>
                  </a:lnTo>
                  <a:lnTo>
                    <a:pt x="7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70"/>
            <p:cNvSpPr/>
            <p:nvPr/>
          </p:nvSpPr>
          <p:spPr>
            <a:xfrm rot="1693449">
              <a:off x="7387886" y="1133150"/>
              <a:ext cx="271332" cy="244291"/>
            </a:xfrm>
            <a:custGeom>
              <a:avLst/>
              <a:gdLst/>
              <a:ahLst/>
              <a:cxnLst/>
              <a:rect l="l" t="t" r="r" b="b"/>
              <a:pathLst>
                <a:path w="6512" h="5863" extrusionOk="0">
                  <a:moveTo>
                    <a:pt x="3613" y="0"/>
                  </a:moveTo>
                  <a:cubicBezTo>
                    <a:pt x="1736" y="0"/>
                    <a:pt x="1" y="1909"/>
                    <a:pt x="888" y="4061"/>
                  </a:cubicBezTo>
                  <a:cubicBezTo>
                    <a:pt x="1399" y="5299"/>
                    <a:pt x="2472" y="5862"/>
                    <a:pt x="3545" y="5862"/>
                  </a:cubicBezTo>
                  <a:cubicBezTo>
                    <a:pt x="5028" y="5862"/>
                    <a:pt x="6511" y="4788"/>
                    <a:pt x="6511" y="2937"/>
                  </a:cubicBezTo>
                  <a:cubicBezTo>
                    <a:pt x="6511" y="2177"/>
                    <a:pt x="6208" y="1417"/>
                    <a:pt x="5630" y="870"/>
                  </a:cubicBezTo>
                  <a:cubicBezTo>
                    <a:pt x="5022" y="262"/>
                    <a:pt x="4308" y="0"/>
                    <a:pt x="3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70"/>
            <p:cNvSpPr/>
            <p:nvPr/>
          </p:nvSpPr>
          <p:spPr>
            <a:xfrm rot="1693449">
              <a:off x="7389301" y="1127882"/>
              <a:ext cx="256582" cy="217124"/>
            </a:xfrm>
            <a:custGeom>
              <a:avLst/>
              <a:gdLst/>
              <a:ahLst/>
              <a:cxnLst/>
              <a:rect l="l" t="t" r="r" b="b"/>
              <a:pathLst>
                <a:path w="6158" h="5211" extrusionOk="0">
                  <a:moveTo>
                    <a:pt x="3793" y="0"/>
                  </a:moveTo>
                  <a:cubicBezTo>
                    <a:pt x="1804" y="0"/>
                    <a:pt x="1" y="2153"/>
                    <a:pt x="1173" y="4340"/>
                  </a:cubicBezTo>
                  <a:cubicBezTo>
                    <a:pt x="1775" y="4942"/>
                    <a:pt x="2512" y="5211"/>
                    <a:pt x="3232" y="5211"/>
                  </a:cubicBezTo>
                  <a:cubicBezTo>
                    <a:pt x="4730" y="5211"/>
                    <a:pt x="6158" y="4048"/>
                    <a:pt x="6158" y="2303"/>
                  </a:cubicBezTo>
                  <a:cubicBezTo>
                    <a:pt x="6158" y="1787"/>
                    <a:pt x="6036" y="1331"/>
                    <a:pt x="5823" y="875"/>
                  </a:cubicBezTo>
                  <a:cubicBezTo>
                    <a:pt x="5203" y="262"/>
                    <a:pt x="4487" y="0"/>
                    <a:pt x="37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70"/>
            <p:cNvSpPr/>
            <p:nvPr/>
          </p:nvSpPr>
          <p:spPr>
            <a:xfrm rot="1693449">
              <a:off x="8170413" y="620910"/>
              <a:ext cx="279374" cy="243749"/>
            </a:xfrm>
            <a:custGeom>
              <a:avLst/>
              <a:gdLst/>
              <a:ahLst/>
              <a:cxnLst/>
              <a:rect l="l" t="t" r="r" b="b"/>
              <a:pathLst>
                <a:path w="6705" h="5850" extrusionOk="0">
                  <a:moveTo>
                    <a:pt x="3764" y="1"/>
                  </a:moveTo>
                  <a:cubicBezTo>
                    <a:pt x="1641" y="1"/>
                    <a:pt x="0" y="2426"/>
                    <a:pt x="1325" y="4489"/>
                  </a:cubicBezTo>
                  <a:cubicBezTo>
                    <a:pt x="1916" y="5428"/>
                    <a:pt x="2835" y="5850"/>
                    <a:pt x="3748" y="5850"/>
                  </a:cubicBezTo>
                  <a:cubicBezTo>
                    <a:pt x="5226" y="5850"/>
                    <a:pt x="6686" y="4743"/>
                    <a:pt x="6705" y="2939"/>
                  </a:cubicBezTo>
                  <a:cubicBezTo>
                    <a:pt x="6705" y="1814"/>
                    <a:pt x="6036" y="780"/>
                    <a:pt x="5033" y="294"/>
                  </a:cubicBezTo>
                  <a:cubicBezTo>
                    <a:pt x="4604" y="92"/>
                    <a:pt x="4175" y="1"/>
                    <a:pt x="37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70"/>
            <p:cNvSpPr/>
            <p:nvPr/>
          </p:nvSpPr>
          <p:spPr>
            <a:xfrm rot="1693449">
              <a:off x="8165574" y="611565"/>
              <a:ext cx="260165" cy="222957"/>
            </a:xfrm>
            <a:custGeom>
              <a:avLst/>
              <a:gdLst/>
              <a:ahLst/>
              <a:cxnLst/>
              <a:rect l="l" t="t" r="r" b="b"/>
              <a:pathLst>
                <a:path w="6244" h="5351" extrusionOk="0">
                  <a:moveTo>
                    <a:pt x="4023" y="1"/>
                  </a:moveTo>
                  <a:cubicBezTo>
                    <a:pt x="1646" y="1"/>
                    <a:pt x="1" y="3100"/>
                    <a:pt x="2049" y="5070"/>
                  </a:cubicBezTo>
                  <a:cubicBezTo>
                    <a:pt x="2458" y="5262"/>
                    <a:pt x="2881" y="5350"/>
                    <a:pt x="3293" y="5350"/>
                  </a:cubicBezTo>
                  <a:cubicBezTo>
                    <a:pt x="4841" y="5350"/>
                    <a:pt x="6244" y="4106"/>
                    <a:pt x="6244" y="2426"/>
                  </a:cubicBezTo>
                  <a:cubicBezTo>
                    <a:pt x="6244" y="1605"/>
                    <a:pt x="5909" y="845"/>
                    <a:pt x="5301" y="298"/>
                  </a:cubicBezTo>
                  <a:cubicBezTo>
                    <a:pt x="4864" y="93"/>
                    <a:pt x="4433" y="1"/>
                    <a:pt x="40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70"/>
            <p:cNvSpPr/>
            <p:nvPr/>
          </p:nvSpPr>
          <p:spPr>
            <a:xfrm rot="1693449">
              <a:off x="7894832" y="992986"/>
              <a:ext cx="393915" cy="386790"/>
            </a:xfrm>
            <a:custGeom>
              <a:avLst/>
              <a:gdLst/>
              <a:ahLst/>
              <a:cxnLst/>
              <a:rect l="l" t="t" r="r" b="b"/>
              <a:pathLst>
                <a:path w="9454" h="9283" extrusionOk="0">
                  <a:moveTo>
                    <a:pt x="4743" y="0"/>
                  </a:moveTo>
                  <a:cubicBezTo>
                    <a:pt x="2189" y="0"/>
                    <a:pt x="92" y="2006"/>
                    <a:pt x="31" y="4560"/>
                  </a:cubicBezTo>
                  <a:cubicBezTo>
                    <a:pt x="1" y="5228"/>
                    <a:pt x="153" y="5897"/>
                    <a:pt x="426" y="6505"/>
                  </a:cubicBezTo>
                  <a:cubicBezTo>
                    <a:pt x="1200" y="8233"/>
                    <a:pt x="2915" y="9282"/>
                    <a:pt x="4735" y="9282"/>
                  </a:cubicBezTo>
                  <a:cubicBezTo>
                    <a:pt x="5060" y="9282"/>
                    <a:pt x="5388" y="9249"/>
                    <a:pt x="5715" y="9180"/>
                  </a:cubicBezTo>
                  <a:cubicBezTo>
                    <a:pt x="7904" y="8724"/>
                    <a:pt x="9454" y="6778"/>
                    <a:pt x="9454" y="4560"/>
                  </a:cubicBezTo>
                  <a:cubicBezTo>
                    <a:pt x="9363" y="2006"/>
                    <a:pt x="7296" y="0"/>
                    <a:pt x="47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70"/>
            <p:cNvSpPr/>
            <p:nvPr/>
          </p:nvSpPr>
          <p:spPr>
            <a:xfrm rot="1693449">
              <a:off x="7909513" y="982757"/>
              <a:ext cx="362248" cy="344582"/>
            </a:xfrm>
            <a:custGeom>
              <a:avLst/>
              <a:gdLst/>
              <a:ahLst/>
              <a:cxnLst/>
              <a:rect l="l" t="t" r="r" b="b"/>
              <a:pathLst>
                <a:path w="8694" h="8270" extrusionOk="0">
                  <a:moveTo>
                    <a:pt x="4764" y="1"/>
                  </a:moveTo>
                  <a:cubicBezTo>
                    <a:pt x="2345" y="1"/>
                    <a:pt x="11" y="1856"/>
                    <a:pt x="31" y="4703"/>
                  </a:cubicBezTo>
                  <a:cubicBezTo>
                    <a:pt x="1" y="5371"/>
                    <a:pt x="153" y="6040"/>
                    <a:pt x="426" y="6648"/>
                  </a:cubicBezTo>
                  <a:cubicBezTo>
                    <a:pt x="1413" y="7769"/>
                    <a:pt x="2690" y="8270"/>
                    <a:pt x="3944" y="8270"/>
                  </a:cubicBezTo>
                  <a:cubicBezTo>
                    <a:pt x="6362" y="8270"/>
                    <a:pt x="8694" y="6409"/>
                    <a:pt x="8694" y="3548"/>
                  </a:cubicBezTo>
                  <a:cubicBezTo>
                    <a:pt x="8694" y="2879"/>
                    <a:pt x="8542" y="2210"/>
                    <a:pt x="8268" y="1602"/>
                  </a:cubicBezTo>
                  <a:cubicBezTo>
                    <a:pt x="7285" y="495"/>
                    <a:pt x="6013" y="1"/>
                    <a:pt x="47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70"/>
            <p:cNvSpPr/>
            <p:nvPr/>
          </p:nvSpPr>
          <p:spPr>
            <a:xfrm rot="1693449">
              <a:off x="8173447" y="1561299"/>
              <a:ext cx="287540" cy="241916"/>
            </a:xfrm>
            <a:custGeom>
              <a:avLst/>
              <a:gdLst/>
              <a:ahLst/>
              <a:cxnLst/>
              <a:rect l="l" t="t" r="r" b="b"/>
              <a:pathLst>
                <a:path w="6901" h="5806" extrusionOk="0">
                  <a:moveTo>
                    <a:pt x="3983" y="0"/>
                  </a:moveTo>
                  <a:cubicBezTo>
                    <a:pt x="1186" y="0"/>
                    <a:pt x="1" y="3526"/>
                    <a:pt x="2220" y="5228"/>
                  </a:cubicBezTo>
                  <a:cubicBezTo>
                    <a:pt x="2706" y="5623"/>
                    <a:pt x="3344" y="5806"/>
                    <a:pt x="3983" y="5806"/>
                  </a:cubicBezTo>
                  <a:cubicBezTo>
                    <a:pt x="5594" y="5806"/>
                    <a:pt x="6901" y="4499"/>
                    <a:pt x="6901" y="2888"/>
                  </a:cubicBezTo>
                  <a:cubicBezTo>
                    <a:pt x="6870" y="1733"/>
                    <a:pt x="6202" y="669"/>
                    <a:pt x="5107" y="213"/>
                  </a:cubicBezTo>
                  <a:cubicBezTo>
                    <a:pt x="4743" y="61"/>
                    <a:pt x="4378" y="0"/>
                    <a:pt x="39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70"/>
            <p:cNvSpPr/>
            <p:nvPr/>
          </p:nvSpPr>
          <p:spPr>
            <a:xfrm rot="1693449">
              <a:off x="8178624" y="1555917"/>
              <a:ext cx="260957" cy="226707"/>
            </a:xfrm>
            <a:custGeom>
              <a:avLst/>
              <a:gdLst/>
              <a:ahLst/>
              <a:cxnLst/>
              <a:rect l="l" t="t" r="r" b="b"/>
              <a:pathLst>
                <a:path w="6263" h="5441" extrusionOk="0">
                  <a:moveTo>
                    <a:pt x="3983" y="0"/>
                  </a:moveTo>
                  <a:cubicBezTo>
                    <a:pt x="1186" y="0"/>
                    <a:pt x="1" y="3526"/>
                    <a:pt x="2220" y="5228"/>
                  </a:cubicBezTo>
                  <a:cubicBezTo>
                    <a:pt x="2584" y="5380"/>
                    <a:pt x="2949" y="5441"/>
                    <a:pt x="3344" y="5441"/>
                  </a:cubicBezTo>
                  <a:cubicBezTo>
                    <a:pt x="4955" y="5441"/>
                    <a:pt x="6262" y="4134"/>
                    <a:pt x="6262" y="2553"/>
                  </a:cubicBezTo>
                  <a:cubicBezTo>
                    <a:pt x="6262" y="1611"/>
                    <a:pt x="5837" y="760"/>
                    <a:pt x="5107" y="213"/>
                  </a:cubicBezTo>
                  <a:cubicBezTo>
                    <a:pt x="4743" y="61"/>
                    <a:pt x="4378" y="0"/>
                    <a:pt x="39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51" name="Google Shape;2651;p70"/>
          <p:cNvGrpSpPr/>
          <p:nvPr/>
        </p:nvGrpSpPr>
        <p:grpSpPr>
          <a:xfrm rot="9902476">
            <a:off x="6776990" y="3397770"/>
            <a:ext cx="1395841" cy="1044401"/>
            <a:chOff x="2923063" y="846627"/>
            <a:chExt cx="1475425" cy="1103947"/>
          </a:xfrm>
        </p:grpSpPr>
        <p:sp>
          <p:nvSpPr>
            <p:cNvPr id="2652" name="Google Shape;2652;p70"/>
            <p:cNvSpPr/>
            <p:nvPr/>
          </p:nvSpPr>
          <p:spPr>
            <a:xfrm>
              <a:off x="3485903" y="1027540"/>
              <a:ext cx="428518" cy="763230"/>
            </a:xfrm>
            <a:custGeom>
              <a:avLst/>
              <a:gdLst/>
              <a:ahLst/>
              <a:cxnLst/>
              <a:rect l="l" t="t" r="r" b="b"/>
              <a:pathLst>
                <a:path w="12343" h="21984" extrusionOk="0">
                  <a:moveTo>
                    <a:pt x="934" y="1"/>
                  </a:moveTo>
                  <a:lnTo>
                    <a:pt x="0" y="401"/>
                  </a:lnTo>
                  <a:lnTo>
                    <a:pt x="4570" y="11475"/>
                  </a:lnTo>
                  <a:lnTo>
                    <a:pt x="11508" y="21983"/>
                  </a:lnTo>
                  <a:lnTo>
                    <a:pt x="12342" y="21449"/>
                  </a:lnTo>
                  <a:lnTo>
                    <a:pt x="5437" y="11008"/>
                  </a:lnTo>
                  <a:lnTo>
                    <a:pt x="9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70"/>
            <p:cNvSpPr/>
            <p:nvPr/>
          </p:nvSpPr>
          <p:spPr>
            <a:xfrm>
              <a:off x="3172057" y="1137560"/>
              <a:ext cx="973965" cy="560549"/>
            </a:xfrm>
            <a:custGeom>
              <a:avLst/>
              <a:gdLst/>
              <a:ahLst/>
              <a:cxnLst/>
              <a:rect l="l" t="t" r="r" b="b"/>
              <a:pathLst>
                <a:path w="28054" h="16146" extrusionOk="0">
                  <a:moveTo>
                    <a:pt x="27587" y="1"/>
                  </a:moveTo>
                  <a:lnTo>
                    <a:pt x="0" y="15245"/>
                  </a:lnTo>
                  <a:lnTo>
                    <a:pt x="501" y="16145"/>
                  </a:lnTo>
                  <a:lnTo>
                    <a:pt x="28054" y="868"/>
                  </a:lnTo>
                  <a:lnTo>
                    <a:pt x="27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70"/>
            <p:cNvSpPr/>
            <p:nvPr/>
          </p:nvSpPr>
          <p:spPr>
            <a:xfrm>
              <a:off x="3328389" y="846627"/>
              <a:ext cx="297807" cy="236704"/>
            </a:xfrm>
            <a:custGeom>
              <a:avLst/>
              <a:gdLst/>
              <a:ahLst/>
              <a:cxnLst/>
              <a:rect l="l" t="t" r="r" b="b"/>
              <a:pathLst>
                <a:path w="8578" h="6818" extrusionOk="0">
                  <a:moveTo>
                    <a:pt x="4320" y="1"/>
                  </a:moveTo>
                  <a:cubicBezTo>
                    <a:pt x="3759" y="1"/>
                    <a:pt x="3192" y="143"/>
                    <a:pt x="2669" y="442"/>
                  </a:cubicBezTo>
                  <a:cubicBezTo>
                    <a:pt x="1" y="1909"/>
                    <a:pt x="468" y="5845"/>
                    <a:pt x="3370" y="6679"/>
                  </a:cubicBezTo>
                  <a:cubicBezTo>
                    <a:pt x="3698" y="6774"/>
                    <a:pt x="4020" y="6818"/>
                    <a:pt x="4333" y="6818"/>
                  </a:cubicBezTo>
                  <a:cubicBezTo>
                    <a:pt x="6780" y="6818"/>
                    <a:pt x="8578" y="4113"/>
                    <a:pt x="7306" y="1776"/>
                  </a:cubicBezTo>
                  <a:cubicBezTo>
                    <a:pt x="6671" y="642"/>
                    <a:pt x="5511" y="1"/>
                    <a:pt x="43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70"/>
            <p:cNvSpPr/>
            <p:nvPr/>
          </p:nvSpPr>
          <p:spPr>
            <a:xfrm>
              <a:off x="3786591" y="1714045"/>
              <a:ext cx="287634" cy="236530"/>
            </a:xfrm>
            <a:custGeom>
              <a:avLst/>
              <a:gdLst/>
              <a:ahLst/>
              <a:cxnLst/>
              <a:rect l="l" t="t" r="r" b="b"/>
              <a:pathLst>
                <a:path w="8285" h="6813" extrusionOk="0">
                  <a:moveTo>
                    <a:pt x="4429" y="1"/>
                  </a:moveTo>
                  <a:cubicBezTo>
                    <a:pt x="2127" y="1"/>
                    <a:pt x="0" y="2487"/>
                    <a:pt x="1413" y="5044"/>
                  </a:cubicBezTo>
                  <a:cubicBezTo>
                    <a:pt x="1713" y="5578"/>
                    <a:pt x="2147" y="6045"/>
                    <a:pt x="2681" y="6345"/>
                  </a:cubicBezTo>
                  <a:cubicBezTo>
                    <a:pt x="3212" y="6654"/>
                    <a:pt x="3805" y="6813"/>
                    <a:pt x="4401" y="6813"/>
                  </a:cubicBezTo>
                  <a:cubicBezTo>
                    <a:pt x="4965" y="6813"/>
                    <a:pt x="5531" y="6671"/>
                    <a:pt x="6050" y="6379"/>
                  </a:cubicBezTo>
                  <a:cubicBezTo>
                    <a:pt x="7684" y="5478"/>
                    <a:pt x="8285" y="3410"/>
                    <a:pt x="7351" y="1775"/>
                  </a:cubicBezTo>
                  <a:cubicBezTo>
                    <a:pt x="7251" y="1542"/>
                    <a:pt x="7084" y="1308"/>
                    <a:pt x="6884" y="1142"/>
                  </a:cubicBezTo>
                  <a:cubicBezTo>
                    <a:pt x="6154" y="340"/>
                    <a:pt x="5280" y="1"/>
                    <a:pt x="44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70"/>
            <p:cNvSpPr/>
            <p:nvPr/>
          </p:nvSpPr>
          <p:spPr>
            <a:xfrm>
              <a:off x="3386298" y="1178388"/>
              <a:ext cx="550134" cy="484899"/>
            </a:xfrm>
            <a:custGeom>
              <a:avLst/>
              <a:gdLst/>
              <a:ahLst/>
              <a:cxnLst/>
              <a:rect l="l" t="t" r="r" b="b"/>
              <a:pathLst>
                <a:path w="15846" h="13967" extrusionOk="0">
                  <a:moveTo>
                    <a:pt x="7938" y="1"/>
                  </a:moveTo>
                  <a:cubicBezTo>
                    <a:pt x="5703" y="1"/>
                    <a:pt x="3517" y="1068"/>
                    <a:pt x="2169" y="3028"/>
                  </a:cubicBezTo>
                  <a:cubicBezTo>
                    <a:pt x="0" y="6163"/>
                    <a:pt x="734" y="10400"/>
                    <a:pt x="3803" y="12668"/>
                  </a:cubicBezTo>
                  <a:cubicBezTo>
                    <a:pt x="4993" y="13528"/>
                    <a:pt x="6414" y="13967"/>
                    <a:pt x="7840" y="13967"/>
                  </a:cubicBezTo>
                  <a:cubicBezTo>
                    <a:pt x="9012" y="13967"/>
                    <a:pt x="10188" y="13670"/>
                    <a:pt x="11242" y="13068"/>
                  </a:cubicBezTo>
                  <a:cubicBezTo>
                    <a:pt x="14611" y="11200"/>
                    <a:pt x="15845" y="6964"/>
                    <a:pt x="13977" y="3595"/>
                  </a:cubicBezTo>
                  <a:cubicBezTo>
                    <a:pt x="13443" y="2594"/>
                    <a:pt x="12676" y="1760"/>
                    <a:pt x="11742" y="1126"/>
                  </a:cubicBezTo>
                  <a:cubicBezTo>
                    <a:pt x="10562" y="364"/>
                    <a:pt x="9242" y="1"/>
                    <a:pt x="79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70"/>
            <p:cNvSpPr/>
            <p:nvPr/>
          </p:nvSpPr>
          <p:spPr>
            <a:xfrm>
              <a:off x="4049403" y="939219"/>
              <a:ext cx="349084" cy="320581"/>
            </a:xfrm>
            <a:custGeom>
              <a:avLst/>
              <a:gdLst/>
              <a:ahLst/>
              <a:cxnLst/>
              <a:rect l="l" t="t" r="r" b="b"/>
              <a:pathLst>
                <a:path w="10055" h="9234" extrusionOk="0">
                  <a:moveTo>
                    <a:pt x="4779" y="0"/>
                  </a:moveTo>
                  <a:cubicBezTo>
                    <a:pt x="2488" y="0"/>
                    <a:pt x="347" y="1726"/>
                    <a:pt x="181" y="4313"/>
                  </a:cubicBezTo>
                  <a:cubicBezTo>
                    <a:pt x="0" y="7122"/>
                    <a:pt x="2269" y="9234"/>
                    <a:pt x="4787" y="9234"/>
                  </a:cubicBezTo>
                  <a:cubicBezTo>
                    <a:pt x="5528" y="9234"/>
                    <a:pt x="6291" y="9051"/>
                    <a:pt x="7019" y="8649"/>
                  </a:cubicBezTo>
                  <a:cubicBezTo>
                    <a:pt x="9221" y="7415"/>
                    <a:pt x="10055" y="4613"/>
                    <a:pt x="8820" y="2378"/>
                  </a:cubicBezTo>
                  <a:cubicBezTo>
                    <a:pt x="8487" y="1811"/>
                    <a:pt x="8053" y="1310"/>
                    <a:pt x="7519" y="910"/>
                  </a:cubicBezTo>
                  <a:cubicBezTo>
                    <a:pt x="6663" y="284"/>
                    <a:pt x="5709" y="0"/>
                    <a:pt x="4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70"/>
            <p:cNvSpPr/>
            <p:nvPr/>
          </p:nvSpPr>
          <p:spPr>
            <a:xfrm>
              <a:off x="2923063" y="1574168"/>
              <a:ext cx="319679" cy="319644"/>
            </a:xfrm>
            <a:custGeom>
              <a:avLst/>
              <a:gdLst/>
              <a:ahLst/>
              <a:cxnLst/>
              <a:rect l="l" t="t" r="r" b="b"/>
              <a:pathLst>
                <a:path w="9208" h="9207" extrusionOk="0">
                  <a:moveTo>
                    <a:pt x="4604" y="0"/>
                  </a:moveTo>
                  <a:cubicBezTo>
                    <a:pt x="2069" y="0"/>
                    <a:pt x="1" y="2068"/>
                    <a:pt x="1" y="4604"/>
                  </a:cubicBezTo>
                  <a:cubicBezTo>
                    <a:pt x="1" y="7139"/>
                    <a:pt x="2069" y="9207"/>
                    <a:pt x="4604" y="9207"/>
                  </a:cubicBezTo>
                  <a:cubicBezTo>
                    <a:pt x="7139" y="9207"/>
                    <a:pt x="9207" y="7139"/>
                    <a:pt x="9207" y="4604"/>
                  </a:cubicBezTo>
                  <a:cubicBezTo>
                    <a:pt x="9207" y="2068"/>
                    <a:pt x="7139" y="0"/>
                    <a:pt x="46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70"/>
            <p:cNvSpPr/>
            <p:nvPr/>
          </p:nvSpPr>
          <p:spPr>
            <a:xfrm>
              <a:off x="3518329" y="1217480"/>
              <a:ext cx="416922" cy="445807"/>
            </a:xfrm>
            <a:custGeom>
              <a:avLst/>
              <a:gdLst/>
              <a:ahLst/>
              <a:cxnLst/>
              <a:rect l="l" t="t" r="r" b="b"/>
              <a:pathLst>
                <a:path w="12009" h="12841" extrusionOk="0">
                  <a:moveTo>
                    <a:pt x="7906" y="0"/>
                  </a:moveTo>
                  <a:cubicBezTo>
                    <a:pt x="7906" y="1"/>
                    <a:pt x="10374" y="11275"/>
                    <a:pt x="0" y="11542"/>
                  </a:cubicBezTo>
                  <a:cubicBezTo>
                    <a:pt x="1190" y="12402"/>
                    <a:pt x="2611" y="12841"/>
                    <a:pt x="4037" y="12841"/>
                  </a:cubicBezTo>
                  <a:cubicBezTo>
                    <a:pt x="5209" y="12841"/>
                    <a:pt x="6385" y="12544"/>
                    <a:pt x="7439" y="11942"/>
                  </a:cubicBezTo>
                  <a:cubicBezTo>
                    <a:pt x="10808" y="10074"/>
                    <a:pt x="12009" y="5838"/>
                    <a:pt x="10174" y="2469"/>
                  </a:cubicBezTo>
                  <a:cubicBezTo>
                    <a:pt x="9607" y="1468"/>
                    <a:pt x="8840" y="634"/>
                    <a:pt x="7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70"/>
            <p:cNvSpPr/>
            <p:nvPr/>
          </p:nvSpPr>
          <p:spPr>
            <a:xfrm>
              <a:off x="4145987" y="970812"/>
              <a:ext cx="251355" cy="288884"/>
            </a:xfrm>
            <a:custGeom>
              <a:avLst/>
              <a:gdLst/>
              <a:ahLst/>
              <a:cxnLst/>
              <a:rect l="l" t="t" r="r" b="b"/>
              <a:pathLst>
                <a:path w="7240" h="8321" extrusionOk="0">
                  <a:moveTo>
                    <a:pt x="4704" y="0"/>
                  </a:moveTo>
                  <a:lnTo>
                    <a:pt x="4704" y="0"/>
                  </a:lnTo>
                  <a:cubicBezTo>
                    <a:pt x="4771" y="267"/>
                    <a:pt x="6138" y="6738"/>
                    <a:pt x="1" y="7872"/>
                  </a:cubicBezTo>
                  <a:cubicBezTo>
                    <a:pt x="627" y="8170"/>
                    <a:pt x="1305" y="8320"/>
                    <a:pt x="1986" y="8320"/>
                  </a:cubicBezTo>
                  <a:cubicBezTo>
                    <a:pt x="2756" y="8320"/>
                    <a:pt x="3529" y="8128"/>
                    <a:pt x="4237" y="7739"/>
                  </a:cubicBezTo>
                  <a:cubicBezTo>
                    <a:pt x="6439" y="6505"/>
                    <a:pt x="7239" y="3703"/>
                    <a:pt x="6005" y="1468"/>
                  </a:cubicBezTo>
                  <a:cubicBezTo>
                    <a:pt x="5705" y="901"/>
                    <a:pt x="5271" y="400"/>
                    <a:pt x="47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70"/>
            <p:cNvSpPr/>
            <p:nvPr/>
          </p:nvSpPr>
          <p:spPr>
            <a:xfrm>
              <a:off x="3013397" y="1605413"/>
              <a:ext cx="251320" cy="288502"/>
            </a:xfrm>
            <a:custGeom>
              <a:avLst/>
              <a:gdLst/>
              <a:ahLst/>
              <a:cxnLst/>
              <a:rect l="l" t="t" r="r" b="b"/>
              <a:pathLst>
                <a:path w="7239" h="8310" extrusionOk="0">
                  <a:moveTo>
                    <a:pt x="4704" y="1"/>
                  </a:moveTo>
                  <a:cubicBezTo>
                    <a:pt x="4771" y="268"/>
                    <a:pt x="6138" y="6739"/>
                    <a:pt x="0" y="7873"/>
                  </a:cubicBezTo>
                  <a:cubicBezTo>
                    <a:pt x="618" y="8166"/>
                    <a:pt x="1292" y="8310"/>
                    <a:pt x="1967" y="8310"/>
                  </a:cubicBezTo>
                  <a:cubicBezTo>
                    <a:pt x="2752" y="8310"/>
                    <a:pt x="3538" y="8116"/>
                    <a:pt x="4237" y="7740"/>
                  </a:cubicBezTo>
                  <a:cubicBezTo>
                    <a:pt x="6438" y="6506"/>
                    <a:pt x="7239" y="3704"/>
                    <a:pt x="6005" y="1469"/>
                  </a:cubicBezTo>
                  <a:cubicBezTo>
                    <a:pt x="5705" y="868"/>
                    <a:pt x="5238" y="368"/>
                    <a:pt x="4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70"/>
            <p:cNvSpPr/>
            <p:nvPr/>
          </p:nvSpPr>
          <p:spPr>
            <a:xfrm>
              <a:off x="3879634" y="1753657"/>
              <a:ext cx="194592" cy="196918"/>
            </a:xfrm>
            <a:custGeom>
              <a:avLst/>
              <a:gdLst/>
              <a:ahLst/>
              <a:cxnLst/>
              <a:rect l="l" t="t" r="r" b="b"/>
              <a:pathLst>
                <a:path w="5605" h="5672" extrusionOk="0">
                  <a:moveTo>
                    <a:pt x="4204" y="1"/>
                  </a:moveTo>
                  <a:cubicBezTo>
                    <a:pt x="4204" y="1"/>
                    <a:pt x="4470" y="4804"/>
                    <a:pt x="1" y="5204"/>
                  </a:cubicBezTo>
                  <a:cubicBezTo>
                    <a:pt x="532" y="5513"/>
                    <a:pt x="1125" y="5672"/>
                    <a:pt x="1721" y="5672"/>
                  </a:cubicBezTo>
                  <a:cubicBezTo>
                    <a:pt x="2285" y="5672"/>
                    <a:pt x="2851" y="5530"/>
                    <a:pt x="3370" y="5238"/>
                  </a:cubicBezTo>
                  <a:cubicBezTo>
                    <a:pt x="5004" y="4337"/>
                    <a:pt x="5605" y="2269"/>
                    <a:pt x="4671" y="634"/>
                  </a:cubicBezTo>
                  <a:cubicBezTo>
                    <a:pt x="4571" y="401"/>
                    <a:pt x="4404" y="167"/>
                    <a:pt x="42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70"/>
            <p:cNvSpPr/>
            <p:nvPr/>
          </p:nvSpPr>
          <p:spPr>
            <a:xfrm>
              <a:off x="3418724" y="885094"/>
              <a:ext cx="194592" cy="197647"/>
            </a:xfrm>
            <a:custGeom>
              <a:avLst/>
              <a:gdLst/>
              <a:ahLst/>
              <a:cxnLst/>
              <a:rect l="l" t="t" r="r" b="b"/>
              <a:pathLst>
                <a:path w="5605" h="5693" extrusionOk="0">
                  <a:moveTo>
                    <a:pt x="4237" y="1"/>
                  </a:moveTo>
                  <a:cubicBezTo>
                    <a:pt x="4237" y="1"/>
                    <a:pt x="4504" y="4837"/>
                    <a:pt x="0" y="5238"/>
                  </a:cubicBezTo>
                  <a:cubicBezTo>
                    <a:pt x="525" y="5542"/>
                    <a:pt x="1118" y="5692"/>
                    <a:pt x="1714" y="5692"/>
                  </a:cubicBezTo>
                  <a:cubicBezTo>
                    <a:pt x="2294" y="5692"/>
                    <a:pt x="2877" y="5551"/>
                    <a:pt x="3403" y="5271"/>
                  </a:cubicBezTo>
                  <a:cubicBezTo>
                    <a:pt x="5004" y="4337"/>
                    <a:pt x="5604" y="2269"/>
                    <a:pt x="4670" y="634"/>
                  </a:cubicBezTo>
                  <a:cubicBezTo>
                    <a:pt x="4570" y="401"/>
                    <a:pt x="4404" y="201"/>
                    <a:pt x="42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4" name="Google Shape;2664;p70"/>
          <p:cNvGrpSpPr/>
          <p:nvPr/>
        </p:nvGrpSpPr>
        <p:grpSpPr>
          <a:xfrm rot="663413">
            <a:off x="687831" y="2585550"/>
            <a:ext cx="1389234" cy="1647220"/>
            <a:chOff x="3300525" y="489275"/>
            <a:chExt cx="2018425" cy="2393254"/>
          </a:xfrm>
        </p:grpSpPr>
        <p:sp>
          <p:nvSpPr>
            <p:cNvPr id="2665" name="Google Shape;2665;p70"/>
            <p:cNvSpPr/>
            <p:nvPr/>
          </p:nvSpPr>
          <p:spPr>
            <a:xfrm>
              <a:off x="4052625" y="1339375"/>
              <a:ext cx="404800" cy="395875"/>
            </a:xfrm>
            <a:custGeom>
              <a:avLst/>
              <a:gdLst/>
              <a:ahLst/>
              <a:cxnLst/>
              <a:rect l="l" t="t" r="r" b="b"/>
              <a:pathLst>
                <a:path w="16192" h="15835" extrusionOk="0">
                  <a:moveTo>
                    <a:pt x="11434" y="0"/>
                  </a:moveTo>
                  <a:lnTo>
                    <a:pt x="4422" y="6969"/>
                  </a:lnTo>
                  <a:lnTo>
                    <a:pt x="3514" y="7876"/>
                  </a:lnTo>
                  <a:lnTo>
                    <a:pt x="1450" y="9926"/>
                  </a:lnTo>
                  <a:lnTo>
                    <a:pt x="1201" y="10160"/>
                  </a:lnTo>
                  <a:cubicBezTo>
                    <a:pt x="15" y="11331"/>
                    <a:pt x="0" y="13264"/>
                    <a:pt x="1186" y="14450"/>
                  </a:cubicBezTo>
                  <a:lnTo>
                    <a:pt x="1669" y="14933"/>
                  </a:lnTo>
                  <a:cubicBezTo>
                    <a:pt x="2257" y="15535"/>
                    <a:pt x="3036" y="15835"/>
                    <a:pt x="3816" y="15835"/>
                  </a:cubicBezTo>
                  <a:cubicBezTo>
                    <a:pt x="4591" y="15835"/>
                    <a:pt x="5368" y="15538"/>
                    <a:pt x="5959" y="14947"/>
                  </a:cubicBezTo>
                  <a:lnTo>
                    <a:pt x="6208" y="14713"/>
                  </a:lnTo>
                  <a:lnTo>
                    <a:pt x="8272" y="12663"/>
                  </a:lnTo>
                  <a:lnTo>
                    <a:pt x="9179" y="11756"/>
                  </a:lnTo>
                  <a:lnTo>
                    <a:pt x="16192" y="4787"/>
                  </a:lnTo>
                  <a:lnTo>
                    <a:pt x="14010" y="2591"/>
                  </a:lnTo>
                  <a:lnTo>
                    <a:pt x="114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70"/>
            <p:cNvSpPr/>
            <p:nvPr/>
          </p:nvSpPr>
          <p:spPr>
            <a:xfrm>
              <a:off x="4062150" y="1486125"/>
              <a:ext cx="246700" cy="247450"/>
            </a:xfrm>
            <a:custGeom>
              <a:avLst/>
              <a:gdLst/>
              <a:ahLst/>
              <a:cxnLst/>
              <a:rect l="l" t="t" r="r" b="b"/>
              <a:pathLst>
                <a:path w="9868" h="9898" extrusionOk="0">
                  <a:moveTo>
                    <a:pt x="2972" y="1"/>
                  </a:moveTo>
                  <a:lnTo>
                    <a:pt x="2064" y="908"/>
                  </a:lnTo>
                  <a:lnTo>
                    <a:pt x="0" y="2958"/>
                  </a:lnTo>
                  <a:lnTo>
                    <a:pt x="1069" y="4027"/>
                  </a:lnTo>
                  <a:lnTo>
                    <a:pt x="3675" y="6647"/>
                  </a:lnTo>
                  <a:lnTo>
                    <a:pt x="5827" y="8814"/>
                  </a:lnTo>
                  <a:lnTo>
                    <a:pt x="6881" y="9897"/>
                  </a:lnTo>
                  <a:lnTo>
                    <a:pt x="8959" y="7848"/>
                  </a:lnTo>
                  <a:lnTo>
                    <a:pt x="9867" y="6940"/>
                  </a:lnTo>
                  <a:lnTo>
                    <a:pt x="8798" y="5871"/>
                  </a:lnTo>
                  <a:lnTo>
                    <a:pt x="6632" y="3690"/>
                  </a:lnTo>
                  <a:lnTo>
                    <a:pt x="4041" y="1084"/>
                  </a:lnTo>
                  <a:lnTo>
                    <a:pt x="297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70"/>
            <p:cNvSpPr/>
            <p:nvPr/>
          </p:nvSpPr>
          <p:spPr>
            <a:xfrm>
              <a:off x="4089225" y="689000"/>
              <a:ext cx="1022225" cy="1017850"/>
            </a:xfrm>
            <a:custGeom>
              <a:avLst/>
              <a:gdLst/>
              <a:ahLst/>
              <a:cxnLst/>
              <a:rect l="l" t="t" r="r" b="b"/>
              <a:pathLst>
                <a:path w="40889" h="40714" extrusionOk="0">
                  <a:moveTo>
                    <a:pt x="32032" y="1"/>
                  </a:moveTo>
                  <a:lnTo>
                    <a:pt x="2972" y="28855"/>
                  </a:lnTo>
                  <a:lnTo>
                    <a:pt x="1596" y="30231"/>
                  </a:lnTo>
                  <a:lnTo>
                    <a:pt x="0" y="31798"/>
                  </a:lnTo>
                  <a:lnTo>
                    <a:pt x="981" y="32793"/>
                  </a:lnTo>
                  <a:lnTo>
                    <a:pt x="2050" y="33862"/>
                  </a:lnTo>
                  <a:lnTo>
                    <a:pt x="4656" y="36483"/>
                  </a:lnTo>
                  <a:lnTo>
                    <a:pt x="6808" y="38649"/>
                  </a:lnTo>
                  <a:lnTo>
                    <a:pt x="7876" y="39733"/>
                  </a:lnTo>
                  <a:lnTo>
                    <a:pt x="8857" y="40713"/>
                  </a:lnTo>
                  <a:lnTo>
                    <a:pt x="10468" y="39103"/>
                  </a:lnTo>
                  <a:lnTo>
                    <a:pt x="11858" y="37727"/>
                  </a:lnTo>
                  <a:lnTo>
                    <a:pt x="40888" y="8916"/>
                  </a:lnTo>
                  <a:lnTo>
                    <a:pt x="36570" y="4568"/>
                  </a:lnTo>
                  <a:lnTo>
                    <a:pt x="320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70"/>
            <p:cNvSpPr/>
            <p:nvPr/>
          </p:nvSpPr>
          <p:spPr>
            <a:xfrm>
              <a:off x="5054700" y="542250"/>
              <a:ext cx="205350" cy="205700"/>
            </a:xfrm>
            <a:custGeom>
              <a:avLst/>
              <a:gdLst/>
              <a:ahLst/>
              <a:cxnLst/>
              <a:rect l="l" t="t" r="r" b="b"/>
              <a:pathLst>
                <a:path w="8214" h="8228" extrusionOk="0">
                  <a:moveTo>
                    <a:pt x="3265" y="0"/>
                  </a:moveTo>
                  <a:lnTo>
                    <a:pt x="0" y="3250"/>
                  </a:lnTo>
                  <a:lnTo>
                    <a:pt x="0" y="3265"/>
                  </a:lnTo>
                  <a:lnTo>
                    <a:pt x="2548" y="5827"/>
                  </a:lnTo>
                  <a:lnTo>
                    <a:pt x="4919" y="8213"/>
                  </a:lnTo>
                  <a:lnTo>
                    <a:pt x="4934" y="8228"/>
                  </a:lnTo>
                  <a:lnTo>
                    <a:pt x="8096" y="5066"/>
                  </a:lnTo>
                  <a:lnTo>
                    <a:pt x="8213" y="4963"/>
                  </a:lnTo>
                  <a:lnTo>
                    <a:pt x="326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70"/>
            <p:cNvSpPr/>
            <p:nvPr/>
          </p:nvSpPr>
          <p:spPr>
            <a:xfrm>
              <a:off x="4890000" y="623875"/>
              <a:ext cx="287700" cy="288050"/>
            </a:xfrm>
            <a:custGeom>
              <a:avLst/>
              <a:gdLst/>
              <a:ahLst/>
              <a:cxnLst/>
              <a:rect l="l" t="t" r="r" b="b"/>
              <a:pathLst>
                <a:path w="11508" h="11522" extrusionOk="0">
                  <a:moveTo>
                    <a:pt x="6588" y="0"/>
                  </a:moveTo>
                  <a:lnTo>
                    <a:pt x="1" y="2606"/>
                  </a:lnTo>
                  <a:lnTo>
                    <a:pt x="4539" y="7173"/>
                  </a:lnTo>
                  <a:lnTo>
                    <a:pt x="8857" y="11521"/>
                  </a:lnTo>
                  <a:lnTo>
                    <a:pt x="11507" y="4948"/>
                  </a:lnTo>
                  <a:lnTo>
                    <a:pt x="9136" y="2562"/>
                  </a:lnTo>
                  <a:lnTo>
                    <a:pt x="658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70"/>
            <p:cNvSpPr/>
            <p:nvPr/>
          </p:nvSpPr>
          <p:spPr>
            <a:xfrm>
              <a:off x="5069700" y="489275"/>
              <a:ext cx="249250" cy="244775"/>
            </a:xfrm>
            <a:custGeom>
              <a:avLst/>
              <a:gdLst/>
              <a:ahLst/>
              <a:cxnLst/>
              <a:rect l="l" t="t" r="r" b="b"/>
              <a:pathLst>
                <a:path w="9970" h="9791" extrusionOk="0">
                  <a:moveTo>
                    <a:pt x="1342" y="0"/>
                  </a:moveTo>
                  <a:cubicBezTo>
                    <a:pt x="1029" y="0"/>
                    <a:pt x="718" y="121"/>
                    <a:pt x="484" y="363"/>
                  </a:cubicBezTo>
                  <a:cubicBezTo>
                    <a:pt x="1" y="846"/>
                    <a:pt x="15" y="1607"/>
                    <a:pt x="484" y="2090"/>
                  </a:cubicBezTo>
                  <a:lnTo>
                    <a:pt x="7774" y="9439"/>
                  </a:lnTo>
                  <a:cubicBezTo>
                    <a:pt x="8016" y="9673"/>
                    <a:pt x="8327" y="9791"/>
                    <a:pt x="8638" y="9791"/>
                  </a:cubicBezTo>
                  <a:cubicBezTo>
                    <a:pt x="8949" y="9791"/>
                    <a:pt x="9260" y="9673"/>
                    <a:pt x="9502" y="9439"/>
                  </a:cubicBezTo>
                  <a:cubicBezTo>
                    <a:pt x="9970" y="8956"/>
                    <a:pt x="9970" y="8180"/>
                    <a:pt x="9502" y="7712"/>
                  </a:cubicBezTo>
                  <a:lnTo>
                    <a:pt x="2211" y="363"/>
                  </a:lnTo>
                  <a:cubicBezTo>
                    <a:pt x="1970" y="121"/>
                    <a:pt x="1655" y="0"/>
                    <a:pt x="13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70"/>
            <p:cNvSpPr/>
            <p:nvPr/>
          </p:nvSpPr>
          <p:spPr>
            <a:xfrm>
              <a:off x="4573746" y="1088504"/>
              <a:ext cx="444700" cy="420625"/>
            </a:xfrm>
            <a:custGeom>
              <a:avLst/>
              <a:gdLst/>
              <a:ahLst/>
              <a:cxnLst/>
              <a:rect l="l" t="t" r="r" b="b"/>
              <a:pathLst>
                <a:path w="17788" h="16825" extrusionOk="0">
                  <a:moveTo>
                    <a:pt x="14201" y="0"/>
                  </a:moveTo>
                  <a:lnTo>
                    <a:pt x="0" y="14113"/>
                  </a:lnTo>
                  <a:cubicBezTo>
                    <a:pt x="1794" y="15921"/>
                    <a:pt x="4155" y="16825"/>
                    <a:pt x="6518" y="16825"/>
                  </a:cubicBezTo>
                  <a:cubicBezTo>
                    <a:pt x="8862" y="16825"/>
                    <a:pt x="11207" y="15936"/>
                    <a:pt x="13000" y="14157"/>
                  </a:cubicBezTo>
                  <a:lnTo>
                    <a:pt x="14157" y="13000"/>
                  </a:lnTo>
                  <a:cubicBezTo>
                    <a:pt x="17758" y="9428"/>
                    <a:pt x="17787" y="3602"/>
                    <a:pt x="142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70"/>
            <p:cNvSpPr/>
            <p:nvPr/>
          </p:nvSpPr>
          <p:spPr>
            <a:xfrm>
              <a:off x="3566225" y="1207625"/>
              <a:ext cx="1644400" cy="1483725"/>
            </a:xfrm>
            <a:custGeom>
              <a:avLst/>
              <a:gdLst/>
              <a:ahLst/>
              <a:cxnLst/>
              <a:rect l="l" t="t" r="r" b="b"/>
              <a:pathLst>
                <a:path w="65776" h="59349" extrusionOk="0">
                  <a:moveTo>
                    <a:pt x="50126" y="0"/>
                  </a:moveTo>
                  <a:lnTo>
                    <a:pt x="48794" y="1405"/>
                  </a:lnTo>
                  <a:lnTo>
                    <a:pt x="48750" y="1435"/>
                  </a:lnTo>
                  <a:lnTo>
                    <a:pt x="45632" y="4714"/>
                  </a:lnTo>
                  <a:cubicBezTo>
                    <a:pt x="46422" y="5446"/>
                    <a:pt x="47154" y="6237"/>
                    <a:pt x="47828" y="7056"/>
                  </a:cubicBezTo>
                  <a:cubicBezTo>
                    <a:pt x="48706" y="8125"/>
                    <a:pt x="49497" y="9252"/>
                    <a:pt x="50199" y="10438"/>
                  </a:cubicBezTo>
                  <a:cubicBezTo>
                    <a:pt x="56245" y="20730"/>
                    <a:pt x="54635" y="33803"/>
                    <a:pt x="46261" y="42308"/>
                  </a:cubicBezTo>
                  <a:cubicBezTo>
                    <a:pt x="41168" y="47482"/>
                    <a:pt x="34347" y="50186"/>
                    <a:pt x="27448" y="50186"/>
                  </a:cubicBezTo>
                  <a:cubicBezTo>
                    <a:pt x="23005" y="50186"/>
                    <a:pt x="18530" y="49064"/>
                    <a:pt x="14464" y="46759"/>
                  </a:cubicBezTo>
                  <a:cubicBezTo>
                    <a:pt x="13264" y="46085"/>
                    <a:pt x="12107" y="45309"/>
                    <a:pt x="11039" y="44446"/>
                  </a:cubicBezTo>
                  <a:cubicBezTo>
                    <a:pt x="8858" y="42704"/>
                    <a:pt x="6969" y="40639"/>
                    <a:pt x="5432" y="38312"/>
                  </a:cubicBezTo>
                  <a:lnTo>
                    <a:pt x="1" y="41898"/>
                  </a:lnTo>
                  <a:cubicBezTo>
                    <a:pt x="572" y="42777"/>
                    <a:pt x="1201" y="43626"/>
                    <a:pt x="1860" y="44446"/>
                  </a:cubicBezTo>
                  <a:cubicBezTo>
                    <a:pt x="2504" y="45251"/>
                    <a:pt x="3192" y="46027"/>
                    <a:pt x="3909" y="46759"/>
                  </a:cubicBezTo>
                  <a:cubicBezTo>
                    <a:pt x="6940" y="49877"/>
                    <a:pt x="10541" y="52351"/>
                    <a:pt x="14523" y="54049"/>
                  </a:cubicBezTo>
                  <a:lnTo>
                    <a:pt x="14450" y="54049"/>
                  </a:lnTo>
                  <a:lnTo>
                    <a:pt x="14450" y="59349"/>
                  </a:lnTo>
                  <a:lnTo>
                    <a:pt x="52966" y="59349"/>
                  </a:lnTo>
                  <a:cubicBezTo>
                    <a:pt x="65776" y="32719"/>
                    <a:pt x="59305" y="15049"/>
                    <a:pt x="58749" y="13629"/>
                  </a:cubicBezTo>
                  <a:cubicBezTo>
                    <a:pt x="58749" y="13615"/>
                    <a:pt x="58734" y="13600"/>
                    <a:pt x="58734" y="13586"/>
                  </a:cubicBezTo>
                  <a:cubicBezTo>
                    <a:pt x="58002" y="11331"/>
                    <a:pt x="57021" y="9164"/>
                    <a:pt x="55806" y="7130"/>
                  </a:cubicBezTo>
                  <a:cubicBezTo>
                    <a:pt x="54269" y="4524"/>
                    <a:pt x="52366" y="2137"/>
                    <a:pt x="50185" y="44"/>
                  </a:cubicBezTo>
                  <a:lnTo>
                    <a:pt x="5012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70"/>
            <p:cNvSpPr/>
            <p:nvPr/>
          </p:nvSpPr>
          <p:spPr>
            <a:xfrm>
              <a:off x="3612700" y="2318750"/>
              <a:ext cx="315150" cy="57850"/>
            </a:xfrm>
            <a:custGeom>
              <a:avLst/>
              <a:gdLst/>
              <a:ahLst/>
              <a:cxnLst/>
              <a:rect l="l" t="t" r="r" b="b"/>
              <a:pathLst>
                <a:path w="12606" h="2314" extrusionOk="0">
                  <a:moveTo>
                    <a:pt x="1" y="1"/>
                  </a:moveTo>
                  <a:lnTo>
                    <a:pt x="2050" y="2314"/>
                  </a:lnTo>
                  <a:lnTo>
                    <a:pt x="12605" y="2314"/>
                  </a:lnTo>
                  <a:cubicBezTo>
                    <a:pt x="11405" y="1640"/>
                    <a:pt x="10248" y="864"/>
                    <a:pt x="9180" y="1"/>
                  </a:cubicBezTo>
                  <a:close/>
                </a:path>
              </a:pathLst>
            </a:custGeom>
            <a:solidFill>
              <a:srgbClr val="002F57">
                <a:alpha val="13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70"/>
            <p:cNvSpPr/>
            <p:nvPr/>
          </p:nvSpPr>
          <p:spPr>
            <a:xfrm>
              <a:off x="4675900" y="1208350"/>
              <a:ext cx="534725" cy="1671125"/>
            </a:xfrm>
            <a:custGeom>
              <a:avLst/>
              <a:gdLst/>
              <a:ahLst/>
              <a:cxnLst/>
              <a:rect l="l" t="t" r="r" b="b"/>
              <a:pathLst>
                <a:path w="21389" h="66845" extrusionOk="0">
                  <a:moveTo>
                    <a:pt x="5798" y="0"/>
                  </a:moveTo>
                  <a:lnTo>
                    <a:pt x="4392" y="1376"/>
                  </a:lnTo>
                  <a:lnTo>
                    <a:pt x="4363" y="1391"/>
                  </a:lnTo>
                  <a:lnTo>
                    <a:pt x="3441" y="7027"/>
                  </a:lnTo>
                  <a:cubicBezTo>
                    <a:pt x="3503" y="7051"/>
                    <a:pt x="4233" y="7377"/>
                    <a:pt x="5334" y="7377"/>
                  </a:cubicBezTo>
                  <a:cubicBezTo>
                    <a:pt x="6302" y="7377"/>
                    <a:pt x="7559" y="7125"/>
                    <a:pt x="8901" y="6193"/>
                  </a:cubicBezTo>
                  <a:cubicBezTo>
                    <a:pt x="8901" y="6193"/>
                    <a:pt x="12620" y="11990"/>
                    <a:pt x="13396" y="21506"/>
                  </a:cubicBezTo>
                  <a:cubicBezTo>
                    <a:pt x="13864" y="27362"/>
                    <a:pt x="13220" y="34608"/>
                    <a:pt x="9897" y="42792"/>
                  </a:cubicBezTo>
                  <a:cubicBezTo>
                    <a:pt x="7803" y="47974"/>
                    <a:pt x="4627" y="53522"/>
                    <a:pt x="0" y="59320"/>
                  </a:cubicBezTo>
                  <a:lnTo>
                    <a:pt x="1406" y="59320"/>
                  </a:lnTo>
                  <a:lnTo>
                    <a:pt x="1406" y="66844"/>
                  </a:lnTo>
                  <a:lnTo>
                    <a:pt x="15796" y="66844"/>
                  </a:lnTo>
                  <a:lnTo>
                    <a:pt x="15796" y="59320"/>
                  </a:lnTo>
                  <a:lnTo>
                    <a:pt x="8579" y="59320"/>
                  </a:lnTo>
                  <a:cubicBezTo>
                    <a:pt x="21389" y="32705"/>
                    <a:pt x="14918" y="15035"/>
                    <a:pt x="14362" y="13600"/>
                  </a:cubicBezTo>
                  <a:cubicBezTo>
                    <a:pt x="14362" y="13586"/>
                    <a:pt x="14347" y="13586"/>
                    <a:pt x="14347" y="13571"/>
                  </a:cubicBezTo>
                  <a:cubicBezTo>
                    <a:pt x="13615" y="11317"/>
                    <a:pt x="12634" y="9150"/>
                    <a:pt x="11419" y="7101"/>
                  </a:cubicBezTo>
                  <a:cubicBezTo>
                    <a:pt x="9882" y="4495"/>
                    <a:pt x="7979" y="2108"/>
                    <a:pt x="5798" y="0"/>
                  </a:cubicBezTo>
                  <a:close/>
                </a:path>
              </a:pathLst>
            </a:custGeom>
            <a:solidFill>
              <a:srgbClr val="002F57">
                <a:alpha val="13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70"/>
            <p:cNvSpPr/>
            <p:nvPr/>
          </p:nvSpPr>
          <p:spPr>
            <a:xfrm>
              <a:off x="3300525" y="2124775"/>
              <a:ext cx="860825" cy="194000"/>
            </a:xfrm>
            <a:custGeom>
              <a:avLst/>
              <a:gdLst/>
              <a:ahLst/>
              <a:cxnLst/>
              <a:rect l="l" t="t" r="r" b="b"/>
              <a:pathLst>
                <a:path w="34433" h="7760" extrusionOk="0">
                  <a:moveTo>
                    <a:pt x="0" y="1"/>
                  </a:moveTo>
                  <a:cubicBezTo>
                    <a:pt x="0" y="4290"/>
                    <a:pt x="3470" y="7760"/>
                    <a:pt x="7759" y="7760"/>
                  </a:cubicBezTo>
                  <a:lnTo>
                    <a:pt x="26673" y="7760"/>
                  </a:lnTo>
                  <a:cubicBezTo>
                    <a:pt x="30963" y="7760"/>
                    <a:pt x="34432" y="4290"/>
                    <a:pt x="344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70"/>
            <p:cNvSpPr/>
            <p:nvPr/>
          </p:nvSpPr>
          <p:spPr>
            <a:xfrm>
              <a:off x="4588050" y="1118400"/>
              <a:ext cx="305625" cy="267600"/>
            </a:xfrm>
            <a:custGeom>
              <a:avLst/>
              <a:gdLst/>
              <a:ahLst/>
              <a:cxnLst/>
              <a:rect l="l" t="t" r="r" b="b"/>
              <a:pathLst>
                <a:path w="12225" h="10704" extrusionOk="0">
                  <a:moveTo>
                    <a:pt x="6110" y="0"/>
                  </a:moveTo>
                  <a:cubicBezTo>
                    <a:pt x="5246" y="0"/>
                    <a:pt x="4370" y="211"/>
                    <a:pt x="3558" y="656"/>
                  </a:cubicBezTo>
                  <a:cubicBezTo>
                    <a:pt x="953" y="2061"/>
                    <a:pt x="1" y="5311"/>
                    <a:pt x="1406" y="7917"/>
                  </a:cubicBezTo>
                  <a:cubicBezTo>
                    <a:pt x="2382" y="9697"/>
                    <a:pt x="4221" y="10703"/>
                    <a:pt x="6117" y="10703"/>
                  </a:cubicBezTo>
                  <a:cubicBezTo>
                    <a:pt x="6981" y="10703"/>
                    <a:pt x="7856" y="10494"/>
                    <a:pt x="8668" y="10054"/>
                  </a:cubicBezTo>
                  <a:cubicBezTo>
                    <a:pt x="11259" y="8634"/>
                    <a:pt x="12225" y="5384"/>
                    <a:pt x="10805" y="2793"/>
                  </a:cubicBezTo>
                  <a:cubicBezTo>
                    <a:pt x="9840" y="1014"/>
                    <a:pt x="8004" y="0"/>
                    <a:pt x="61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70"/>
            <p:cNvSpPr/>
            <p:nvPr/>
          </p:nvSpPr>
          <p:spPr>
            <a:xfrm>
              <a:off x="4659075" y="1178325"/>
              <a:ext cx="163250" cy="147175"/>
            </a:xfrm>
            <a:custGeom>
              <a:avLst/>
              <a:gdLst/>
              <a:ahLst/>
              <a:cxnLst/>
              <a:rect l="l" t="t" r="r" b="b"/>
              <a:pathLst>
                <a:path w="6530" h="5887" extrusionOk="0">
                  <a:moveTo>
                    <a:pt x="3261" y="0"/>
                  </a:moveTo>
                  <a:cubicBezTo>
                    <a:pt x="2467" y="0"/>
                    <a:pt x="1677" y="320"/>
                    <a:pt x="1098" y="952"/>
                  </a:cubicBezTo>
                  <a:cubicBezTo>
                    <a:pt x="0" y="2153"/>
                    <a:pt x="73" y="4012"/>
                    <a:pt x="1274" y="5110"/>
                  </a:cubicBezTo>
                  <a:cubicBezTo>
                    <a:pt x="1841" y="5629"/>
                    <a:pt x="2557" y="5887"/>
                    <a:pt x="3269" y="5887"/>
                  </a:cubicBezTo>
                  <a:cubicBezTo>
                    <a:pt x="4062" y="5887"/>
                    <a:pt x="4853" y="5567"/>
                    <a:pt x="5431" y="4934"/>
                  </a:cubicBezTo>
                  <a:cubicBezTo>
                    <a:pt x="6529" y="3734"/>
                    <a:pt x="6456" y="1875"/>
                    <a:pt x="5256" y="777"/>
                  </a:cubicBezTo>
                  <a:cubicBezTo>
                    <a:pt x="4688" y="258"/>
                    <a:pt x="3973" y="0"/>
                    <a:pt x="32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70"/>
            <p:cNvSpPr/>
            <p:nvPr/>
          </p:nvSpPr>
          <p:spPr>
            <a:xfrm rot="51861">
              <a:off x="3550708" y="2665461"/>
              <a:ext cx="1581356" cy="205150"/>
            </a:xfrm>
            <a:custGeom>
              <a:avLst/>
              <a:gdLst/>
              <a:ahLst/>
              <a:cxnLst/>
              <a:rect l="l" t="t" r="r" b="b"/>
              <a:pathLst>
                <a:path w="42221" h="4612" extrusionOk="0">
                  <a:moveTo>
                    <a:pt x="2712" y="0"/>
                  </a:moveTo>
                  <a:cubicBezTo>
                    <a:pt x="1216" y="0"/>
                    <a:pt x="1" y="1224"/>
                    <a:pt x="1" y="2723"/>
                  </a:cubicBezTo>
                  <a:lnTo>
                    <a:pt x="1" y="4612"/>
                  </a:lnTo>
                  <a:lnTo>
                    <a:pt x="42221" y="4612"/>
                  </a:lnTo>
                  <a:lnTo>
                    <a:pt x="42221" y="2723"/>
                  </a:lnTo>
                  <a:cubicBezTo>
                    <a:pt x="42221" y="1215"/>
                    <a:pt x="41006" y="0"/>
                    <a:pt x="39498" y="0"/>
                  </a:cubicBezTo>
                  <a:lnTo>
                    <a:pt x="2738" y="0"/>
                  </a:lnTo>
                  <a:cubicBezTo>
                    <a:pt x="2729" y="0"/>
                    <a:pt x="2721" y="0"/>
                    <a:pt x="27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70"/>
            <p:cNvSpPr/>
            <p:nvPr/>
          </p:nvSpPr>
          <p:spPr>
            <a:xfrm rot="51861">
              <a:off x="3560160" y="2665472"/>
              <a:ext cx="1561094" cy="68413"/>
            </a:xfrm>
            <a:custGeom>
              <a:avLst/>
              <a:gdLst/>
              <a:ahLst/>
              <a:cxnLst/>
              <a:rect l="l" t="t" r="r" b="b"/>
              <a:pathLst>
                <a:path w="41680" h="1538" extrusionOk="0">
                  <a:moveTo>
                    <a:pt x="2460" y="0"/>
                  </a:moveTo>
                  <a:cubicBezTo>
                    <a:pt x="1406" y="0"/>
                    <a:pt x="455" y="600"/>
                    <a:pt x="1" y="1537"/>
                  </a:cubicBezTo>
                  <a:lnTo>
                    <a:pt x="41679" y="1537"/>
                  </a:lnTo>
                  <a:cubicBezTo>
                    <a:pt x="41226" y="600"/>
                    <a:pt x="40274" y="0"/>
                    <a:pt x="39220" y="0"/>
                  </a:cubicBezTo>
                  <a:close/>
                </a:path>
              </a:pathLst>
            </a:custGeom>
            <a:solidFill>
              <a:srgbClr val="002F57">
                <a:alpha val="13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70"/>
            <p:cNvSpPr/>
            <p:nvPr/>
          </p:nvSpPr>
          <p:spPr>
            <a:xfrm>
              <a:off x="4129125" y="1410375"/>
              <a:ext cx="256575" cy="256225"/>
            </a:xfrm>
            <a:custGeom>
              <a:avLst/>
              <a:gdLst/>
              <a:ahLst/>
              <a:cxnLst/>
              <a:rect l="l" t="t" r="r" b="b"/>
              <a:pathLst>
                <a:path w="10263" h="10249" extrusionOk="0">
                  <a:moveTo>
                    <a:pt x="1376" y="0"/>
                  </a:moveTo>
                  <a:lnTo>
                    <a:pt x="0" y="1376"/>
                  </a:lnTo>
                  <a:lnTo>
                    <a:pt x="8872" y="10248"/>
                  </a:lnTo>
                  <a:lnTo>
                    <a:pt x="10262" y="8872"/>
                  </a:lnTo>
                  <a:lnTo>
                    <a:pt x="13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81" name="Google Shape;2681;p70"/>
          <p:cNvGrpSpPr/>
          <p:nvPr/>
        </p:nvGrpSpPr>
        <p:grpSpPr>
          <a:xfrm>
            <a:off x="6923109" y="455983"/>
            <a:ext cx="1006103" cy="1307322"/>
            <a:chOff x="6829023" y="456000"/>
            <a:chExt cx="1100528" cy="1430017"/>
          </a:xfrm>
        </p:grpSpPr>
        <p:sp>
          <p:nvSpPr>
            <p:cNvPr id="2682" name="Google Shape;2682;p70"/>
            <p:cNvSpPr/>
            <p:nvPr/>
          </p:nvSpPr>
          <p:spPr>
            <a:xfrm rot="803222">
              <a:off x="6965065" y="535031"/>
              <a:ext cx="828343" cy="1272380"/>
            </a:xfrm>
            <a:custGeom>
              <a:avLst/>
              <a:gdLst/>
              <a:ahLst/>
              <a:cxnLst/>
              <a:rect l="l" t="t" r="r" b="b"/>
              <a:pathLst>
                <a:path w="28402" h="43627" extrusionOk="0">
                  <a:moveTo>
                    <a:pt x="9224" y="0"/>
                  </a:moveTo>
                  <a:lnTo>
                    <a:pt x="9224" y="11229"/>
                  </a:lnTo>
                  <a:cubicBezTo>
                    <a:pt x="9224" y="14772"/>
                    <a:pt x="4056" y="30743"/>
                    <a:pt x="2065" y="36965"/>
                  </a:cubicBezTo>
                  <a:cubicBezTo>
                    <a:pt x="1" y="42484"/>
                    <a:pt x="2548" y="43626"/>
                    <a:pt x="6150" y="43626"/>
                  </a:cubicBezTo>
                  <a:lnTo>
                    <a:pt x="23204" y="43626"/>
                  </a:lnTo>
                  <a:cubicBezTo>
                    <a:pt x="25210" y="43626"/>
                    <a:pt x="27055" y="43070"/>
                    <a:pt x="27860" y="41738"/>
                  </a:cubicBezTo>
                  <a:cubicBezTo>
                    <a:pt x="28401" y="40830"/>
                    <a:pt x="28314" y="39995"/>
                    <a:pt x="27640" y="38005"/>
                  </a:cubicBezTo>
                  <a:cubicBezTo>
                    <a:pt x="27538" y="37682"/>
                    <a:pt x="27406" y="37346"/>
                    <a:pt x="27274" y="36965"/>
                  </a:cubicBezTo>
                  <a:cubicBezTo>
                    <a:pt x="25152" y="30085"/>
                    <a:pt x="20130" y="14757"/>
                    <a:pt x="20130" y="11214"/>
                  </a:cubicBezTo>
                  <a:lnTo>
                    <a:pt x="20130" y="0"/>
                  </a:lnTo>
                  <a:close/>
                </a:path>
              </a:pathLst>
            </a:custGeom>
            <a:solidFill>
              <a:srgbClr val="D3F4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70"/>
            <p:cNvSpPr/>
            <p:nvPr/>
          </p:nvSpPr>
          <p:spPr>
            <a:xfrm rot="803222">
              <a:off x="7571337" y="619455"/>
              <a:ext cx="37594" cy="297599"/>
            </a:xfrm>
            <a:custGeom>
              <a:avLst/>
              <a:gdLst/>
              <a:ahLst/>
              <a:cxnLst/>
              <a:rect l="l" t="t" r="r" b="b"/>
              <a:pathLst>
                <a:path w="1289" h="10204" extrusionOk="0">
                  <a:moveTo>
                    <a:pt x="279" y="0"/>
                  </a:moveTo>
                  <a:cubicBezTo>
                    <a:pt x="132" y="0"/>
                    <a:pt x="1" y="117"/>
                    <a:pt x="1" y="278"/>
                  </a:cubicBezTo>
                  <a:lnTo>
                    <a:pt x="1" y="9940"/>
                  </a:lnTo>
                  <a:cubicBezTo>
                    <a:pt x="1" y="10087"/>
                    <a:pt x="132" y="10204"/>
                    <a:pt x="279" y="10204"/>
                  </a:cubicBezTo>
                  <a:lnTo>
                    <a:pt x="1025" y="10204"/>
                  </a:lnTo>
                  <a:cubicBezTo>
                    <a:pt x="1172" y="10204"/>
                    <a:pt x="1289" y="10087"/>
                    <a:pt x="1289" y="9940"/>
                  </a:cubicBezTo>
                  <a:lnTo>
                    <a:pt x="1289" y="278"/>
                  </a:lnTo>
                  <a:cubicBezTo>
                    <a:pt x="1289" y="117"/>
                    <a:pt x="1172" y="0"/>
                    <a:pt x="10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70"/>
            <p:cNvSpPr/>
            <p:nvPr/>
          </p:nvSpPr>
          <p:spPr>
            <a:xfrm rot="803222">
              <a:off x="7460098" y="1048057"/>
              <a:ext cx="178927" cy="465648"/>
            </a:xfrm>
            <a:custGeom>
              <a:avLst/>
              <a:gdLst/>
              <a:ahLst/>
              <a:cxnLst/>
              <a:rect l="l" t="t" r="r" b="b"/>
              <a:pathLst>
                <a:path w="6135" h="15966" extrusionOk="0">
                  <a:moveTo>
                    <a:pt x="934" y="0"/>
                  </a:moveTo>
                  <a:cubicBezTo>
                    <a:pt x="905" y="0"/>
                    <a:pt x="877" y="4"/>
                    <a:pt x="849" y="12"/>
                  </a:cubicBezTo>
                  <a:cubicBezTo>
                    <a:pt x="0" y="261"/>
                    <a:pt x="308" y="4008"/>
                    <a:pt x="1523" y="8415"/>
                  </a:cubicBezTo>
                  <a:cubicBezTo>
                    <a:pt x="2712" y="12663"/>
                    <a:pt x="4326" y="15966"/>
                    <a:pt x="5199" y="15966"/>
                  </a:cubicBezTo>
                  <a:cubicBezTo>
                    <a:pt x="5229" y="15966"/>
                    <a:pt x="5257" y="15962"/>
                    <a:pt x="5285" y="15954"/>
                  </a:cubicBezTo>
                  <a:cubicBezTo>
                    <a:pt x="6134" y="15720"/>
                    <a:pt x="5827" y="11958"/>
                    <a:pt x="4597" y="7551"/>
                  </a:cubicBezTo>
                  <a:cubicBezTo>
                    <a:pt x="3408" y="3303"/>
                    <a:pt x="1794" y="0"/>
                    <a:pt x="9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70"/>
            <p:cNvSpPr/>
            <p:nvPr/>
          </p:nvSpPr>
          <p:spPr>
            <a:xfrm rot="803222">
              <a:off x="7339920" y="521808"/>
              <a:ext cx="391540" cy="48705"/>
            </a:xfrm>
            <a:custGeom>
              <a:avLst/>
              <a:gdLst/>
              <a:ahLst/>
              <a:cxnLst/>
              <a:rect l="l" t="t" r="r" b="b"/>
              <a:pathLst>
                <a:path w="13425" h="1670" extrusionOk="0">
                  <a:moveTo>
                    <a:pt x="293" y="1"/>
                  </a:moveTo>
                  <a:cubicBezTo>
                    <a:pt x="132" y="1"/>
                    <a:pt x="0" y="118"/>
                    <a:pt x="0" y="279"/>
                  </a:cubicBezTo>
                  <a:lnTo>
                    <a:pt x="0" y="1377"/>
                  </a:lnTo>
                  <a:cubicBezTo>
                    <a:pt x="0" y="1538"/>
                    <a:pt x="132" y="1670"/>
                    <a:pt x="293" y="1670"/>
                  </a:cubicBezTo>
                  <a:lnTo>
                    <a:pt x="13146" y="1670"/>
                  </a:lnTo>
                  <a:cubicBezTo>
                    <a:pt x="13307" y="1670"/>
                    <a:pt x="13425" y="1538"/>
                    <a:pt x="13425" y="1377"/>
                  </a:cubicBezTo>
                  <a:lnTo>
                    <a:pt x="13425" y="279"/>
                  </a:lnTo>
                  <a:cubicBezTo>
                    <a:pt x="13425" y="118"/>
                    <a:pt x="13307" y="1"/>
                    <a:pt x="13146" y="1"/>
                  </a:cubicBezTo>
                  <a:close/>
                </a:path>
              </a:pathLst>
            </a:custGeom>
            <a:solidFill>
              <a:srgbClr val="D3F4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70"/>
            <p:cNvSpPr/>
            <p:nvPr/>
          </p:nvSpPr>
          <p:spPr>
            <a:xfrm rot="803222">
              <a:off x="6965065" y="534819"/>
              <a:ext cx="828343" cy="1272380"/>
            </a:xfrm>
            <a:custGeom>
              <a:avLst/>
              <a:gdLst/>
              <a:ahLst/>
              <a:cxnLst/>
              <a:rect l="l" t="t" r="r" b="b"/>
              <a:pathLst>
                <a:path w="28402" h="43627" extrusionOk="0">
                  <a:moveTo>
                    <a:pt x="9224" y="0"/>
                  </a:moveTo>
                  <a:lnTo>
                    <a:pt x="9224" y="11229"/>
                  </a:lnTo>
                  <a:cubicBezTo>
                    <a:pt x="9224" y="14772"/>
                    <a:pt x="4056" y="30743"/>
                    <a:pt x="2065" y="36965"/>
                  </a:cubicBezTo>
                  <a:cubicBezTo>
                    <a:pt x="1" y="42484"/>
                    <a:pt x="2548" y="43626"/>
                    <a:pt x="6150" y="43626"/>
                  </a:cubicBezTo>
                  <a:lnTo>
                    <a:pt x="23204" y="43626"/>
                  </a:lnTo>
                  <a:cubicBezTo>
                    <a:pt x="25210" y="43626"/>
                    <a:pt x="27055" y="43070"/>
                    <a:pt x="27860" y="41738"/>
                  </a:cubicBezTo>
                  <a:cubicBezTo>
                    <a:pt x="28401" y="40830"/>
                    <a:pt x="28314" y="39995"/>
                    <a:pt x="27640" y="38005"/>
                  </a:cubicBezTo>
                  <a:cubicBezTo>
                    <a:pt x="27538" y="37682"/>
                    <a:pt x="27406" y="37346"/>
                    <a:pt x="27274" y="36965"/>
                  </a:cubicBezTo>
                  <a:cubicBezTo>
                    <a:pt x="25152" y="30085"/>
                    <a:pt x="20130" y="14757"/>
                    <a:pt x="20130" y="11214"/>
                  </a:cubicBezTo>
                  <a:lnTo>
                    <a:pt x="2013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70"/>
            <p:cNvSpPr/>
            <p:nvPr/>
          </p:nvSpPr>
          <p:spPr>
            <a:xfrm rot="803222">
              <a:off x="6910927" y="1518496"/>
              <a:ext cx="723729" cy="220341"/>
            </a:xfrm>
            <a:custGeom>
              <a:avLst/>
              <a:gdLst/>
              <a:ahLst/>
              <a:cxnLst/>
              <a:rect l="l" t="t" r="r" b="b"/>
              <a:pathLst>
                <a:path w="24815" h="7555" extrusionOk="0">
                  <a:moveTo>
                    <a:pt x="23278" y="1"/>
                  </a:moveTo>
                  <a:cubicBezTo>
                    <a:pt x="18350" y="11"/>
                    <a:pt x="13415" y="21"/>
                    <a:pt x="8479" y="21"/>
                  </a:cubicBezTo>
                  <a:cubicBezTo>
                    <a:pt x="6434" y="21"/>
                    <a:pt x="4388" y="20"/>
                    <a:pt x="2343" y="15"/>
                  </a:cubicBezTo>
                  <a:lnTo>
                    <a:pt x="1801" y="1728"/>
                  </a:lnTo>
                  <a:cubicBezTo>
                    <a:pt x="1" y="6559"/>
                    <a:pt x="2211" y="7555"/>
                    <a:pt x="5359" y="7555"/>
                  </a:cubicBezTo>
                  <a:lnTo>
                    <a:pt x="20276" y="7555"/>
                  </a:lnTo>
                  <a:cubicBezTo>
                    <a:pt x="22019" y="7555"/>
                    <a:pt x="23644" y="7072"/>
                    <a:pt x="24332" y="5915"/>
                  </a:cubicBezTo>
                  <a:cubicBezTo>
                    <a:pt x="24815" y="5110"/>
                    <a:pt x="24741" y="4378"/>
                    <a:pt x="24141" y="2650"/>
                  </a:cubicBezTo>
                  <a:cubicBezTo>
                    <a:pt x="24053" y="2372"/>
                    <a:pt x="23936" y="2065"/>
                    <a:pt x="23819" y="1728"/>
                  </a:cubicBezTo>
                  <a:cubicBezTo>
                    <a:pt x="23658" y="1216"/>
                    <a:pt x="23482" y="630"/>
                    <a:pt x="2327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70"/>
            <p:cNvSpPr/>
            <p:nvPr/>
          </p:nvSpPr>
          <p:spPr>
            <a:xfrm rot="803222">
              <a:off x="7571304" y="619503"/>
              <a:ext cx="38031" cy="297833"/>
            </a:xfrm>
            <a:custGeom>
              <a:avLst/>
              <a:gdLst/>
              <a:ahLst/>
              <a:cxnLst/>
              <a:rect l="l" t="t" r="r" b="b"/>
              <a:pathLst>
                <a:path w="1304" h="10212" extrusionOk="0">
                  <a:moveTo>
                    <a:pt x="645" y="0"/>
                  </a:moveTo>
                  <a:cubicBezTo>
                    <a:pt x="293" y="0"/>
                    <a:pt x="1" y="293"/>
                    <a:pt x="1" y="644"/>
                  </a:cubicBezTo>
                  <a:lnTo>
                    <a:pt x="1" y="9574"/>
                  </a:lnTo>
                  <a:cubicBezTo>
                    <a:pt x="1" y="9999"/>
                    <a:pt x="323" y="10211"/>
                    <a:pt x="645" y="10211"/>
                  </a:cubicBezTo>
                  <a:cubicBezTo>
                    <a:pt x="967" y="10211"/>
                    <a:pt x="1289" y="9999"/>
                    <a:pt x="1289" y="9574"/>
                  </a:cubicBezTo>
                  <a:lnTo>
                    <a:pt x="1289" y="644"/>
                  </a:lnTo>
                  <a:cubicBezTo>
                    <a:pt x="1304" y="293"/>
                    <a:pt x="1011" y="0"/>
                    <a:pt x="6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70"/>
            <p:cNvSpPr/>
            <p:nvPr/>
          </p:nvSpPr>
          <p:spPr>
            <a:xfrm rot="803222">
              <a:off x="7460098" y="1048057"/>
              <a:ext cx="178927" cy="465648"/>
            </a:xfrm>
            <a:custGeom>
              <a:avLst/>
              <a:gdLst/>
              <a:ahLst/>
              <a:cxnLst/>
              <a:rect l="l" t="t" r="r" b="b"/>
              <a:pathLst>
                <a:path w="6135" h="15966" extrusionOk="0">
                  <a:moveTo>
                    <a:pt x="934" y="0"/>
                  </a:moveTo>
                  <a:cubicBezTo>
                    <a:pt x="905" y="0"/>
                    <a:pt x="877" y="4"/>
                    <a:pt x="849" y="12"/>
                  </a:cubicBezTo>
                  <a:cubicBezTo>
                    <a:pt x="0" y="261"/>
                    <a:pt x="308" y="4008"/>
                    <a:pt x="1523" y="8415"/>
                  </a:cubicBezTo>
                  <a:cubicBezTo>
                    <a:pt x="2712" y="12663"/>
                    <a:pt x="4326" y="15966"/>
                    <a:pt x="5199" y="15966"/>
                  </a:cubicBezTo>
                  <a:cubicBezTo>
                    <a:pt x="5229" y="15966"/>
                    <a:pt x="5257" y="15962"/>
                    <a:pt x="5285" y="15954"/>
                  </a:cubicBezTo>
                  <a:cubicBezTo>
                    <a:pt x="6134" y="15720"/>
                    <a:pt x="5827" y="11958"/>
                    <a:pt x="4597" y="7551"/>
                  </a:cubicBezTo>
                  <a:cubicBezTo>
                    <a:pt x="3408" y="3303"/>
                    <a:pt x="1794" y="0"/>
                    <a:pt x="9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70"/>
            <p:cNvSpPr/>
            <p:nvPr/>
          </p:nvSpPr>
          <p:spPr>
            <a:xfrm rot="803222">
              <a:off x="6965115" y="534600"/>
              <a:ext cx="828343" cy="1272817"/>
            </a:xfrm>
            <a:custGeom>
              <a:avLst/>
              <a:gdLst/>
              <a:ahLst/>
              <a:cxnLst/>
              <a:rect l="l" t="t" r="r" b="b"/>
              <a:pathLst>
                <a:path w="28402" h="43642" extrusionOk="0">
                  <a:moveTo>
                    <a:pt x="9224" y="1"/>
                  </a:moveTo>
                  <a:lnTo>
                    <a:pt x="9224" y="11229"/>
                  </a:lnTo>
                  <a:cubicBezTo>
                    <a:pt x="9224" y="14772"/>
                    <a:pt x="4056" y="30744"/>
                    <a:pt x="2065" y="36980"/>
                  </a:cubicBezTo>
                  <a:cubicBezTo>
                    <a:pt x="1" y="42499"/>
                    <a:pt x="2548" y="43641"/>
                    <a:pt x="6150" y="43641"/>
                  </a:cubicBezTo>
                  <a:lnTo>
                    <a:pt x="23204" y="43641"/>
                  </a:lnTo>
                  <a:cubicBezTo>
                    <a:pt x="25210" y="43641"/>
                    <a:pt x="27055" y="43085"/>
                    <a:pt x="27860" y="41753"/>
                  </a:cubicBezTo>
                  <a:cubicBezTo>
                    <a:pt x="28401" y="40845"/>
                    <a:pt x="28314" y="40010"/>
                    <a:pt x="27640" y="38020"/>
                  </a:cubicBezTo>
                  <a:cubicBezTo>
                    <a:pt x="24449" y="37610"/>
                    <a:pt x="18432" y="35985"/>
                    <a:pt x="14758" y="29675"/>
                  </a:cubicBezTo>
                  <a:cubicBezTo>
                    <a:pt x="9575" y="20774"/>
                    <a:pt x="11537" y="2167"/>
                    <a:pt x="11537" y="2167"/>
                  </a:cubicBezTo>
                  <a:lnTo>
                    <a:pt x="20130" y="572"/>
                  </a:lnTo>
                  <a:lnTo>
                    <a:pt x="17978" y="1"/>
                  </a:lnTo>
                  <a:close/>
                </a:path>
              </a:pathLst>
            </a:custGeom>
            <a:solidFill>
              <a:srgbClr val="321814">
                <a:alpha val="6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70"/>
            <p:cNvSpPr/>
            <p:nvPr/>
          </p:nvSpPr>
          <p:spPr>
            <a:xfrm rot="803222">
              <a:off x="7333504" y="521808"/>
              <a:ext cx="404372" cy="48705"/>
            </a:xfrm>
            <a:custGeom>
              <a:avLst/>
              <a:gdLst/>
              <a:ahLst/>
              <a:cxnLst/>
              <a:rect l="l" t="t" r="r" b="b"/>
              <a:pathLst>
                <a:path w="13865" h="1670" extrusionOk="0">
                  <a:moveTo>
                    <a:pt x="1055" y="1"/>
                  </a:moveTo>
                  <a:cubicBezTo>
                    <a:pt x="1" y="45"/>
                    <a:pt x="1" y="1611"/>
                    <a:pt x="1055" y="1670"/>
                  </a:cubicBezTo>
                  <a:lnTo>
                    <a:pt x="12810" y="1670"/>
                  </a:lnTo>
                  <a:cubicBezTo>
                    <a:pt x="13864" y="1611"/>
                    <a:pt x="13864" y="45"/>
                    <a:pt x="128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Physical Sciences - Science - 4th grade by Slidesgo">
  <a:themeElements>
    <a:clrScheme name="Simple Light">
      <a:dk1>
        <a:srgbClr val="FFFFFF"/>
      </a:dk1>
      <a:lt1>
        <a:srgbClr val="002F57"/>
      </a:lt1>
      <a:dk2>
        <a:srgbClr val="E65060"/>
      </a:dk2>
      <a:lt2>
        <a:srgbClr val="FFC753"/>
      </a:lt2>
      <a:accent1>
        <a:srgbClr val="FF9D32"/>
      </a:accent1>
      <a:accent2>
        <a:srgbClr val="00A3A5"/>
      </a:accent2>
      <a:accent3>
        <a:srgbClr val="2D82B6"/>
      </a:accent3>
      <a:accent4>
        <a:srgbClr val="003D64"/>
      </a:accent4>
      <a:accent5>
        <a:srgbClr val="A9DBF5"/>
      </a:accent5>
      <a:accent6>
        <a:srgbClr val="0F749B"/>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1240</Words>
  <Application>Microsoft Office PowerPoint</Application>
  <PresentationFormat>Экран (16:9)</PresentationFormat>
  <Paragraphs>222</Paragraphs>
  <Slides>29</Slides>
  <Notes>29</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29</vt:i4>
      </vt:variant>
    </vt:vector>
  </HeadingPairs>
  <TitlesOfParts>
    <vt:vector size="36" baseType="lpstr">
      <vt:lpstr>Montserrat SemiBold</vt:lpstr>
      <vt:lpstr>Nunito Light</vt:lpstr>
      <vt:lpstr>Montserrat ExtraBold</vt:lpstr>
      <vt:lpstr>Montserrat Black</vt:lpstr>
      <vt:lpstr>Epilogue</vt:lpstr>
      <vt:lpstr>Arial</vt:lpstr>
      <vt:lpstr>Physical Sciences - Science - 4th grade by Slidesgo</vt:lpstr>
      <vt:lpstr>Physical Sciences Science</vt:lpstr>
      <vt:lpstr>Contents of this template</vt:lpstr>
      <vt:lpstr>Table of contents</vt:lpstr>
      <vt:lpstr>Whoa!</vt:lpstr>
      <vt:lpstr>Matter magic</vt:lpstr>
      <vt:lpstr>You should know</vt:lpstr>
      <vt:lpstr>Get these items to begin</vt:lpstr>
      <vt:lpstr>What will we learn?</vt:lpstr>
      <vt:lpstr>About science investigation</vt:lpstr>
      <vt:lpstr>Key concepts we will use</vt:lpstr>
      <vt:lpstr>Important related notions</vt:lpstr>
      <vt:lpstr>Awesome words</vt:lpstr>
      <vt:lpstr>Презентация PowerPoint</vt:lpstr>
      <vt:lpstr>A picture always reinforces  the concept</vt:lpstr>
      <vt:lpstr>25%</vt:lpstr>
      <vt:lpstr>Computer mockup</vt:lpstr>
      <vt:lpstr>Tablet mockup</vt:lpstr>
      <vt:lpstr>Phone mockup</vt:lpstr>
      <vt:lpstr>Places we teach</vt:lpstr>
      <vt:lpstr>Our next activities</vt:lpstr>
      <vt:lpstr>Brief topic description</vt:lpstr>
      <vt:lpstr>Let's give some examples</vt:lpstr>
      <vt:lpstr>Activity 1 - Giving details</vt:lpstr>
      <vt:lpstr>Activity 2 - Try to recognize them</vt:lpstr>
      <vt:lpstr>Activity 3 - Matching pairs</vt:lpstr>
      <vt:lpstr>Activity 4 - True or false?</vt:lpstr>
      <vt:lpstr>Activity 6 - What do you think?</vt:lpstr>
      <vt:lpstr>Activity 7 - Final review</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Physical Sciences Science</dc:title>
  <cp:lastModifiedBy>я</cp:lastModifiedBy>
  <cp:revision>1</cp:revision>
  <dcterms:modified xsi:type="dcterms:W3CDTF">2026-02-19T08:43:17Z</dcterms:modified>
</cp:coreProperties>
</file>